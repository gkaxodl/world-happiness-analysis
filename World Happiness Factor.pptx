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66.xml"/>
  <Override ContentType="application/vnd.openxmlformats-officedocument.presentationml.slideLayout+xml" PartName="/ppt/slideLayouts/slideLayout96.xml"/>
  <Override ContentType="application/vnd.openxmlformats-officedocument.presentationml.slideLayout+xml" PartName="/ppt/slideLayouts/slideLayout358.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382.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374.xml"/>
  <Override ContentType="application/vnd.openxmlformats-officedocument.presentationml.slideLayout+xml" PartName="/ppt/slideLayouts/slideLayout165.xml"/>
  <Override ContentType="application/vnd.openxmlformats-officedocument.presentationml.slideLayout+xml" PartName="/ppt/slideLayouts/slideLayout343.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390.xml"/>
  <Override ContentType="application/vnd.openxmlformats-officedocument.presentationml.slideLayout+xml" PartName="/ppt/slideLayouts/slideLayout293.xml"/>
  <Override ContentType="application/vnd.openxmlformats-officedocument.presentationml.slideLayout+xml" PartName="/ppt/slideLayouts/slideLayout49.xml"/>
  <Override ContentType="application/vnd.openxmlformats-officedocument.presentationml.slideLayout+xml" PartName="/ppt/slideLayouts/slideLayout319.xml"/>
  <Override ContentType="application/vnd.openxmlformats-officedocument.presentationml.slideLayout+xml" PartName="/ppt/slideLayouts/slideLayout117.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41.xml"/>
  <Override ContentType="application/vnd.openxmlformats-officedocument.presentationml.slideLayout+xml" PartName="/ppt/slideLayouts/slideLayout214.xml"/>
  <Override ContentType="application/vnd.openxmlformats-officedocument.presentationml.slideLayout+xml" PartName="/ppt/slideLayouts/slideLayout15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238.xml"/>
  <Override ContentType="application/vnd.openxmlformats-officedocument.presentationml.slideLayout+xml" PartName="/ppt/slideLayouts/slideLayout424.xml"/>
  <Override ContentType="application/vnd.openxmlformats-officedocument.presentationml.slideLayout+xml" PartName="/ppt/slideLayouts/slideLayout73.xml"/>
  <Override ContentType="application/vnd.openxmlformats-officedocument.presentationml.slideLayout+xml" PartName="/ppt/slideLayouts/slideLayout415.xml"/>
  <Override ContentType="application/vnd.openxmlformats-officedocument.presentationml.slideLayout+xml" PartName="/ppt/slideLayouts/slideLayout351.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407.xml"/>
  <Override ContentType="application/vnd.openxmlformats-officedocument.presentationml.slideLayout+xml" PartName="/ppt/slideLayouts/slideLayout304.xml"/>
  <Override ContentType="application/vnd.openxmlformats-officedocument.presentationml.slideLayout+xml" PartName="/ppt/slideLayouts/slideLayout334.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270.xml"/>
  <Override ContentType="application/vnd.openxmlformats-officedocument.presentationml.slideLayout+xml" PartName="/ppt/slideLayouts/slideLayout253.xml"/>
  <Override ContentType="application/vnd.openxmlformats-officedocument.presentationml.slideLayout+xml" PartName="/ppt/slideLayouts/slideLayout400.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367.xml"/>
  <Override ContentType="application/vnd.openxmlformats-officedocument.presentationml.slideLayout+xml" PartName="/ppt/slideLayouts/slideLayout103.xml"/>
  <Override ContentType="application/vnd.openxmlformats-officedocument.presentationml.slideLayout+xml" PartName="/ppt/slideLayouts/slideLayout89.xml"/>
  <Override ContentType="application/vnd.openxmlformats-officedocument.presentationml.slideLayout+xml" PartName="/ppt/slideLayouts/slideLayout357.xml"/>
  <Override ContentType="application/vnd.openxmlformats-officedocument.presentationml.slideLayout+xml" PartName="/ppt/slideLayouts/slideLayout180.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391.xml"/>
  <Override ContentType="application/vnd.openxmlformats-officedocument.presentationml.slideLayout+xml" PartName="/ppt/slideLayouts/slideLayout268.xml"/>
  <Override ContentType="application/vnd.openxmlformats-officedocument.presentationml.slideLayout+xml" PartName="/ppt/slideLayouts/slideLayout294.xml"/>
  <Override ContentType="application/vnd.openxmlformats-officedocument.presentationml.slideLayout+xml" PartName="/ppt/slideLayouts/slideLayout18.xml"/>
  <Override ContentType="application/vnd.openxmlformats-officedocument.presentationml.slideLayout+xml" PartName="/ppt/slideLayouts/slideLayout3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45.xml"/>
  <Override ContentType="application/vnd.openxmlformats-officedocument.presentationml.slideLayout+xml" PartName="/ppt/slideLayouts/slideLayout373.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231.xml"/>
  <Override ContentType="application/vnd.openxmlformats-officedocument.presentationml.slideLayout+xml" PartName="/ppt/slideLayouts/slideLayout342.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425.xml"/>
  <Override ContentType="application/vnd.openxmlformats-officedocument.presentationml.slideLayout+xml" PartName="/ppt/slideLayouts/slideLayout7.xml"/>
  <Override ContentType="application/vnd.openxmlformats-officedocument.presentationml.slideLayout+xml" PartName="/ppt/slideLayouts/slideLayout299.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263.xml"/>
  <Override ContentType="application/vnd.openxmlformats-officedocument.presentationml.slideLayout+xml" PartName="/ppt/slideLayouts/slideLayout352.xml"/>
  <Override ContentType="application/vnd.openxmlformats-officedocument.presentationml.slideLayout+xml" PartName="/ppt/slideLayouts/slideLayout335.xml"/>
  <Override ContentType="application/vnd.openxmlformats-officedocument.presentationml.slideLayout+xml" PartName="/ppt/slideLayouts/slideLayout246.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57.xml"/>
  <Override ContentType="application/vnd.openxmlformats-officedocument.presentationml.slideLayout+xml" PartName="/ppt/slideLayouts/slideLayout414.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408.xml"/>
  <Override ContentType="application/vnd.openxmlformats-officedocument.presentationml.slideLayout+xml" PartName="/ppt/slideLayouts/slideLayout173.xml"/>
  <Override ContentType="application/vnd.openxmlformats-officedocument.presentationml.slideLayout+xml" PartName="/ppt/slideLayouts/slideLayout389.xml"/>
  <Override ContentType="application/vnd.openxmlformats-officedocument.presentationml.slideLayout+xml" PartName="/ppt/slideLayouts/slideLayout320.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384.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06.xml"/>
  <Override ContentType="application/vnd.openxmlformats-officedocument.presentationml.slideLayout+xml" PartName="/ppt/slideLayouts/slideLayout305.xml"/>
  <Override ContentType="application/vnd.openxmlformats-officedocument.presentationml.slideLayout+xml" PartName="/ppt/slideLayouts/slideLayout348.xml"/>
  <Override ContentType="application/vnd.openxmlformats-officedocument.presentationml.slideLayout+xml" PartName="/ppt/slideLayouts/slideLayout47.xml"/>
  <Override ContentType="application/vnd.openxmlformats-officedocument.presentationml.slideLayout+xml" PartName="/ppt/slideLayouts/slideLayout399.xml"/>
  <Override ContentType="application/vnd.openxmlformats-officedocument.presentationml.slideLayout+xml" PartName="/ppt/slideLayouts/slideLayout356.xml"/>
  <Override ContentType="application/vnd.openxmlformats-officedocument.presentationml.slideLayout+xml" PartName="/ppt/slideLayouts/slideLayout5.xml"/>
  <Override ContentType="application/vnd.openxmlformats-officedocument.presentationml.slideLayout+xml" PartName="/ppt/slideLayouts/slideLayout410.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313.xml"/>
  <Override ContentType="application/vnd.openxmlformats-officedocument.presentationml.slideLayout+xml" PartName="/ppt/slideLayouts/slideLayout275.xml"/>
  <Override ContentType="application/vnd.openxmlformats-officedocument.presentationml.slideLayout+xml" PartName="/ppt/slideLayouts/slideLayout35.xml"/>
  <Override ContentType="application/vnd.openxmlformats-officedocument.presentationml.slideLayout+xml" PartName="/ppt/slideLayouts/slideLayout228.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325.xml"/>
  <Override ContentType="application/vnd.openxmlformats-officedocument.presentationml.slideLayout+xml" PartName="/ppt/slideLayouts/slideLayout341.xml"/>
  <Override ContentType="application/vnd.openxmlformats-officedocument.presentationml.slideLayout+xml" PartName="/ppt/slideLayouts/slideLayout368.xml"/>
  <Override ContentType="application/vnd.openxmlformats-officedocument.presentationml.slideLayout+xml" PartName="/ppt/slideLayouts/slideLayout328.xml"/>
  <Override ContentType="application/vnd.openxmlformats-officedocument.presentationml.slideLayout+xml" PartName="/ppt/slideLayouts/slideLayout353.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298.xml"/>
  <Override ContentType="application/vnd.openxmlformats-officedocument.presentationml.slideLayout+xml" PartName="/ppt/slideLayouts/slideLayout247.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396.xml"/>
  <Override ContentType="application/vnd.openxmlformats-officedocument.presentationml.slideLayout+xml" PartName="/ppt/slideLayouts/slideLayout255.xml"/>
  <Override ContentType="application/vnd.openxmlformats-officedocument.presentationml.slideLayout+xml" PartName="/ppt/slideLayouts/slideLayout381.xml"/>
  <Override ContentType="application/vnd.openxmlformats-officedocument.presentationml.slideLayout+xml" PartName="/ppt/slideLayouts/slideLayout127.xml"/>
  <Override ContentType="application/vnd.openxmlformats-officedocument.presentationml.slideLayout+xml" PartName="/ppt/slideLayouts/slideLayout17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240.xml"/>
  <Override ContentType="application/vnd.openxmlformats-officedocument.presentationml.slideLayout+xml" PartName="/ppt/slideLayouts/slideLayout413.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75.xml"/>
  <Override ContentType="application/vnd.openxmlformats-officedocument.presentationml.slideLayout+xml" PartName="/ppt/slideLayouts/slideLayout426.xml"/>
  <Override ContentType="application/vnd.openxmlformats-officedocument.presentationml.slideLayout+xml" PartName="/ppt/slideLayouts/slideLayout32.xml"/>
  <Override ContentType="application/vnd.openxmlformats-officedocument.presentationml.slideLayout+xml" PartName="/ppt/slideLayouts/slideLayout375.xml"/>
  <Override ContentType="application/vnd.openxmlformats-officedocument.presentationml.slideLayout+xml" PartName="/ppt/slideLayouts/slideLayout3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40.xml"/>
  <Override ContentType="application/vnd.openxmlformats-officedocument.presentationml.slideLayout+xml" PartName="/ppt/slideLayouts/slideLayout306.xml"/>
  <Override ContentType="application/vnd.openxmlformats-officedocument.presentationml.slideLayout+xml" PartName="/ppt/slideLayouts/slideLayout349.xml"/>
  <Override ContentType="application/vnd.openxmlformats-officedocument.presentationml.slideLayout+xml" PartName="/ppt/slideLayouts/slideLayout411.xml"/>
  <Override ContentType="application/vnd.openxmlformats-officedocument.presentationml.slideLayout+xml" PartName="/ppt/slideLayouts/slideLayout233.xml"/>
  <Override ContentType="application/vnd.openxmlformats-officedocument.presentationml.slideLayout+xml" PartName="/ppt/slideLayouts/slideLayout383.xml"/>
  <Override ContentType="application/vnd.openxmlformats-officedocument.presentationml.slideLayout+xml" PartName="/ppt/slideLayouts/slideLayout60.xml"/>
  <Override ContentType="application/vnd.openxmlformats-officedocument.presentationml.slideLayout+xml" PartName="/ppt/slideLayouts/slideLayout32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369.xml"/>
  <Override ContentType="application/vnd.openxmlformats-officedocument.presentationml.slideLayout+xml" PartName="/ppt/slideLayouts/slideLayout276.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360.xml"/>
  <Override ContentType="application/vnd.openxmlformats-officedocument.presentationml.slideLayout+xml" PartName="/ppt/slideLayouts/slideLayout261.xml"/>
  <Override ContentType="application/vnd.openxmlformats-officedocument.presentationml.slideLayout+xml" PartName="/ppt/slideLayouts/slideLayout4.xml"/>
  <Override ContentType="application/vnd.openxmlformats-officedocument.presentationml.slideLayout+xml" PartName="/ppt/slideLayouts/slideLayout398.xml"/>
  <Override ContentType="application/vnd.openxmlformats-officedocument.presentationml.slideLayout+xml" PartName="/ppt/slideLayouts/slideLayout355.xml"/>
  <Override ContentType="application/vnd.openxmlformats-officedocument.presentationml.slideLayout+xml" PartName="/ppt/slideLayouts/slideLayout405.xml"/>
  <Override ContentType="application/vnd.openxmlformats-officedocument.presentationml.slideLayout+xml" PartName="/ppt/slideLayouts/slideLayout312.xml"/>
  <Override ContentType="application/vnd.openxmlformats-officedocument.presentationml.slideLayout+xml" PartName="/ppt/slideLayouts/slideLayout227.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354.xml"/>
  <Override ContentType="application/vnd.openxmlformats-officedocument.presentationml.slideLayout+xml" PartName="/ppt/slideLayouts/slideLayout282.xml"/>
  <Override ContentType="application/vnd.openxmlformats-officedocument.presentationml.slideLayout+xml" PartName="/ppt/slideLayouts/slideLayout397.xml"/>
  <Override ContentType="application/vnd.openxmlformats-officedocument.presentationml.slideLayout+xml" PartName="/ppt/slideLayouts/slideLayout76.xml"/>
  <Override ContentType="application/vnd.openxmlformats-officedocument.presentationml.slideLayout+xml" PartName="/ppt/slideLayouts/slideLayout33.xml"/>
  <Override ContentType="application/vnd.openxmlformats-officedocument.presentationml.slideLayout+xml" PartName="/ppt/slideLayouts/slideLayout327.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361.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126.xml"/>
  <Override ContentType="application/vnd.openxmlformats-officedocument.presentationml.slideLayout+xml" PartName="/ppt/slideLayouts/slideLayout254.xml"/>
  <Override ContentType="application/vnd.openxmlformats-officedocument.presentationml.slideLayout+xml" PartName="/ppt/slideLayouts/slideLayout427.xml"/>
  <Override ContentType="application/vnd.openxmlformats-officedocument.presentationml.slideLayout+xml" PartName="/ppt/slideLayouts/slideLayout169.xml"/>
  <Override ContentType="application/vnd.openxmlformats-officedocument.presentationml.slideLayout+xml" PartName="/ppt/slideLayouts/slideLayout27.xml"/>
  <Override ContentType="application/vnd.openxmlformats-officedocument.presentationml.slideLayout+xml" PartName="/ppt/slideLayouts/slideLayout376.xml"/>
  <Override ContentType="application/vnd.openxmlformats-officedocument.presentationml.slideLayout+xml" PartName="/ppt/slideLayouts/slideLayout160.xml"/>
  <Override ContentType="application/vnd.openxmlformats-officedocument.presentationml.slideLayout+xml" PartName="/ppt/slideLayouts/slideLayout333.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404.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315.xml"/>
  <Override ContentType="application/vnd.openxmlformats-officedocument.presentationml.slideLayout+xml" PartName="/ppt/slideLayouts/slideLayout137.xml"/>
  <Override ContentType="application/vnd.openxmlformats-officedocument.presentationml.slideLayout+xml" PartName="/ppt/slideLayouts/slideLayout323.xml"/>
  <Override ContentType="application/vnd.openxmlformats-officedocument.presentationml.slideLayout+xml" PartName="/ppt/slideLayouts/slideLayout226.xml"/>
  <Override ContentType="application/vnd.openxmlformats-officedocument.presentationml.slideLayout+xml" PartName="/ppt/slideLayouts/slideLayout412.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34.xml"/>
  <Override ContentType="application/vnd.openxmlformats-officedocument.presentationml.slideLayout+xml" PartName="/ppt/slideLayouts/slideLayout420.xml"/>
  <Override ContentType="application/vnd.openxmlformats-officedocument.presentationml.slideLayout+xml" PartName="/ppt/slideLayouts/slideLayout331.xml"/>
  <Override ContentType="application/vnd.openxmlformats-officedocument.presentationml.slideLayout+xml" PartName="/ppt/slideLayouts/slideLayout242.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386.xml"/>
  <Override ContentType="application/vnd.openxmlformats-officedocument.presentationml.slideLayout+xml" PartName="/ppt/slideLayouts/slideLayout122.xml"/>
  <Override ContentType="application/vnd.openxmlformats-officedocument.presentationml.slideLayout+xml" PartName="/ppt/slideLayouts/slideLayout338.xml"/>
  <Override ContentType="application/vnd.openxmlformats-officedocument.presentationml.slideLayout+xml" PartName="/ppt/slideLayouts/slideLayout53.xml"/>
  <Override ContentType="application/vnd.openxmlformats-officedocument.presentationml.slideLayout+xml" PartName="/ppt/slideLayouts/slideLayout257.xml"/>
  <Override ContentType="application/vnd.openxmlformats-officedocument.presentationml.slideLayout+xml" PartName="/ppt/slideLayouts/slideLayout84.xml"/>
  <Override ContentType="application/vnd.openxmlformats-officedocument.presentationml.slideLayout+xml" PartName="/ppt/slideLayouts/slideLayout370.xml"/>
  <Override ContentType="application/vnd.openxmlformats-officedocument.presentationml.slideLayout+xml" PartName="/ppt/slideLayouts/slideLayout92.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362.xml"/>
  <Override ContentType="application/vnd.openxmlformats-officedocument.presentationml.slideLayout+xml" PartName="/ppt/slideLayouts/slideLayout17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428.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394.xml"/>
  <Override ContentType="application/vnd.openxmlformats-officedocument.presentationml.slideLayout+xml" PartName="/ppt/slideLayouts/slideLayout13.xml"/>
  <Override ContentType="application/vnd.openxmlformats-officedocument.presentationml.slideLayout+xml" PartName="/ppt/slideLayouts/slideLayout347.xml"/>
  <Override ContentType="application/vnd.openxmlformats-officedocument.presentationml.slideLayout+xml" PartName="/ppt/slideLayouts/slideLayout377.xml"/>
  <Override ContentType="application/vnd.openxmlformats-officedocument.presentationml.slideLayout+xml" PartName="/ppt/slideLayouts/slideLayout161.xml"/>
  <Override ContentType="application/vnd.openxmlformats-officedocument.presentationml.slideLayout+xml" PartName="/ppt/slideLayouts/slideLayout266.xml"/>
  <Override ContentType="application/vnd.openxmlformats-officedocument.presentationml.slideLayout+xml" PartName="/ppt/slideLayouts/slideLayout249.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296.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421.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314.xml"/>
  <Override ContentType="application/vnd.openxmlformats-officedocument.presentationml.slideLayout+xml" PartName="/ppt/slideLayouts/slideLayout128.xml"/>
  <Override ContentType="application/vnd.openxmlformats-officedocument.presentationml.slideLayout+xml" PartName="/ppt/slideLayouts/slideLayout403.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162.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339.xml"/>
  <Override ContentType="application/vnd.openxmlformats-officedocument.presentationml.slideLayout+xml" PartName="/ppt/slideLayouts/slideLayout288.xml"/>
  <Override ContentType="application/vnd.openxmlformats-officedocument.presentationml.slideLayout+xml" PartName="/ppt/slideLayouts/slideLayout330.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36.xml"/>
  <Override ContentType="application/vnd.openxmlformats-officedocument.presentationml.slideLayout+xml" PartName="/ppt/slideLayouts/slideLayout274.xml"/>
  <Override ContentType="application/vnd.openxmlformats-officedocument.presentationml.slideLayout+xml" PartName="/ppt/slideLayouts/slideLayout385.xml"/>
  <Override ContentType="application/vnd.openxmlformats-officedocument.presentationml.slideLayout+xml" PartName="/ppt/slideLayouts/slideLayout32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329.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56.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395.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419.xml"/>
  <Override ContentType="application/vnd.openxmlformats-officedocument.presentationml.slideLayout+xml" PartName="/ppt/slideLayouts/slideLayout290.xml"/>
  <Override ContentType="application/vnd.openxmlformats-officedocument.presentationml.slideLayout+xml" PartName="/ppt/slideLayouts/slideLayout378.xml"/>
  <Override ContentType="application/vnd.openxmlformats-officedocument.presentationml.slideLayout+xml" PartName="/ppt/slideLayouts/slideLayout26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241.xml"/>
  <Override ContentType="application/vnd.openxmlformats-officedocument.presentationml.slideLayout+xml" PartName="/ppt/slideLayouts/slideLayout363.xml"/>
  <Override ContentType="application/vnd.openxmlformats-officedocument.presentationml.slideLayout+xml" PartName="/ppt/slideLayouts/slideLayout31.xml"/>
  <Override ContentType="application/vnd.openxmlformats-officedocument.presentationml.slideLayout+xml" PartName="/ppt/slideLayouts/slideLayout14.xml"/>
  <Override ContentType="application/vnd.openxmlformats-officedocument.presentationml.slideLayout+xml" PartName="/ppt/slideLayouts/slideLayout380.xml"/>
  <Override ContentType="application/vnd.openxmlformats-officedocument.presentationml.slideLayout+xml" PartName="/ppt/slideLayouts/slideLayout199.xml"/>
  <Override ContentType="application/vnd.openxmlformats-officedocument.presentationml.slideLayout+xml" PartName="/ppt/slideLayouts/slideLayout346.xml"/>
  <Override ContentType="application/vnd.openxmlformats-officedocument.presentationml.slideLayout+xml" PartName="/ppt/slideLayouts/slideLayout171.xml"/>
  <Override ContentType="application/vnd.openxmlformats-officedocument.presentationml.slideLayout+xml" PartName="/ppt/slideLayouts/slideLayout39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402.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259.xml"/>
  <Override ContentType="application/vnd.openxmlformats-officedocument.presentationml.slideLayout+xml" PartName="/ppt/slideLayouts/slideLayout208.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422.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372.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409.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345.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418.xml"/>
  <Override ContentType="application/vnd.openxmlformats-officedocument.presentationml.slideLayout+xml" PartName="/ppt/slideLayouts/slideLayout336.xml"/>
  <Override ContentType="application/vnd.openxmlformats-officedocument.presentationml.slideLayout+xml" PartName="/ppt/slideLayouts/slideLayout388.xml"/>
  <Override ContentType="application/vnd.openxmlformats-officedocument.presentationml.slideLayout+xml" PartName="/ppt/slideLayouts/slideLayout166.xml"/>
  <Override ContentType="application/vnd.openxmlformats-officedocument.presentationml.slideLayout+xml" PartName="/ppt/slideLayouts/slideLayout379.xml"/>
  <Override ContentType="application/vnd.openxmlformats-officedocument.presentationml.slideLayout+xml" PartName="/ppt/slideLayouts/slideLayout272.xml"/>
  <Override ContentType="application/vnd.openxmlformats-officedocument.presentationml.slideLayout+xml" PartName="/ppt/slideLayouts/slideLayout264.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43.xml"/>
  <Override ContentType="application/vnd.openxmlformats-officedocument.presentationml.slideLayout+xml" PartName="/ppt/slideLayouts/slideLayout364.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317.xml"/>
  <Override ContentType="application/vnd.openxmlformats-officedocument.presentationml.slideLayout+xml" PartName="/ppt/slideLayouts/slideLayout187.xml"/>
  <Override ContentType="application/vnd.openxmlformats-officedocument.presentationml.slideLayout+xml" PartName="/ppt/slideLayouts/slideLayout321.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286.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365.xml"/>
  <Override ContentType="application/vnd.openxmlformats-officedocument.presentationml.slideLayout+xml" PartName="/ppt/slideLayouts/slideLayout322.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423.xml"/>
  <Override ContentType="application/vnd.openxmlformats-officedocument.presentationml.slideLayout+xml" PartName="/ppt/slideLayouts/slideLayout215.xml"/>
  <Override ContentType="application/vnd.openxmlformats-officedocument.presentationml.slideLayout+xml" PartName="/ppt/slideLayouts/slideLayout25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417.xml"/>
  <Override ContentType="application/vnd.openxmlformats-officedocument.presentationml.slideLayout+xml" PartName="/ppt/slideLayouts/slideLayout337.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71.xml"/>
  <Override ContentType="application/vnd.openxmlformats-officedocument.presentationml.slideLayout+xml" PartName="/ppt/slideLayouts/slideLayout387.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16.xml"/>
  <Override ContentType="application/vnd.openxmlformats-officedocument.presentationml.slideLayout+xml" PartName="/ppt/slideLayouts/slideLayout344.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192.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401.xml"/>
  <Override ContentType="application/vnd.openxmlformats-officedocument.presentationml.slideLayout+xml" PartName="/ppt/slideLayouts/slideLayout271.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350.xml"/>
  <Override ContentType="application/vnd.openxmlformats-officedocument.presentationml.slideLayout+xml" PartName="/ppt/slideLayouts/slideLayout93.xml"/>
  <Override ContentType="application/vnd.openxmlformats-officedocument.presentationml.slideLayout+xml" PartName="/ppt/slideLayouts/slideLayout316.xml"/>
  <Override ContentType="application/vnd.openxmlformats-officedocument.presentationml.slideLayout+xml" PartName="/ppt/slideLayouts/slideLayout393.xml"/>
  <Override ContentType="application/vnd.openxmlformats-officedocument.presentationml.slideLayout+xml" PartName="/ppt/slideLayouts/slideLayout186.xml"/>
  <Override ContentType="application/vnd.openxmlformats-officedocument.presentationml.slideLayout+xml" PartName="/ppt/slideLayouts/slideLayout359.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4.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4076" r:id="rId4"/>
    <p:sldMasterId id="2147484077" r:id="rId5"/>
    <p:sldMasterId id="2147484078" r:id="rId6"/>
    <p:sldMasterId id="2147484079" r:id="rId7"/>
    <p:sldMasterId id="2147484080" r:id="rId8"/>
    <p:sldMasterId id="2147484081" r:id="rId9"/>
    <p:sldMasterId id="2147484082" r:id="rId10"/>
    <p:sldMasterId id="2147484083" r:id="rId11"/>
    <p:sldMasterId id="2147484084" r:id="rId12"/>
    <p:sldMasterId id="2147484085" r:id="rId13"/>
    <p:sldMasterId id="2147484086" r:id="rId14"/>
    <p:sldMasterId id="2147484087" r:id="rId15"/>
    <p:sldMasterId id="2147484088" r:id="rId16"/>
    <p:sldMasterId id="2147484089" r:id="rId17"/>
  </p:sldMasterIdLst>
  <p:notesMasterIdLst>
    <p:notesMasterId r:id="rId18"/>
  </p:notes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6" r:id="rId39"/>
  </p:sldIdLst>
  <p:sldSz cy="5143500" cx="9144000"/>
  <p:notesSz cx="6858000" cy="9144000"/>
  <p:embeddedFontLst>
    <p:embeddedFont>
      <p:font typeface="Raleway"/>
      <p:regular r:id="rId40"/>
      <p:bold r:id="rId41"/>
      <p:italic r:id="rId42"/>
      <p:boldItalic r:id="rId43"/>
    </p:embeddedFont>
    <p:embeddedFont>
      <p:font typeface="Raleway SemiBold"/>
      <p:regular r:id="rId44"/>
      <p:bold r:id="rId45"/>
      <p:italic r:id="rId46"/>
      <p:boldItalic r:id="rId47"/>
    </p:embeddedFont>
    <p:embeddedFont>
      <p:font typeface="Bebas Neue"/>
      <p:regular r:id="rId48"/>
    </p:embeddedFont>
    <p:embeddedFont>
      <p:font typeface="Raleway Medium"/>
      <p:regular r:id="rId49"/>
      <p:bold r:id="rId50"/>
      <p:italic r:id="rId51"/>
      <p:boldItalic r:id="rId52"/>
    </p:embeddedFont>
    <p:embeddedFont>
      <p:font typeface="PT Sans"/>
      <p:regular r:id="rId53"/>
      <p:bold r:id="rId54"/>
      <p:italic r:id="rId55"/>
      <p:boldItalic r:id="rId56"/>
    </p:embeddedFont>
    <p:embeddedFont>
      <p:font typeface="Archivo Black"/>
      <p:regular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42" Type="http://schemas.openxmlformats.org/officeDocument/2006/relationships/font" Target="fonts/Raleway-italic.fntdata"/><Relationship Id="rId41" Type="http://schemas.openxmlformats.org/officeDocument/2006/relationships/font" Target="fonts/Raleway-bold.fntdata"/><Relationship Id="rId44" Type="http://schemas.openxmlformats.org/officeDocument/2006/relationships/font" Target="fonts/RalewaySemiBold-regular.fntdata"/><Relationship Id="rId43" Type="http://schemas.openxmlformats.org/officeDocument/2006/relationships/font" Target="fonts/Raleway-boldItalic.fntdata"/><Relationship Id="rId46" Type="http://schemas.openxmlformats.org/officeDocument/2006/relationships/font" Target="fonts/RalewaySemiBold-italic.fntdata"/><Relationship Id="rId45" Type="http://schemas.openxmlformats.org/officeDocument/2006/relationships/font" Target="fonts/RalewaySemiBold-bold.fntdata"/><Relationship Id="rId1" Type="http://schemas.openxmlformats.org/officeDocument/2006/relationships/theme" Target="theme/theme9.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BebasNeue-regular.fntdata"/><Relationship Id="rId47" Type="http://schemas.openxmlformats.org/officeDocument/2006/relationships/font" Target="fonts/RalewaySemiBold-boldItalic.fntdata"/><Relationship Id="rId49" Type="http://schemas.openxmlformats.org/officeDocument/2006/relationships/font" Target="fonts/RalewayMedium-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3.xml"/><Relationship Id="rId30" Type="http://schemas.openxmlformats.org/officeDocument/2006/relationships/slide" Target="slides/slide12.xml"/><Relationship Id="rId33" Type="http://schemas.openxmlformats.org/officeDocument/2006/relationships/slide" Target="slides/slide15.xml"/><Relationship Id="rId32" Type="http://schemas.openxmlformats.org/officeDocument/2006/relationships/slide" Target="slides/slide14.xml"/><Relationship Id="rId35" Type="http://schemas.openxmlformats.org/officeDocument/2006/relationships/slide" Target="slides/slide17.xml"/><Relationship Id="rId34" Type="http://schemas.openxmlformats.org/officeDocument/2006/relationships/slide" Target="slides/slide16.xml"/><Relationship Id="rId37" Type="http://schemas.openxmlformats.org/officeDocument/2006/relationships/slide" Target="slides/slide19.xml"/><Relationship Id="rId36" Type="http://schemas.openxmlformats.org/officeDocument/2006/relationships/slide" Target="slides/slide18.xml"/><Relationship Id="rId39" Type="http://schemas.openxmlformats.org/officeDocument/2006/relationships/slide" Target="slides/slide21.xml"/><Relationship Id="rId38" Type="http://schemas.openxmlformats.org/officeDocument/2006/relationships/slide" Target="slides/slide20.xml"/><Relationship Id="rId20" Type="http://schemas.openxmlformats.org/officeDocument/2006/relationships/slide" Target="slides/slide2.xml"/><Relationship Id="rId22" Type="http://schemas.openxmlformats.org/officeDocument/2006/relationships/slide" Target="slides/slide4.xml"/><Relationship Id="rId21" Type="http://schemas.openxmlformats.org/officeDocument/2006/relationships/slide" Target="slides/slide3.xml"/><Relationship Id="rId24" Type="http://schemas.openxmlformats.org/officeDocument/2006/relationships/slide" Target="slides/slide6.xml"/><Relationship Id="rId23" Type="http://schemas.openxmlformats.org/officeDocument/2006/relationships/slide" Target="slides/slide5.xml"/><Relationship Id="rId26" Type="http://schemas.openxmlformats.org/officeDocument/2006/relationships/slide" Target="slides/slide8.xml"/><Relationship Id="rId25" Type="http://schemas.openxmlformats.org/officeDocument/2006/relationships/slide" Target="slides/slide7.xml"/><Relationship Id="rId28" Type="http://schemas.openxmlformats.org/officeDocument/2006/relationships/slide" Target="slides/slide10.xml"/><Relationship Id="rId27" Type="http://schemas.openxmlformats.org/officeDocument/2006/relationships/slide" Target="slides/slide9.xml"/><Relationship Id="rId29" Type="http://schemas.openxmlformats.org/officeDocument/2006/relationships/slide" Target="slides/slide11.xml"/><Relationship Id="rId51" Type="http://schemas.openxmlformats.org/officeDocument/2006/relationships/font" Target="fonts/RalewayMedium-italic.fntdata"/><Relationship Id="rId50" Type="http://schemas.openxmlformats.org/officeDocument/2006/relationships/font" Target="fonts/RalewayMedium-bold.fntdata"/><Relationship Id="rId53" Type="http://schemas.openxmlformats.org/officeDocument/2006/relationships/font" Target="fonts/PTSans-regular.fntdata"/><Relationship Id="rId52" Type="http://schemas.openxmlformats.org/officeDocument/2006/relationships/font" Target="fonts/RalewayMedium-boldItalic.fntdata"/><Relationship Id="rId11" Type="http://schemas.openxmlformats.org/officeDocument/2006/relationships/slideMaster" Target="slideMasters/slideMaster8.xml"/><Relationship Id="rId55" Type="http://schemas.openxmlformats.org/officeDocument/2006/relationships/font" Target="fonts/PTSans-italic.fntdata"/><Relationship Id="rId10" Type="http://schemas.openxmlformats.org/officeDocument/2006/relationships/slideMaster" Target="slideMasters/slideMaster7.xml"/><Relationship Id="rId54" Type="http://schemas.openxmlformats.org/officeDocument/2006/relationships/font" Target="fonts/PTSans-bold.fntdata"/><Relationship Id="rId13" Type="http://schemas.openxmlformats.org/officeDocument/2006/relationships/slideMaster" Target="slideMasters/slideMaster10.xml"/><Relationship Id="rId57" Type="http://schemas.openxmlformats.org/officeDocument/2006/relationships/font" Target="fonts/ArchivoBlack-regular.fntdata"/><Relationship Id="rId12" Type="http://schemas.openxmlformats.org/officeDocument/2006/relationships/slideMaster" Target="slideMasters/slideMaster9.xml"/><Relationship Id="rId56" Type="http://schemas.openxmlformats.org/officeDocument/2006/relationships/font" Target="fonts/PTSans-boldItalic.fntdata"/><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 Target="slides/slide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2" name="Shape 8712"/>
        <p:cNvGrpSpPr/>
        <p:nvPr/>
      </p:nvGrpSpPr>
      <p:grpSpPr>
        <a:xfrm>
          <a:off x="0" y="0"/>
          <a:ext cx="0" cy="0"/>
          <a:chOff x="0" y="0"/>
          <a:chExt cx="0" cy="0"/>
        </a:xfrm>
      </p:grpSpPr>
      <p:sp>
        <p:nvSpPr>
          <p:cNvPr id="8713" name="Google Shape;8713;g2a1e9da7e5d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4" name="Google Shape;8714;g2a1e9da7e5d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4" name="Shape 8724"/>
        <p:cNvGrpSpPr/>
        <p:nvPr/>
      </p:nvGrpSpPr>
      <p:grpSpPr>
        <a:xfrm>
          <a:off x="0" y="0"/>
          <a:ext cx="0" cy="0"/>
          <a:chOff x="0" y="0"/>
          <a:chExt cx="0" cy="0"/>
        </a:xfrm>
      </p:grpSpPr>
      <p:sp>
        <p:nvSpPr>
          <p:cNvPr id="8725" name="Google Shape;8725;g2a1e9da7e5d_0_38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6" name="Google Shape;8726;g2a1e9da7e5d_0_38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rgbClr val="595959"/>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6" name="Shape 8746"/>
        <p:cNvGrpSpPr/>
        <p:nvPr/>
      </p:nvGrpSpPr>
      <p:grpSpPr>
        <a:xfrm>
          <a:off x="0" y="0"/>
          <a:ext cx="0" cy="0"/>
          <a:chOff x="0" y="0"/>
          <a:chExt cx="0" cy="0"/>
        </a:xfrm>
      </p:grpSpPr>
      <p:sp>
        <p:nvSpPr>
          <p:cNvPr id="8747" name="Google Shape;8747;g2a1e9da7e5d_0_2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8" name="Google Shape;8748;g2a1e9da7e5d_0_2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9" name="Shape 8759"/>
        <p:cNvGrpSpPr/>
        <p:nvPr/>
      </p:nvGrpSpPr>
      <p:grpSpPr>
        <a:xfrm>
          <a:off x="0" y="0"/>
          <a:ext cx="0" cy="0"/>
          <a:chOff x="0" y="0"/>
          <a:chExt cx="0" cy="0"/>
        </a:xfrm>
      </p:grpSpPr>
      <p:sp>
        <p:nvSpPr>
          <p:cNvPr id="8760" name="Google Shape;8760;g2a1e9da7e5d_0_18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1" name="Google Shape;8761;g2a1e9da7e5d_0_18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6" name="Shape 8766"/>
        <p:cNvGrpSpPr/>
        <p:nvPr/>
      </p:nvGrpSpPr>
      <p:grpSpPr>
        <a:xfrm>
          <a:off x="0" y="0"/>
          <a:ext cx="0" cy="0"/>
          <a:chOff x="0" y="0"/>
          <a:chExt cx="0" cy="0"/>
        </a:xfrm>
      </p:grpSpPr>
      <p:sp>
        <p:nvSpPr>
          <p:cNvPr id="8767" name="Google Shape;8767;g2a2c6035bad_1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8" name="Google Shape;8768;g2a2c6035bad_1_1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3" name="Shape 8773"/>
        <p:cNvGrpSpPr/>
        <p:nvPr/>
      </p:nvGrpSpPr>
      <p:grpSpPr>
        <a:xfrm>
          <a:off x="0" y="0"/>
          <a:ext cx="0" cy="0"/>
          <a:chOff x="0" y="0"/>
          <a:chExt cx="0" cy="0"/>
        </a:xfrm>
      </p:grpSpPr>
      <p:sp>
        <p:nvSpPr>
          <p:cNvPr id="8774" name="Google Shape;8774;g2a1e9da7e5d_0_40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5" name="Google Shape;8775;g2a1e9da7e5d_0_40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2" name="Shape 8782"/>
        <p:cNvGrpSpPr/>
        <p:nvPr/>
      </p:nvGrpSpPr>
      <p:grpSpPr>
        <a:xfrm>
          <a:off x="0" y="0"/>
          <a:ext cx="0" cy="0"/>
          <a:chOff x="0" y="0"/>
          <a:chExt cx="0" cy="0"/>
        </a:xfrm>
      </p:grpSpPr>
      <p:sp>
        <p:nvSpPr>
          <p:cNvPr id="8783" name="Google Shape;8783;g2a2c6035bad_1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4" name="Google Shape;8784;g2a2c6035bad_1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33333"/>
                </a:solidFill>
                <a:latin typeface="Raleway"/>
                <a:ea typeface="Raleway"/>
                <a:cs typeface="Raleway"/>
                <a:sym typeface="Raleway"/>
              </a:rPr>
              <a:t> Social support score is the national average score based on  responses to the question “If you were in trouble, do you have relatives or friends you can count to help you whenever you need them, or not?”</a:t>
            </a:r>
            <a:endParaRPr>
              <a:solidFill>
                <a:srgbClr val="333333"/>
              </a:solidFill>
              <a:latin typeface="Raleway"/>
              <a:ea typeface="Raleway"/>
              <a:cs typeface="Raleway"/>
              <a:sym typeface="Raleway"/>
            </a:endParaRPr>
          </a:p>
          <a:p>
            <a:pPr indent="0" lvl="0" marL="0" rtl="0" algn="l">
              <a:lnSpc>
                <a:spcPct val="115000"/>
              </a:lnSpc>
              <a:spcBef>
                <a:spcPts val="1200"/>
              </a:spcBef>
              <a:spcAft>
                <a:spcPts val="0"/>
              </a:spcAft>
              <a:buClr>
                <a:schemeClr val="dk1"/>
              </a:buClr>
              <a:buSzPts val="1100"/>
              <a:buFont typeface="Arial"/>
              <a:buNone/>
            </a:pPr>
            <a:r>
              <a:t/>
            </a:r>
            <a:endParaRPr sz="1200">
              <a:solidFill>
                <a:srgbClr val="595959"/>
              </a:solidFill>
              <a:latin typeface="Raleway"/>
              <a:ea typeface="Raleway"/>
              <a:cs typeface="Raleway"/>
              <a:sym typeface="Raleway"/>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1" name="Shape 8811"/>
        <p:cNvGrpSpPr/>
        <p:nvPr/>
      </p:nvGrpSpPr>
      <p:grpSpPr>
        <a:xfrm>
          <a:off x="0" y="0"/>
          <a:ext cx="0" cy="0"/>
          <a:chOff x="0" y="0"/>
          <a:chExt cx="0" cy="0"/>
        </a:xfrm>
      </p:grpSpPr>
      <p:sp>
        <p:nvSpPr>
          <p:cNvPr id="8812" name="Google Shape;8812;g2a1e9da7e5d_0_6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3" name="Google Shape;8813;g2a1e9da7e5d_0_6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4" name="Shape 8824"/>
        <p:cNvGrpSpPr/>
        <p:nvPr/>
      </p:nvGrpSpPr>
      <p:grpSpPr>
        <a:xfrm>
          <a:off x="0" y="0"/>
          <a:ext cx="0" cy="0"/>
          <a:chOff x="0" y="0"/>
          <a:chExt cx="0" cy="0"/>
        </a:xfrm>
      </p:grpSpPr>
      <p:sp>
        <p:nvSpPr>
          <p:cNvPr id="8825" name="Google Shape;8825;g2a1e9da7e5d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6" name="Google Shape;8826;g2a1e9da7e5d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1" name="Shape 8831"/>
        <p:cNvGrpSpPr/>
        <p:nvPr/>
      </p:nvGrpSpPr>
      <p:grpSpPr>
        <a:xfrm>
          <a:off x="0" y="0"/>
          <a:ext cx="0" cy="0"/>
          <a:chOff x="0" y="0"/>
          <a:chExt cx="0" cy="0"/>
        </a:xfrm>
      </p:grpSpPr>
      <p:sp>
        <p:nvSpPr>
          <p:cNvPr id="8832" name="Google Shape;8832;g2a1e9da7e5d_0_41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3" name="Google Shape;8833;g2a1e9da7e5d_0_41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9" name="Shape 8839"/>
        <p:cNvGrpSpPr/>
        <p:nvPr/>
      </p:nvGrpSpPr>
      <p:grpSpPr>
        <a:xfrm>
          <a:off x="0" y="0"/>
          <a:ext cx="0" cy="0"/>
          <a:chOff x="0" y="0"/>
          <a:chExt cx="0" cy="0"/>
        </a:xfrm>
      </p:grpSpPr>
      <p:sp>
        <p:nvSpPr>
          <p:cNvPr id="8840" name="Google Shape;8840;g2a1e9da7e5d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1" name="Google Shape;8841;g2a1e9da7e5d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4" name="Shape 8854"/>
        <p:cNvGrpSpPr/>
        <p:nvPr/>
      </p:nvGrpSpPr>
      <p:grpSpPr>
        <a:xfrm>
          <a:off x="0" y="0"/>
          <a:ext cx="0" cy="0"/>
          <a:chOff x="0" y="0"/>
          <a:chExt cx="0" cy="0"/>
        </a:xfrm>
      </p:grpSpPr>
      <p:sp>
        <p:nvSpPr>
          <p:cNvPr id="8855" name="Google Shape;8855;g2a1e9da7e5d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6" name="Google Shape;8856;g2a1e9da7e5d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9" name="Shape 8869"/>
        <p:cNvGrpSpPr/>
        <p:nvPr/>
      </p:nvGrpSpPr>
      <p:grpSpPr>
        <a:xfrm>
          <a:off x="0" y="0"/>
          <a:ext cx="0" cy="0"/>
          <a:chOff x="0" y="0"/>
          <a:chExt cx="0" cy="0"/>
        </a:xfrm>
      </p:grpSpPr>
      <p:sp>
        <p:nvSpPr>
          <p:cNvPr id="8870" name="Google Shape;8870;g2a1e9da7e5d_0_17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1" name="Google Shape;8871;g2a1e9da7e5d_0_17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4" name="Shape 8884"/>
        <p:cNvGrpSpPr/>
        <p:nvPr/>
      </p:nvGrpSpPr>
      <p:grpSpPr>
        <a:xfrm>
          <a:off x="0" y="0"/>
          <a:ext cx="0" cy="0"/>
          <a:chOff x="0" y="0"/>
          <a:chExt cx="0" cy="0"/>
        </a:xfrm>
      </p:grpSpPr>
      <p:sp>
        <p:nvSpPr>
          <p:cNvPr id="8885" name="Google Shape;8885;g2a1e9da7e5d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6" name="Google Shape;8886;g2a1e9da7e5d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9" name="Shape 8899"/>
        <p:cNvGrpSpPr/>
        <p:nvPr/>
      </p:nvGrpSpPr>
      <p:grpSpPr>
        <a:xfrm>
          <a:off x="0" y="0"/>
          <a:ext cx="0" cy="0"/>
          <a:chOff x="0" y="0"/>
          <a:chExt cx="0" cy="0"/>
        </a:xfrm>
      </p:grpSpPr>
      <p:sp>
        <p:nvSpPr>
          <p:cNvPr id="8900" name="Google Shape;8900;g2a1e9da7e5d_0_25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1" name="Google Shape;8901;g2a1e9da7e5d_0_25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6" name="Shape 8906"/>
        <p:cNvGrpSpPr/>
        <p:nvPr/>
      </p:nvGrpSpPr>
      <p:grpSpPr>
        <a:xfrm>
          <a:off x="0" y="0"/>
          <a:ext cx="0" cy="0"/>
          <a:chOff x="0" y="0"/>
          <a:chExt cx="0" cy="0"/>
        </a:xfrm>
      </p:grpSpPr>
      <p:sp>
        <p:nvSpPr>
          <p:cNvPr id="8907" name="Google Shape;8907;g2a1e9da7e5d_0_15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8" name="Google Shape;8908;g2a1e9da7e5d_0_15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9" name="Shape 8919"/>
        <p:cNvGrpSpPr/>
        <p:nvPr/>
      </p:nvGrpSpPr>
      <p:grpSpPr>
        <a:xfrm>
          <a:off x="0" y="0"/>
          <a:ext cx="0" cy="0"/>
          <a:chOff x="0" y="0"/>
          <a:chExt cx="0" cy="0"/>
        </a:xfrm>
      </p:grpSpPr>
      <p:sp>
        <p:nvSpPr>
          <p:cNvPr id="8920" name="Google Shape;8920;g2a1e9da7e5d_0_300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1" name="Google Shape;8921;g2a1e9da7e5d_0_300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solidFill>
                <a:srgbClr val="333333"/>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1" name="Shape 8931"/>
        <p:cNvGrpSpPr/>
        <p:nvPr/>
      </p:nvGrpSpPr>
      <p:grpSpPr>
        <a:xfrm>
          <a:off x="0" y="0"/>
          <a:ext cx="0" cy="0"/>
          <a:chOff x="0" y="0"/>
          <a:chExt cx="0" cy="0"/>
        </a:xfrm>
      </p:grpSpPr>
      <p:sp>
        <p:nvSpPr>
          <p:cNvPr id="8932" name="Google Shape;8932;g2a1e9da7e5d_0_35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3" name="Google Shape;8933;g2a1e9da7e5d_0_35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0" name="Shape 8940"/>
        <p:cNvGrpSpPr/>
        <p:nvPr/>
      </p:nvGrpSpPr>
      <p:grpSpPr>
        <a:xfrm>
          <a:off x="0" y="0"/>
          <a:ext cx="0" cy="0"/>
          <a:chOff x="0" y="0"/>
          <a:chExt cx="0" cy="0"/>
        </a:xfrm>
      </p:grpSpPr>
      <p:sp>
        <p:nvSpPr>
          <p:cNvPr id="8941" name="Google Shape;8941;g2a1e9da7e5d_0_36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2" name="Google Shape;8942;g2a1e9da7e5d_0_36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rgbClr val="434343"/>
              </a:solidFill>
              <a:latin typeface="Raleway"/>
              <a:ea typeface="Raleway"/>
              <a:cs typeface="Raleway"/>
              <a:sym typeface="Raleway"/>
            </a:endParaRPr>
          </a:p>
          <a:p>
            <a:pPr indent="0" lvl="0" marL="0" rtl="0" algn="l">
              <a:spcBef>
                <a:spcPts val="8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7" name="Shape 8957"/>
        <p:cNvGrpSpPr/>
        <p:nvPr/>
      </p:nvGrpSpPr>
      <p:grpSpPr>
        <a:xfrm>
          <a:off x="0" y="0"/>
          <a:ext cx="0" cy="0"/>
          <a:chOff x="0" y="0"/>
          <a:chExt cx="0" cy="0"/>
        </a:xfrm>
      </p:grpSpPr>
      <p:sp>
        <p:nvSpPr>
          <p:cNvPr id="8958" name="Google Shape;8958;g2a1e9da7e5d_0_32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9" name="Google Shape;8959;g2a1e9da7e5d_0_32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3" name="Shape 8963"/>
        <p:cNvGrpSpPr/>
        <p:nvPr/>
      </p:nvGrpSpPr>
      <p:grpSpPr>
        <a:xfrm>
          <a:off x="0" y="0"/>
          <a:ext cx="0" cy="0"/>
          <a:chOff x="0" y="0"/>
          <a:chExt cx="0" cy="0"/>
        </a:xfrm>
      </p:grpSpPr>
      <p:sp>
        <p:nvSpPr>
          <p:cNvPr id="8964" name="Google Shape;8964;g2a1e9da7e5d_0_23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5" name="Google Shape;8965;g2a1e9da7e5d_0_23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50" name="Shape 50"/>
        <p:cNvGrpSpPr/>
        <p:nvPr/>
      </p:nvGrpSpPr>
      <p:grpSpPr>
        <a:xfrm>
          <a:off x="0" y="0"/>
          <a:ext cx="0" cy="0"/>
          <a:chOff x="0" y="0"/>
          <a:chExt cx="0" cy="0"/>
        </a:xfrm>
      </p:grpSpPr>
      <p:sp>
        <p:nvSpPr>
          <p:cNvPr id="51" name="Google Shape;51;p13"/>
          <p:cNvSpPr txBox="1"/>
          <p:nvPr>
            <p:ph type="title"/>
          </p:nvPr>
        </p:nvSpPr>
        <p:spPr>
          <a:xfrm>
            <a:off x="2758225" y="1064961"/>
            <a:ext cx="4872900" cy="1560600"/>
          </a:xfrm>
          <a:prstGeom prst="rect">
            <a:avLst/>
          </a:prstGeom>
        </p:spPr>
        <p:txBody>
          <a:bodyPr anchorCtr="0" anchor="b" bIns="91425" lIns="91425" spcFirstLastPara="1" rIns="91425" wrap="square" tIns="91425">
            <a:normAutofit/>
          </a:bodyPr>
          <a:lstStyle>
            <a:lvl1pPr lvl="0" rtl="0">
              <a:spcBef>
                <a:spcPts val="0"/>
              </a:spcBef>
              <a:spcAft>
                <a:spcPts val="0"/>
              </a:spcAft>
              <a:buSzPts val="2800"/>
              <a:buNone/>
              <a:defRPr sz="72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52" name="Google Shape;52;p13"/>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rmAutofit/>
          </a:bodyPr>
          <a:lstStyle>
            <a:lvl1pPr lvl="0" rtl="0">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 name="Google Shape;53;p13"/>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13"/>
          <p:cNvGrpSpPr/>
          <p:nvPr/>
        </p:nvGrpSpPr>
        <p:grpSpPr>
          <a:xfrm>
            <a:off x="562032" y="1301880"/>
            <a:ext cx="739550" cy="887697"/>
            <a:chOff x="7371757" y="3976747"/>
            <a:chExt cx="739550" cy="887697"/>
          </a:xfrm>
        </p:grpSpPr>
        <p:sp>
          <p:nvSpPr>
            <p:cNvPr id="55" name="Google Shape;55;p1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 name="Shape 70"/>
        <p:cNvGrpSpPr/>
        <p:nvPr/>
      </p:nvGrpSpPr>
      <p:grpSpPr>
        <a:xfrm>
          <a:off x="0" y="0"/>
          <a:ext cx="0" cy="0"/>
          <a:chOff x="0" y="0"/>
          <a:chExt cx="0" cy="0"/>
        </a:xfrm>
      </p:grpSpPr>
      <p:sp>
        <p:nvSpPr>
          <p:cNvPr id="71" name="Google Shape;71;p15"/>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72" name="Google Shape;72;p15"/>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73" name="Google Shape;73;p1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 name="Google Shape;74;p15"/>
          <p:cNvGrpSpPr/>
          <p:nvPr/>
        </p:nvGrpSpPr>
        <p:grpSpPr>
          <a:xfrm>
            <a:off x="7371757" y="3976747"/>
            <a:ext cx="739550" cy="887697"/>
            <a:chOff x="7371757" y="3976747"/>
            <a:chExt cx="739550" cy="887697"/>
          </a:xfrm>
        </p:grpSpPr>
        <p:sp>
          <p:nvSpPr>
            <p:cNvPr id="75" name="Google Shape;75;p1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7" name="Shape 87"/>
        <p:cNvGrpSpPr/>
        <p:nvPr/>
      </p:nvGrpSpPr>
      <p:grpSpPr>
        <a:xfrm>
          <a:off x="0" y="0"/>
          <a:ext cx="0" cy="0"/>
          <a:chOff x="0" y="0"/>
          <a:chExt cx="0" cy="0"/>
        </a:xfrm>
      </p:grpSpPr>
      <p:sp>
        <p:nvSpPr>
          <p:cNvPr id="88" name="Google Shape;88;p16"/>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9" name="Google Shape;89;p16"/>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0" name="Google Shape;90;p16"/>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1" name="Google Shape;91;p16"/>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6"/>
          <p:cNvGrpSpPr/>
          <p:nvPr/>
        </p:nvGrpSpPr>
        <p:grpSpPr>
          <a:xfrm flipH="1" rot="10800000">
            <a:off x="6851382" y="1633371"/>
            <a:ext cx="457675" cy="1877049"/>
            <a:chOff x="7691232" y="2709546"/>
            <a:chExt cx="457675" cy="1877049"/>
          </a:xfrm>
        </p:grpSpPr>
        <p:grpSp>
          <p:nvGrpSpPr>
            <p:cNvPr id="93" name="Google Shape;93;p16"/>
            <p:cNvGrpSpPr/>
            <p:nvPr/>
          </p:nvGrpSpPr>
          <p:grpSpPr>
            <a:xfrm>
              <a:off x="7691232" y="3698897"/>
              <a:ext cx="457675" cy="887697"/>
              <a:chOff x="7371757" y="3976747"/>
              <a:chExt cx="457675" cy="887697"/>
            </a:xfrm>
          </p:grpSpPr>
          <p:sp>
            <p:nvSpPr>
              <p:cNvPr id="94" name="Google Shape;94;p1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 name="Google Shape;102;p16"/>
            <p:cNvGrpSpPr/>
            <p:nvPr/>
          </p:nvGrpSpPr>
          <p:grpSpPr>
            <a:xfrm>
              <a:off x="7691232" y="2709546"/>
              <a:ext cx="457675" cy="887697"/>
              <a:chOff x="7371757" y="3976747"/>
              <a:chExt cx="457675" cy="887697"/>
            </a:xfrm>
          </p:grpSpPr>
          <p:sp>
            <p:nvSpPr>
              <p:cNvPr id="103" name="Google Shape;103;p1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1" name="Shape 111"/>
        <p:cNvGrpSpPr/>
        <p:nvPr/>
      </p:nvGrpSpPr>
      <p:grpSpPr>
        <a:xfrm>
          <a:off x="0" y="0"/>
          <a:ext cx="0" cy="0"/>
          <a:chOff x="0" y="0"/>
          <a:chExt cx="0" cy="0"/>
        </a:xfrm>
      </p:grpSpPr>
      <p:sp>
        <p:nvSpPr>
          <p:cNvPr id="112" name="Google Shape;112;p17"/>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3" name="Google Shape;113;p17"/>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114" name="Google Shape;114;p17"/>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115" name="Google Shape;115;p1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17"/>
          <p:cNvGrpSpPr/>
          <p:nvPr/>
        </p:nvGrpSpPr>
        <p:grpSpPr>
          <a:xfrm>
            <a:off x="1202653" y="2683622"/>
            <a:ext cx="6827579" cy="2242691"/>
            <a:chOff x="1202653" y="2683622"/>
            <a:chExt cx="6827579" cy="2242691"/>
          </a:xfrm>
        </p:grpSpPr>
        <p:grpSp>
          <p:nvGrpSpPr>
            <p:cNvPr id="117" name="Google Shape;117;p17"/>
            <p:cNvGrpSpPr/>
            <p:nvPr/>
          </p:nvGrpSpPr>
          <p:grpSpPr>
            <a:xfrm>
              <a:off x="7854432" y="2683622"/>
              <a:ext cx="175800" cy="887697"/>
              <a:chOff x="7371757" y="3976747"/>
              <a:chExt cx="175800" cy="887697"/>
            </a:xfrm>
          </p:grpSpPr>
          <p:sp>
            <p:nvSpPr>
              <p:cNvPr id="118" name="Google Shape;118;p1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17"/>
            <p:cNvGrpSpPr/>
            <p:nvPr/>
          </p:nvGrpSpPr>
          <p:grpSpPr>
            <a:xfrm>
              <a:off x="1202653" y="4750427"/>
              <a:ext cx="887795" cy="175887"/>
              <a:chOff x="2284850" y="131975"/>
              <a:chExt cx="1720200" cy="340800"/>
            </a:xfrm>
          </p:grpSpPr>
          <p:sp>
            <p:nvSpPr>
              <p:cNvPr id="123" name="Google Shape;123;p1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7" name="Shape 127"/>
        <p:cNvGrpSpPr/>
        <p:nvPr/>
      </p:nvGrpSpPr>
      <p:grpSpPr>
        <a:xfrm>
          <a:off x="0" y="0"/>
          <a:ext cx="0" cy="0"/>
          <a:chOff x="0" y="0"/>
          <a:chExt cx="0" cy="0"/>
        </a:xfrm>
      </p:grpSpPr>
      <p:sp>
        <p:nvSpPr>
          <p:cNvPr id="128" name="Google Shape;128;p1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18"/>
          <p:cNvGrpSpPr/>
          <p:nvPr/>
        </p:nvGrpSpPr>
        <p:grpSpPr>
          <a:xfrm>
            <a:off x="5956178" y="1566397"/>
            <a:ext cx="2637804" cy="3321791"/>
            <a:chOff x="5956178" y="1566397"/>
            <a:chExt cx="2637804" cy="3321791"/>
          </a:xfrm>
        </p:grpSpPr>
        <p:grpSp>
          <p:nvGrpSpPr>
            <p:cNvPr id="130" name="Google Shape;130;p18"/>
            <p:cNvGrpSpPr/>
            <p:nvPr/>
          </p:nvGrpSpPr>
          <p:grpSpPr>
            <a:xfrm flipH="1" rot="10800000">
              <a:off x="7854432" y="1566397"/>
              <a:ext cx="739550" cy="887697"/>
              <a:chOff x="7371757" y="3976747"/>
              <a:chExt cx="739550" cy="887697"/>
            </a:xfrm>
          </p:grpSpPr>
          <p:sp>
            <p:nvSpPr>
              <p:cNvPr id="131" name="Google Shape;131;p1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 name="Google Shape;143;p18"/>
            <p:cNvGrpSpPr/>
            <p:nvPr/>
          </p:nvGrpSpPr>
          <p:grpSpPr>
            <a:xfrm>
              <a:off x="5956178" y="4712302"/>
              <a:ext cx="887795" cy="175887"/>
              <a:chOff x="2284850" y="131975"/>
              <a:chExt cx="1720200" cy="340800"/>
            </a:xfrm>
          </p:grpSpPr>
          <p:sp>
            <p:nvSpPr>
              <p:cNvPr id="144" name="Google Shape;144;p1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8" name="Google Shape;148;p18"/>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9" name="Google Shape;149;p18"/>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0" name="Google Shape;150;p18"/>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1" name="Google Shape;151;p18"/>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2" name="Google Shape;152;p18"/>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3" name="Shape 153"/>
        <p:cNvGrpSpPr/>
        <p:nvPr/>
      </p:nvGrpSpPr>
      <p:grpSpPr>
        <a:xfrm>
          <a:off x="0" y="0"/>
          <a:ext cx="0" cy="0"/>
          <a:chOff x="0" y="0"/>
          <a:chExt cx="0" cy="0"/>
        </a:xfrm>
      </p:grpSpPr>
      <p:sp>
        <p:nvSpPr>
          <p:cNvPr id="154" name="Google Shape;15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55" name="Google Shape;155;p19"/>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156" name="Google Shape;156;p19"/>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 name="Google Shape;157;p19"/>
          <p:cNvGrpSpPr/>
          <p:nvPr/>
        </p:nvGrpSpPr>
        <p:grpSpPr>
          <a:xfrm flipH="1">
            <a:off x="7966220" y="186773"/>
            <a:ext cx="887795" cy="175887"/>
            <a:chOff x="2284850" y="131975"/>
            <a:chExt cx="1720200" cy="340800"/>
          </a:xfrm>
        </p:grpSpPr>
        <p:sp>
          <p:nvSpPr>
            <p:cNvPr id="158" name="Google Shape;158;p1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2" name="Shape 162"/>
        <p:cNvGrpSpPr/>
        <p:nvPr/>
      </p:nvGrpSpPr>
      <p:grpSpPr>
        <a:xfrm>
          <a:off x="0" y="0"/>
          <a:ext cx="0" cy="0"/>
          <a:chOff x="0" y="0"/>
          <a:chExt cx="0" cy="0"/>
        </a:xfrm>
      </p:grpSpPr>
      <p:sp>
        <p:nvSpPr>
          <p:cNvPr id="163" name="Google Shape;163;p20"/>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4" name="Google Shape;164;p20"/>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165" name="Google Shape;165;p20"/>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20"/>
          <p:cNvGrpSpPr/>
          <p:nvPr/>
        </p:nvGrpSpPr>
        <p:grpSpPr>
          <a:xfrm>
            <a:off x="269328" y="716196"/>
            <a:ext cx="8517204" cy="3970118"/>
            <a:chOff x="269328" y="716196"/>
            <a:chExt cx="8517204" cy="3970118"/>
          </a:xfrm>
        </p:grpSpPr>
        <p:grpSp>
          <p:nvGrpSpPr>
            <p:cNvPr id="167" name="Google Shape;167;p20"/>
            <p:cNvGrpSpPr/>
            <p:nvPr/>
          </p:nvGrpSpPr>
          <p:grpSpPr>
            <a:xfrm>
              <a:off x="8328857" y="716196"/>
              <a:ext cx="457675" cy="1877049"/>
              <a:chOff x="7691232" y="2709546"/>
              <a:chExt cx="457675" cy="1877049"/>
            </a:xfrm>
          </p:grpSpPr>
          <p:grpSp>
            <p:nvGrpSpPr>
              <p:cNvPr id="168" name="Google Shape;168;p20"/>
              <p:cNvGrpSpPr/>
              <p:nvPr/>
            </p:nvGrpSpPr>
            <p:grpSpPr>
              <a:xfrm>
                <a:off x="7691232" y="3698897"/>
                <a:ext cx="457675" cy="887697"/>
                <a:chOff x="7371757" y="3976747"/>
                <a:chExt cx="457675" cy="887697"/>
              </a:xfrm>
            </p:grpSpPr>
            <p:sp>
              <p:nvSpPr>
                <p:cNvPr id="169" name="Google Shape;169;p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 name="Google Shape;177;p20"/>
              <p:cNvGrpSpPr/>
              <p:nvPr/>
            </p:nvGrpSpPr>
            <p:grpSpPr>
              <a:xfrm>
                <a:off x="7691232" y="2709546"/>
                <a:ext cx="457675" cy="887697"/>
                <a:chOff x="7371757" y="3976747"/>
                <a:chExt cx="457675" cy="887697"/>
              </a:xfrm>
            </p:grpSpPr>
            <p:sp>
              <p:nvSpPr>
                <p:cNvPr id="178" name="Google Shape;178;p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6" name="Google Shape;186;p20"/>
            <p:cNvGrpSpPr/>
            <p:nvPr/>
          </p:nvGrpSpPr>
          <p:grpSpPr>
            <a:xfrm>
              <a:off x="269328" y="4510427"/>
              <a:ext cx="887795" cy="175887"/>
              <a:chOff x="2284850" y="131975"/>
              <a:chExt cx="1720200" cy="340800"/>
            </a:xfrm>
          </p:grpSpPr>
          <p:sp>
            <p:nvSpPr>
              <p:cNvPr id="187" name="Google Shape;187;p2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1" name="Shape 191"/>
        <p:cNvGrpSpPr/>
        <p:nvPr/>
      </p:nvGrpSpPr>
      <p:grpSpPr>
        <a:xfrm>
          <a:off x="0" y="0"/>
          <a:ext cx="0" cy="0"/>
          <a:chOff x="0" y="0"/>
          <a:chExt cx="0" cy="0"/>
        </a:xfrm>
      </p:grpSpPr>
      <p:sp>
        <p:nvSpPr>
          <p:cNvPr id="192" name="Google Shape;192;p21"/>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1"/>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194" name="Google Shape;194;p21"/>
          <p:cNvGrpSpPr/>
          <p:nvPr/>
        </p:nvGrpSpPr>
        <p:grpSpPr>
          <a:xfrm>
            <a:off x="7683925" y="745396"/>
            <a:ext cx="745132" cy="1877049"/>
            <a:chOff x="7580032" y="910721"/>
            <a:chExt cx="745132" cy="1877049"/>
          </a:xfrm>
        </p:grpSpPr>
        <p:grpSp>
          <p:nvGrpSpPr>
            <p:cNvPr id="195" name="Google Shape;195;p21"/>
            <p:cNvGrpSpPr/>
            <p:nvPr/>
          </p:nvGrpSpPr>
          <p:grpSpPr>
            <a:xfrm flipH="1" rot="10800000">
              <a:off x="7580032" y="910721"/>
              <a:ext cx="175800" cy="1877049"/>
              <a:chOff x="7691232" y="2709546"/>
              <a:chExt cx="175800" cy="1877049"/>
            </a:xfrm>
          </p:grpSpPr>
          <p:grpSp>
            <p:nvGrpSpPr>
              <p:cNvPr id="196" name="Google Shape;196;p21"/>
              <p:cNvGrpSpPr/>
              <p:nvPr/>
            </p:nvGrpSpPr>
            <p:grpSpPr>
              <a:xfrm>
                <a:off x="7691232" y="3698897"/>
                <a:ext cx="175800" cy="887697"/>
                <a:chOff x="7371757" y="3976747"/>
                <a:chExt cx="175800" cy="887697"/>
              </a:xfrm>
            </p:grpSpPr>
            <p:sp>
              <p:nvSpPr>
                <p:cNvPr id="197" name="Google Shape;197;p2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 name="Google Shape;201;p21"/>
              <p:cNvGrpSpPr/>
              <p:nvPr/>
            </p:nvGrpSpPr>
            <p:grpSpPr>
              <a:xfrm>
                <a:off x="7691232" y="2709546"/>
                <a:ext cx="175800" cy="887697"/>
                <a:chOff x="7371757" y="3976747"/>
                <a:chExt cx="175800" cy="887697"/>
              </a:xfrm>
            </p:grpSpPr>
            <p:sp>
              <p:nvSpPr>
                <p:cNvPr id="202" name="Google Shape;202;p2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6" name="Google Shape;206;p21"/>
            <p:cNvGrpSpPr/>
            <p:nvPr/>
          </p:nvGrpSpPr>
          <p:grpSpPr>
            <a:xfrm flipH="1" rot="10800000">
              <a:off x="7867490" y="910721"/>
              <a:ext cx="457675" cy="1877049"/>
              <a:chOff x="7691232" y="2709546"/>
              <a:chExt cx="457675" cy="1877049"/>
            </a:xfrm>
          </p:grpSpPr>
          <p:grpSp>
            <p:nvGrpSpPr>
              <p:cNvPr id="207" name="Google Shape;207;p21"/>
              <p:cNvGrpSpPr/>
              <p:nvPr/>
            </p:nvGrpSpPr>
            <p:grpSpPr>
              <a:xfrm>
                <a:off x="7691232" y="3698897"/>
                <a:ext cx="457675" cy="887697"/>
                <a:chOff x="7371757" y="3976747"/>
                <a:chExt cx="457675" cy="887697"/>
              </a:xfrm>
            </p:grpSpPr>
            <p:sp>
              <p:nvSpPr>
                <p:cNvPr id="208" name="Google Shape;208;p2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21"/>
              <p:cNvGrpSpPr/>
              <p:nvPr/>
            </p:nvGrpSpPr>
            <p:grpSpPr>
              <a:xfrm>
                <a:off x="7691232" y="2709546"/>
                <a:ext cx="457675" cy="887697"/>
                <a:chOff x="7371757" y="3976747"/>
                <a:chExt cx="457675" cy="887697"/>
              </a:xfrm>
            </p:grpSpPr>
            <p:sp>
              <p:nvSpPr>
                <p:cNvPr id="217" name="Google Shape;217;p2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5" name="Shape 225"/>
        <p:cNvGrpSpPr/>
        <p:nvPr/>
      </p:nvGrpSpPr>
      <p:grpSpPr>
        <a:xfrm>
          <a:off x="0" y="0"/>
          <a:ext cx="0" cy="0"/>
          <a:chOff x="0" y="0"/>
          <a:chExt cx="0" cy="0"/>
        </a:xfrm>
      </p:grpSpPr>
      <p:sp>
        <p:nvSpPr>
          <p:cNvPr id="226" name="Google Shape;226;p22"/>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27" name="Google Shape;227;p22"/>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8" name="Google Shape;228;p22"/>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 name="Google Shape;229;p22"/>
          <p:cNvGrpSpPr/>
          <p:nvPr/>
        </p:nvGrpSpPr>
        <p:grpSpPr>
          <a:xfrm>
            <a:off x="562032" y="1301880"/>
            <a:ext cx="739550" cy="887697"/>
            <a:chOff x="7371757" y="3976747"/>
            <a:chExt cx="739550" cy="887697"/>
          </a:xfrm>
        </p:grpSpPr>
        <p:sp>
          <p:nvSpPr>
            <p:cNvPr id="230" name="Google Shape;230;p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2" name="Shape 242"/>
        <p:cNvGrpSpPr/>
        <p:nvPr/>
      </p:nvGrpSpPr>
      <p:grpSpPr>
        <a:xfrm>
          <a:off x="0" y="0"/>
          <a:ext cx="0" cy="0"/>
          <a:chOff x="0" y="0"/>
          <a:chExt cx="0" cy="0"/>
        </a:xfrm>
      </p:grpSpPr>
      <p:sp>
        <p:nvSpPr>
          <p:cNvPr id="243" name="Google Shape;243;p23"/>
          <p:cNvSpPr/>
          <p:nvPr>
            <p:ph idx="2" type="pic"/>
          </p:nvPr>
        </p:nvSpPr>
        <p:spPr>
          <a:xfrm>
            <a:off x="-25" y="-13725"/>
            <a:ext cx="9144000" cy="5157300"/>
          </a:xfrm>
          <a:prstGeom prst="rect">
            <a:avLst/>
          </a:prstGeom>
          <a:noFill/>
          <a:ln>
            <a:noFill/>
          </a:ln>
        </p:spPr>
      </p:sp>
      <p:sp>
        <p:nvSpPr>
          <p:cNvPr id="244" name="Google Shape;244;p23"/>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45" name="Shape 245"/>
        <p:cNvGrpSpPr/>
        <p:nvPr/>
      </p:nvGrpSpPr>
      <p:grpSpPr>
        <a:xfrm>
          <a:off x="0" y="0"/>
          <a:ext cx="0" cy="0"/>
          <a:chOff x="0" y="0"/>
          <a:chExt cx="0" cy="0"/>
        </a:xfrm>
      </p:grpSpPr>
      <p:sp>
        <p:nvSpPr>
          <p:cNvPr id="246" name="Google Shape;246;p24"/>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 name="Google Shape;247;p24"/>
          <p:cNvGrpSpPr/>
          <p:nvPr/>
        </p:nvGrpSpPr>
        <p:grpSpPr>
          <a:xfrm>
            <a:off x="4553003" y="363602"/>
            <a:ext cx="3863079" cy="4414018"/>
            <a:chOff x="4553003" y="363602"/>
            <a:chExt cx="3863079" cy="4414018"/>
          </a:xfrm>
        </p:grpSpPr>
        <p:grpSp>
          <p:nvGrpSpPr>
            <p:cNvPr id="248" name="Google Shape;248;p24"/>
            <p:cNvGrpSpPr/>
            <p:nvPr/>
          </p:nvGrpSpPr>
          <p:grpSpPr>
            <a:xfrm flipH="1" rot="10800000">
              <a:off x="7958407" y="2900571"/>
              <a:ext cx="457675" cy="1877049"/>
              <a:chOff x="7691232" y="2709546"/>
              <a:chExt cx="457675" cy="1877049"/>
            </a:xfrm>
          </p:grpSpPr>
          <p:grpSp>
            <p:nvGrpSpPr>
              <p:cNvPr id="249" name="Google Shape;249;p24"/>
              <p:cNvGrpSpPr/>
              <p:nvPr/>
            </p:nvGrpSpPr>
            <p:grpSpPr>
              <a:xfrm>
                <a:off x="7691232" y="3698897"/>
                <a:ext cx="457675" cy="887697"/>
                <a:chOff x="7371757" y="3976747"/>
                <a:chExt cx="457675" cy="887697"/>
              </a:xfrm>
            </p:grpSpPr>
            <p:sp>
              <p:nvSpPr>
                <p:cNvPr id="250" name="Google Shape;250;p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 name="Google Shape;258;p24"/>
              <p:cNvGrpSpPr/>
              <p:nvPr/>
            </p:nvGrpSpPr>
            <p:grpSpPr>
              <a:xfrm>
                <a:off x="7691232" y="2709546"/>
                <a:ext cx="457675" cy="887697"/>
                <a:chOff x="7371757" y="3976747"/>
                <a:chExt cx="457675" cy="887697"/>
              </a:xfrm>
            </p:grpSpPr>
            <p:sp>
              <p:nvSpPr>
                <p:cNvPr id="259" name="Google Shape;259;p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7" name="Google Shape;267;p24"/>
            <p:cNvGrpSpPr/>
            <p:nvPr/>
          </p:nvGrpSpPr>
          <p:grpSpPr>
            <a:xfrm>
              <a:off x="4553003" y="363602"/>
              <a:ext cx="887795" cy="175887"/>
              <a:chOff x="2284850" y="131975"/>
              <a:chExt cx="1720200" cy="340800"/>
            </a:xfrm>
          </p:grpSpPr>
          <p:sp>
            <p:nvSpPr>
              <p:cNvPr id="268" name="Google Shape;268;p2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2" name="Google Shape;272;p24"/>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273" name="Google Shape;273;p24"/>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274" name="Shape 274"/>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75" name="Shape 275"/>
        <p:cNvGrpSpPr/>
        <p:nvPr/>
      </p:nvGrpSpPr>
      <p:grpSpPr>
        <a:xfrm>
          <a:off x="0" y="0"/>
          <a:ext cx="0" cy="0"/>
          <a:chOff x="0" y="0"/>
          <a:chExt cx="0" cy="0"/>
        </a:xfrm>
      </p:grpSpPr>
      <p:sp>
        <p:nvSpPr>
          <p:cNvPr id="276" name="Google Shape;276;p26"/>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7" name="Google Shape;277;p26"/>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8" name="Google Shape;278;p26"/>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9" name="Google Shape;279;p26"/>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0" name="Google Shape;280;p26"/>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1" name="Google Shape;281;p26"/>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2" name="Google Shape;282;p26"/>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3" name="Google Shape;283;p26"/>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26"/>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5" name="Google Shape;285;p26"/>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6" name="Google Shape;286;p26"/>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7" name="Google Shape;287;p26"/>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8" name="Google Shape;288;p26"/>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9" name="Google Shape;289;p26"/>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26"/>
          <p:cNvGrpSpPr/>
          <p:nvPr/>
        </p:nvGrpSpPr>
        <p:grpSpPr>
          <a:xfrm>
            <a:off x="269328" y="4815227"/>
            <a:ext cx="887795" cy="175887"/>
            <a:chOff x="2284850" y="131975"/>
            <a:chExt cx="1720200" cy="340800"/>
          </a:xfrm>
        </p:grpSpPr>
        <p:sp>
          <p:nvSpPr>
            <p:cNvPr id="291" name="Google Shape;291;p2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 name="Google Shape;295;p26"/>
          <p:cNvGrpSpPr/>
          <p:nvPr/>
        </p:nvGrpSpPr>
        <p:grpSpPr>
          <a:xfrm>
            <a:off x="7958582" y="3067871"/>
            <a:ext cx="975375" cy="1877049"/>
            <a:chOff x="7167632" y="2744946"/>
            <a:chExt cx="975375" cy="1877049"/>
          </a:xfrm>
        </p:grpSpPr>
        <p:grpSp>
          <p:nvGrpSpPr>
            <p:cNvPr id="296" name="Google Shape;296;p26"/>
            <p:cNvGrpSpPr/>
            <p:nvPr/>
          </p:nvGrpSpPr>
          <p:grpSpPr>
            <a:xfrm>
              <a:off x="7700682" y="2744946"/>
              <a:ext cx="175800" cy="1877049"/>
              <a:chOff x="7691232" y="2709546"/>
              <a:chExt cx="175800" cy="1877049"/>
            </a:xfrm>
          </p:grpSpPr>
          <p:grpSp>
            <p:nvGrpSpPr>
              <p:cNvPr id="297" name="Google Shape;297;p26"/>
              <p:cNvGrpSpPr/>
              <p:nvPr/>
            </p:nvGrpSpPr>
            <p:grpSpPr>
              <a:xfrm>
                <a:off x="7691232" y="3698897"/>
                <a:ext cx="175800" cy="887697"/>
                <a:chOff x="7371757" y="3976747"/>
                <a:chExt cx="175800" cy="887697"/>
              </a:xfrm>
            </p:grpSpPr>
            <p:sp>
              <p:nvSpPr>
                <p:cNvPr id="298" name="Google Shape;298;p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 name="Google Shape;302;p26"/>
              <p:cNvGrpSpPr/>
              <p:nvPr/>
            </p:nvGrpSpPr>
            <p:grpSpPr>
              <a:xfrm>
                <a:off x="7691232" y="2709546"/>
                <a:ext cx="175800" cy="887697"/>
                <a:chOff x="7371757" y="3976747"/>
                <a:chExt cx="175800" cy="887697"/>
              </a:xfrm>
            </p:grpSpPr>
            <p:sp>
              <p:nvSpPr>
                <p:cNvPr id="303" name="Google Shape;303;p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7" name="Google Shape;307;p26"/>
            <p:cNvGrpSpPr/>
            <p:nvPr/>
          </p:nvGrpSpPr>
          <p:grpSpPr>
            <a:xfrm>
              <a:off x="7434157" y="2744946"/>
              <a:ext cx="175800" cy="1877049"/>
              <a:chOff x="7691232" y="2709546"/>
              <a:chExt cx="175800" cy="1877049"/>
            </a:xfrm>
          </p:grpSpPr>
          <p:grpSp>
            <p:nvGrpSpPr>
              <p:cNvPr id="308" name="Google Shape;308;p26"/>
              <p:cNvGrpSpPr/>
              <p:nvPr/>
            </p:nvGrpSpPr>
            <p:grpSpPr>
              <a:xfrm>
                <a:off x="7691232" y="3698897"/>
                <a:ext cx="175800" cy="887697"/>
                <a:chOff x="7371757" y="3976747"/>
                <a:chExt cx="175800" cy="887697"/>
              </a:xfrm>
            </p:grpSpPr>
            <p:sp>
              <p:nvSpPr>
                <p:cNvPr id="309" name="Google Shape;309;p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26"/>
              <p:cNvGrpSpPr/>
              <p:nvPr/>
            </p:nvGrpSpPr>
            <p:grpSpPr>
              <a:xfrm>
                <a:off x="7691232" y="2709546"/>
                <a:ext cx="175800" cy="887697"/>
                <a:chOff x="7371757" y="3976747"/>
                <a:chExt cx="175800" cy="887697"/>
              </a:xfrm>
            </p:grpSpPr>
            <p:sp>
              <p:nvSpPr>
                <p:cNvPr id="314" name="Google Shape;314;p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8" name="Google Shape;318;p26"/>
            <p:cNvGrpSpPr/>
            <p:nvPr/>
          </p:nvGrpSpPr>
          <p:grpSpPr>
            <a:xfrm>
              <a:off x="7167632" y="2744946"/>
              <a:ext cx="175800" cy="1877049"/>
              <a:chOff x="7691232" y="2709546"/>
              <a:chExt cx="175800" cy="1877049"/>
            </a:xfrm>
          </p:grpSpPr>
          <p:grpSp>
            <p:nvGrpSpPr>
              <p:cNvPr id="319" name="Google Shape;319;p26"/>
              <p:cNvGrpSpPr/>
              <p:nvPr/>
            </p:nvGrpSpPr>
            <p:grpSpPr>
              <a:xfrm>
                <a:off x="7691232" y="3698897"/>
                <a:ext cx="175800" cy="887697"/>
                <a:chOff x="7371757" y="3976747"/>
                <a:chExt cx="175800" cy="887697"/>
              </a:xfrm>
            </p:grpSpPr>
            <p:sp>
              <p:nvSpPr>
                <p:cNvPr id="320" name="Google Shape;320;p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26"/>
              <p:cNvGrpSpPr/>
              <p:nvPr/>
            </p:nvGrpSpPr>
            <p:grpSpPr>
              <a:xfrm>
                <a:off x="7691232" y="2709546"/>
                <a:ext cx="175800" cy="887697"/>
                <a:chOff x="7371757" y="3976747"/>
                <a:chExt cx="175800" cy="887697"/>
              </a:xfrm>
            </p:grpSpPr>
            <p:sp>
              <p:nvSpPr>
                <p:cNvPr id="325" name="Google Shape;325;p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9" name="Google Shape;329;p26"/>
            <p:cNvGrpSpPr/>
            <p:nvPr/>
          </p:nvGrpSpPr>
          <p:grpSpPr>
            <a:xfrm>
              <a:off x="7967207" y="2744946"/>
              <a:ext cx="175800" cy="1877049"/>
              <a:chOff x="7691232" y="2709546"/>
              <a:chExt cx="175800" cy="1877049"/>
            </a:xfrm>
          </p:grpSpPr>
          <p:grpSp>
            <p:nvGrpSpPr>
              <p:cNvPr id="330" name="Google Shape;330;p26"/>
              <p:cNvGrpSpPr/>
              <p:nvPr/>
            </p:nvGrpSpPr>
            <p:grpSpPr>
              <a:xfrm>
                <a:off x="7691232" y="3698897"/>
                <a:ext cx="175800" cy="887697"/>
                <a:chOff x="7371757" y="3976747"/>
                <a:chExt cx="175800" cy="887697"/>
              </a:xfrm>
            </p:grpSpPr>
            <p:sp>
              <p:nvSpPr>
                <p:cNvPr id="331" name="Google Shape;331;p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26"/>
              <p:cNvGrpSpPr/>
              <p:nvPr/>
            </p:nvGrpSpPr>
            <p:grpSpPr>
              <a:xfrm>
                <a:off x="7691232" y="2709546"/>
                <a:ext cx="175800" cy="887697"/>
                <a:chOff x="7371757" y="3976747"/>
                <a:chExt cx="175800" cy="887697"/>
              </a:xfrm>
            </p:grpSpPr>
            <p:sp>
              <p:nvSpPr>
                <p:cNvPr id="336" name="Google Shape;336;p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40" name="Shape 340"/>
        <p:cNvGrpSpPr/>
        <p:nvPr/>
      </p:nvGrpSpPr>
      <p:grpSpPr>
        <a:xfrm>
          <a:off x="0" y="0"/>
          <a:ext cx="0" cy="0"/>
          <a:chOff x="0" y="0"/>
          <a:chExt cx="0" cy="0"/>
        </a:xfrm>
      </p:grpSpPr>
      <p:sp>
        <p:nvSpPr>
          <p:cNvPr id="341" name="Google Shape;341;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42" name="Google Shape;342;p27"/>
          <p:cNvGrpSpPr/>
          <p:nvPr/>
        </p:nvGrpSpPr>
        <p:grpSpPr>
          <a:xfrm>
            <a:off x="-20657" y="150"/>
            <a:ext cx="9164657" cy="5143500"/>
            <a:chOff x="-20657" y="150"/>
            <a:chExt cx="9164657" cy="5143500"/>
          </a:xfrm>
        </p:grpSpPr>
        <p:cxnSp>
          <p:nvCxnSpPr>
            <p:cNvPr id="343" name="Google Shape;343;p27"/>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344" name="Google Shape;344;p27"/>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5" name="Google Shape;345;p27"/>
            <p:cNvGrpSpPr/>
            <p:nvPr/>
          </p:nvGrpSpPr>
          <p:grpSpPr>
            <a:xfrm>
              <a:off x="7542978" y="176248"/>
              <a:ext cx="887795" cy="175887"/>
              <a:chOff x="2284850" y="131975"/>
              <a:chExt cx="1720200" cy="340800"/>
            </a:xfrm>
          </p:grpSpPr>
          <p:sp>
            <p:nvSpPr>
              <p:cNvPr id="346" name="Google Shape;346;p2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50" name="Shape 350"/>
        <p:cNvGrpSpPr/>
        <p:nvPr/>
      </p:nvGrpSpPr>
      <p:grpSpPr>
        <a:xfrm>
          <a:off x="0" y="0"/>
          <a:ext cx="0" cy="0"/>
          <a:chOff x="0" y="0"/>
          <a:chExt cx="0" cy="0"/>
        </a:xfrm>
      </p:grpSpPr>
      <p:sp>
        <p:nvSpPr>
          <p:cNvPr id="351" name="Google Shape;351;p28"/>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52" name="Google Shape;352;p28"/>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353" name="Google Shape;353;p28"/>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 name="Google Shape;354;p28"/>
          <p:cNvGrpSpPr/>
          <p:nvPr/>
        </p:nvGrpSpPr>
        <p:grpSpPr>
          <a:xfrm flipH="1">
            <a:off x="7966220" y="4782198"/>
            <a:ext cx="887795" cy="175887"/>
            <a:chOff x="2284850" y="131975"/>
            <a:chExt cx="1720200" cy="340800"/>
          </a:xfrm>
        </p:grpSpPr>
        <p:sp>
          <p:nvSpPr>
            <p:cNvPr id="355" name="Google Shape;355;p2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59" name="Shape 359"/>
        <p:cNvGrpSpPr/>
        <p:nvPr/>
      </p:nvGrpSpPr>
      <p:grpSpPr>
        <a:xfrm>
          <a:off x="0" y="0"/>
          <a:ext cx="0" cy="0"/>
          <a:chOff x="0" y="0"/>
          <a:chExt cx="0" cy="0"/>
        </a:xfrm>
      </p:grpSpPr>
      <p:sp>
        <p:nvSpPr>
          <p:cNvPr id="360" name="Google Shape;360;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61" name="Google Shape;361;p29"/>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362" name="Google Shape;362;p29"/>
          <p:cNvGrpSpPr/>
          <p:nvPr/>
        </p:nvGrpSpPr>
        <p:grpSpPr>
          <a:xfrm>
            <a:off x="4128103" y="186798"/>
            <a:ext cx="887795" cy="175887"/>
            <a:chOff x="2284850" y="131975"/>
            <a:chExt cx="1720200" cy="340800"/>
          </a:xfrm>
        </p:grpSpPr>
        <p:sp>
          <p:nvSpPr>
            <p:cNvPr id="363" name="Google Shape;363;p2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 name="Google Shape;367;p29"/>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68" name="Shape 368"/>
        <p:cNvGrpSpPr/>
        <p:nvPr/>
      </p:nvGrpSpPr>
      <p:grpSpPr>
        <a:xfrm>
          <a:off x="0" y="0"/>
          <a:ext cx="0" cy="0"/>
          <a:chOff x="0" y="0"/>
          <a:chExt cx="0" cy="0"/>
        </a:xfrm>
      </p:grpSpPr>
      <p:sp>
        <p:nvSpPr>
          <p:cNvPr id="369" name="Google Shape;369;p30"/>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70" name="Google Shape;370;p30"/>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371" name="Google Shape;371;p3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30"/>
          <p:cNvGrpSpPr/>
          <p:nvPr/>
        </p:nvGrpSpPr>
        <p:grpSpPr>
          <a:xfrm flipH="1" rot="10800000">
            <a:off x="7946332" y="1013372"/>
            <a:ext cx="739550" cy="887697"/>
            <a:chOff x="7371757" y="3976747"/>
            <a:chExt cx="739550" cy="887697"/>
          </a:xfrm>
        </p:grpSpPr>
        <p:sp>
          <p:nvSpPr>
            <p:cNvPr id="373" name="Google Shape;373;p3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85" name="Shape 385"/>
        <p:cNvGrpSpPr/>
        <p:nvPr/>
      </p:nvGrpSpPr>
      <p:grpSpPr>
        <a:xfrm>
          <a:off x="0" y="0"/>
          <a:ext cx="0" cy="0"/>
          <a:chOff x="0" y="0"/>
          <a:chExt cx="0" cy="0"/>
        </a:xfrm>
      </p:grpSpPr>
      <p:sp>
        <p:nvSpPr>
          <p:cNvPr id="386" name="Google Shape;386;p31"/>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 name="Google Shape;387;p31"/>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388" name="Google Shape;388;p31"/>
          <p:cNvGrpSpPr/>
          <p:nvPr/>
        </p:nvGrpSpPr>
        <p:grpSpPr>
          <a:xfrm>
            <a:off x="759093" y="449071"/>
            <a:ext cx="7652479" cy="3799448"/>
            <a:chOff x="759093" y="449071"/>
            <a:chExt cx="7652479" cy="3799448"/>
          </a:xfrm>
        </p:grpSpPr>
        <p:grpSp>
          <p:nvGrpSpPr>
            <p:cNvPr id="389" name="Google Shape;389;p31"/>
            <p:cNvGrpSpPr/>
            <p:nvPr/>
          </p:nvGrpSpPr>
          <p:grpSpPr>
            <a:xfrm flipH="1">
              <a:off x="7523777" y="449071"/>
              <a:ext cx="887795" cy="175887"/>
              <a:chOff x="2284850" y="131975"/>
              <a:chExt cx="1720200" cy="340800"/>
            </a:xfrm>
          </p:grpSpPr>
          <p:sp>
            <p:nvSpPr>
              <p:cNvPr id="390" name="Google Shape;390;p3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 name="Google Shape;394;p31"/>
            <p:cNvGrpSpPr/>
            <p:nvPr/>
          </p:nvGrpSpPr>
          <p:grpSpPr>
            <a:xfrm flipH="1">
              <a:off x="759093" y="3360822"/>
              <a:ext cx="457675" cy="887697"/>
              <a:chOff x="7653632" y="3976747"/>
              <a:chExt cx="457675" cy="887697"/>
            </a:xfrm>
          </p:grpSpPr>
          <p:sp>
            <p:nvSpPr>
              <p:cNvPr id="395" name="Google Shape;395;p3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3" name="Google Shape;403;p31"/>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4" name="Google Shape;404;p31"/>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5" name="Google Shape;405;p31"/>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06" name="Shape 406"/>
        <p:cNvGrpSpPr/>
        <p:nvPr/>
      </p:nvGrpSpPr>
      <p:grpSpPr>
        <a:xfrm>
          <a:off x="0" y="0"/>
          <a:ext cx="0" cy="0"/>
          <a:chOff x="0" y="0"/>
          <a:chExt cx="0" cy="0"/>
        </a:xfrm>
      </p:grpSpPr>
      <p:sp>
        <p:nvSpPr>
          <p:cNvPr id="407" name="Google Shape;407;p32"/>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8" name="Google Shape;408;p32"/>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9" name="Google Shape;409;p32"/>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410" name="Shape 410"/>
        <p:cNvGrpSpPr/>
        <p:nvPr/>
      </p:nvGrpSpPr>
      <p:grpSpPr>
        <a:xfrm>
          <a:off x="0" y="0"/>
          <a:ext cx="0" cy="0"/>
          <a:chOff x="0" y="0"/>
          <a:chExt cx="0" cy="0"/>
        </a:xfrm>
      </p:grpSpPr>
      <p:sp>
        <p:nvSpPr>
          <p:cNvPr id="411" name="Google Shape;411;p33"/>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2" name="Google Shape;412;p33"/>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413" name="Google Shape;413;p33"/>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4" name="Google Shape;414;p33"/>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15" name="Google Shape;415;p33"/>
          <p:cNvGrpSpPr/>
          <p:nvPr/>
        </p:nvGrpSpPr>
        <p:grpSpPr>
          <a:xfrm>
            <a:off x="324243" y="3769347"/>
            <a:ext cx="707325" cy="887697"/>
            <a:chOff x="324243" y="3769347"/>
            <a:chExt cx="707325" cy="887697"/>
          </a:xfrm>
        </p:grpSpPr>
        <p:grpSp>
          <p:nvGrpSpPr>
            <p:cNvPr id="416" name="Google Shape;416;p33"/>
            <p:cNvGrpSpPr/>
            <p:nvPr/>
          </p:nvGrpSpPr>
          <p:grpSpPr>
            <a:xfrm rot="10800000">
              <a:off x="324243" y="3769347"/>
              <a:ext cx="175800" cy="887697"/>
              <a:chOff x="7935507" y="3976747"/>
              <a:chExt cx="175800" cy="887697"/>
            </a:xfrm>
          </p:grpSpPr>
          <p:sp>
            <p:nvSpPr>
              <p:cNvPr id="417" name="Google Shape;417;p3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 name="Google Shape;421;p33"/>
            <p:cNvGrpSpPr/>
            <p:nvPr/>
          </p:nvGrpSpPr>
          <p:grpSpPr>
            <a:xfrm rot="10800000">
              <a:off x="855768" y="3769347"/>
              <a:ext cx="175800" cy="887697"/>
              <a:chOff x="7371757" y="3976747"/>
              <a:chExt cx="175800" cy="887697"/>
            </a:xfrm>
          </p:grpSpPr>
          <p:sp>
            <p:nvSpPr>
              <p:cNvPr id="422" name="Google Shape;422;p3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33"/>
            <p:cNvGrpSpPr/>
            <p:nvPr/>
          </p:nvGrpSpPr>
          <p:grpSpPr>
            <a:xfrm rot="10800000">
              <a:off x="590005" y="3769347"/>
              <a:ext cx="175800" cy="887697"/>
              <a:chOff x="7935507" y="3976747"/>
              <a:chExt cx="175800" cy="887697"/>
            </a:xfrm>
          </p:grpSpPr>
          <p:sp>
            <p:nvSpPr>
              <p:cNvPr id="427" name="Google Shape;427;p3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431" name="Shape 431"/>
        <p:cNvGrpSpPr/>
        <p:nvPr/>
      </p:nvGrpSpPr>
      <p:grpSpPr>
        <a:xfrm>
          <a:off x="0" y="0"/>
          <a:ext cx="0" cy="0"/>
          <a:chOff x="0" y="0"/>
          <a:chExt cx="0" cy="0"/>
        </a:xfrm>
      </p:grpSpPr>
      <p:cxnSp>
        <p:nvCxnSpPr>
          <p:cNvPr id="432" name="Google Shape;432;p34"/>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433" name="Google Shape;433;p34"/>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4" name="Google Shape;434;p34"/>
          <p:cNvGrpSpPr/>
          <p:nvPr/>
        </p:nvGrpSpPr>
        <p:grpSpPr>
          <a:xfrm>
            <a:off x="7958407" y="2900571"/>
            <a:ext cx="739550" cy="1877049"/>
            <a:chOff x="7691232" y="2709546"/>
            <a:chExt cx="739550" cy="1877049"/>
          </a:xfrm>
        </p:grpSpPr>
        <p:grpSp>
          <p:nvGrpSpPr>
            <p:cNvPr id="435" name="Google Shape;435;p34"/>
            <p:cNvGrpSpPr/>
            <p:nvPr/>
          </p:nvGrpSpPr>
          <p:grpSpPr>
            <a:xfrm>
              <a:off x="7691232" y="3698897"/>
              <a:ext cx="739550" cy="887697"/>
              <a:chOff x="7371757" y="3976747"/>
              <a:chExt cx="739550" cy="887697"/>
            </a:xfrm>
          </p:grpSpPr>
          <p:sp>
            <p:nvSpPr>
              <p:cNvPr id="436" name="Google Shape;436;p3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34"/>
            <p:cNvGrpSpPr/>
            <p:nvPr/>
          </p:nvGrpSpPr>
          <p:grpSpPr>
            <a:xfrm>
              <a:off x="7691232" y="2709546"/>
              <a:ext cx="739550" cy="887697"/>
              <a:chOff x="7371757" y="3976747"/>
              <a:chExt cx="739550" cy="887697"/>
            </a:xfrm>
          </p:grpSpPr>
          <p:sp>
            <p:nvSpPr>
              <p:cNvPr id="449" name="Google Shape;449;p3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1" name="Google Shape;461;p34"/>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62" name="Google Shape;462;p34"/>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463" name="Shape 463"/>
        <p:cNvGrpSpPr/>
        <p:nvPr/>
      </p:nvGrpSpPr>
      <p:grpSpPr>
        <a:xfrm>
          <a:off x="0" y="0"/>
          <a:ext cx="0" cy="0"/>
          <a:chOff x="0" y="0"/>
          <a:chExt cx="0" cy="0"/>
        </a:xfrm>
      </p:grpSpPr>
      <p:sp>
        <p:nvSpPr>
          <p:cNvPr id="464" name="Google Shape;464;p3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5" name="Google Shape;465;p35"/>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466" name="Google Shape;466;p35"/>
          <p:cNvGrpSpPr/>
          <p:nvPr/>
        </p:nvGrpSpPr>
        <p:grpSpPr>
          <a:xfrm>
            <a:off x="269328" y="269127"/>
            <a:ext cx="8249354" cy="1636293"/>
            <a:chOff x="269328" y="269127"/>
            <a:chExt cx="8249354" cy="1636293"/>
          </a:xfrm>
        </p:grpSpPr>
        <p:grpSp>
          <p:nvGrpSpPr>
            <p:cNvPr id="467" name="Google Shape;467;p35"/>
            <p:cNvGrpSpPr/>
            <p:nvPr/>
          </p:nvGrpSpPr>
          <p:grpSpPr>
            <a:xfrm flipH="1" rot="10800000">
              <a:off x="8061007" y="1017722"/>
              <a:ext cx="457675" cy="887697"/>
              <a:chOff x="7371757" y="3976747"/>
              <a:chExt cx="457675" cy="887697"/>
            </a:xfrm>
          </p:grpSpPr>
          <p:sp>
            <p:nvSpPr>
              <p:cNvPr id="468" name="Google Shape;468;p3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 name="Google Shape;476;p35"/>
            <p:cNvGrpSpPr/>
            <p:nvPr/>
          </p:nvGrpSpPr>
          <p:grpSpPr>
            <a:xfrm>
              <a:off x="269328" y="269127"/>
              <a:ext cx="887795" cy="175887"/>
              <a:chOff x="2284850" y="131975"/>
              <a:chExt cx="1720200" cy="340800"/>
            </a:xfrm>
          </p:grpSpPr>
          <p:sp>
            <p:nvSpPr>
              <p:cNvPr id="477" name="Google Shape;477;p3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1" name="Google Shape;481;p35"/>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82" name="Google Shape;482;p35"/>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483" name="Shape 483"/>
        <p:cNvGrpSpPr/>
        <p:nvPr/>
      </p:nvGrpSpPr>
      <p:grpSpPr>
        <a:xfrm>
          <a:off x="0" y="0"/>
          <a:ext cx="0" cy="0"/>
          <a:chOff x="0" y="0"/>
          <a:chExt cx="0" cy="0"/>
        </a:xfrm>
      </p:grpSpPr>
      <p:sp>
        <p:nvSpPr>
          <p:cNvPr id="484" name="Google Shape;484;p36"/>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85" name="Google Shape;485;p36"/>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486" name="Google Shape;486;p3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7" name="Google Shape;487;p36"/>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488" name="Google Shape;488;p36"/>
          <p:cNvGrpSpPr/>
          <p:nvPr/>
        </p:nvGrpSpPr>
        <p:grpSpPr>
          <a:xfrm>
            <a:off x="269328" y="269127"/>
            <a:ext cx="887795" cy="175887"/>
            <a:chOff x="2284850" y="131975"/>
            <a:chExt cx="1720200" cy="340800"/>
          </a:xfrm>
        </p:grpSpPr>
        <p:sp>
          <p:nvSpPr>
            <p:cNvPr id="489" name="Google Shape;489;p3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3" name="Google Shape;493;p36"/>
          <p:cNvGrpSpPr/>
          <p:nvPr/>
        </p:nvGrpSpPr>
        <p:grpSpPr>
          <a:xfrm>
            <a:off x="7920045" y="3001872"/>
            <a:ext cx="433111" cy="1871372"/>
            <a:chOff x="8038657" y="1017722"/>
            <a:chExt cx="433111" cy="1871372"/>
          </a:xfrm>
        </p:grpSpPr>
        <p:grpSp>
          <p:nvGrpSpPr>
            <p:cNvPr id="494" name="Google Shape;494;p36"/>
            <p:cNvGrpSpPr/>
            <p:nvPr/>
          </p:nvGrpSpPr>
          <p:grpSpPr>
            <a:xfrm>
              <a:off x="8038657" y="1017722"/>
              <a:ext cx="175800" cy="887697"/>
              <a:chOff x="7371757" y="3976747"/>
              <a:chExt cx="175800" cy="887697"/>
            </a:xfrm>
          </p:grpSpPr>
          <p:sp>
            <p:nvSpPr>
              <p:cNvPr id="495" name="Google Shape;495;p3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 name="Google Shape;499;p36"/>
            <p:cNvGrpSpPr/>
            <p:nvPr/>
          </p:nvGrpSpPr>
          <p:grpSpPr>
            <a:xfrm>
              <a:off x="8295968" y="1017722"/>
              <a:ext cx="175800" cy="887697"/>
              <a:chOff x="7935507" y="3976747"/>
              <a:chExt cx="175800" cy="887697"/>
            </a:xfrm>
          </p:grpSpPr>
          <p:sp>
            <p:nvSpPr>
              <p:cNvPr id="500" name="Google Shape;500;p3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 name="Google Shape;504;p36"/>
            <p:cNvGrpSpPr/>
            <p:nvPr/>
          </p:nvGrpSpPr>
          <p:grpSpPr>
            <a:xfrm>
              <a:off x="8038657" y="2001397"/>
              <a:ext cx="175800" cy="887697"/>
              <a:chOff x="7371757" y="3976747"/>
              <a:chExt cx="175800" cy="887697"/>
            </a:xfrm>
          </p:grpSpPr>
          <p:sp>
            <p:nvSpPr>
              <p:cNvPr id="505" name="Google Shape;505;p3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 name="Google Shape;509;p36"/>
            <p:cNvGrpSpPr/>
            <p:nvPr/>
          </p:nvGrpSpPr>
          <p:grpSpPr>
            <a:xfrm>
              <a:off x="8295968" y="2001397"/>
              <a:ext cx="175800" cy="887697"/>
              <a:chOff x="7935507" y="3976747"/>
              <a:chExt cx="175800" cy="887697"/>
            </a:xfrm>
          </p:grpSpPr>
          <p:sp>
            <p:nvSpPr>
              <p:cNvPr id="510" name="Google Shape;510;p3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14" name="Shape 514"/>
        <p:cNvGrpSpPr/>
        <p:nvPr/>
      </p:nvGrpSpPr>
      <p:grpSpPr>
        <a:xfrm>
          <a:off x="0" y="0"/>
          <a:ext cx="0" cy="0"/>
          <a:chOff x="0" y="0"/>
          <a:chExt cx="0" cy="0"/>
        </a:xfrm>
      </p:grpSpPr>
      <p:sp>
        <p:nvSpPr>
          <p:cNvPr id="515" name="Google Shape;515;p3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6" name="Google Shape;516;p37"/>
          <p:cNvGrpSpPr/>
          <p:nvPr/>
        </p:nvGrpSpPr>
        <p:grpSpPr>
          <a:xfrm>
            <a:off x="3539353" y="688497"/>
            <a:ext cx="5261204" cy="4003441"/>
            <a:chOff x="3539353" y="688497"/>
            <a:chExt cx="5261204" cy="4003441"/>
          </a:xfrm>
        </p:grpSpPr>
        <p:grpSp>
          <p:nvGrpSpPr>
            <p:cNvPr id="517" name="Google Shape;517;p37"/>
            <p:cNvGrpSpPr/>
            <p:nvPr/>
          </p:nvGrpSpPr>
          <p:grpSpPr>
            <a:xfrm flipH="1" rot="10800000">
              <a:off x="8061007" y="688497"/>
              <a:ext cx="739550" cy="887697"/>
              <a:chOff x="7371757" y="3976747"/>
              <a:chExt cx="739550" cy="887697"/>
            </a:xfrm>
          </p:grpSpPr>
          <p:sp>
            <p:nvSpPr>
              <p:cNvPr id="518" name="Google Shape;518;p3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 name="Google Shape;530;p37"/>
            <p:cNvGrpSpPr/>
            <p:nvPr/>
          </p:nvGrpSpPr>
          <p:grpSpPr>
            <a:xfrm>
              <a:off x="3539353" y="4516052"/>
              <a:ext cx="887795" cy="175887"/>
              <a:chOff x="2284850" y="131975"/>
              <a:chExt cx="1720200" cy="340800"/>
            </a:xfrm>
          </p:grpSpPr>
          <p:sp>
            <p:nvSpPr>
              <p:cNvPr id="531" name="Google Shape;531;p3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5" name="Google Shape;535;p37"/>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36" name="Google Shape;536;p37"/>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7" name="Google Shape;537;p37"/>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8" name="Google Shape;538;p37"/>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39" name="Google Shape;539;p37"/>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540" name="Shape 540"/>
        <p:cNvGrpSpPr/>
        <p:nvPr/>
      </p:nvGrpSpPr>
      <p:grpSpPr>
        <a:xfrm>
          <a:off x="0" y="0"/>
          <a:ext cx="0" cy="0"/>
          <a:chOff x="0" y="0"/>
          <a:chExt cx="0" cy="0"/>
        </a:xfrm>
      </p:grpSpPr>
      <p:sp>
        <p:nvSpPr>
          <p:cNvPr id="541" name="Google Shape;541;p38"/>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2" name="Google Shape;542;p38"/>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543" name="Google Shape;543;p38"/>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544" name="Google Shape;544;p38"/>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8"/>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46" name="Shape 546"/>
        <p:cNvGrpSpPr/>
        <p:nvPr/>
      </p:nvGrpSpPr>
      <p:grpSpPr>
        <a:xfrm>
          <a:off x="0" y="0"/>
          <a:ext cx="0" cy="0"/>
          <a:chOff x="0" y="0"/>
          <a:chExt cx="0" cy="0"/>
        </a:xfrm>
      </p:grpSpPr>
      <p:sp>
        <p:nvSpPr>
          <p:cNvPr id="547" name="Google Shape;547;p39"/>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8" name="Google Shape;548;p39"/>
          <p:cNvGrpSpPr/>
          <p:nvPr/>
        </p:nvGrpSpPr>
        <p:grpSpPr>
          <a:xfrm flipH="1">
            <a:off x="7986880" y="4515911"/>
            <a:ext cx="887795" cy="175887"/>
            <a:chOff x="2284850" y="131975"/>
            <a:chExt cx="1720200" cy="340800"/>
          </a:xfrm>
        </p:grpSpPr>
        <p:sp>
          <p:nvSpPr>
            <p:cNvPr id="549" name="Google Shape;549;p3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 name="Google Shape;553;p39"/>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4" name="Google Shape;554;p39"/>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5" name="Google Shape;555;p39"/>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6" name="Google Shape;556;p39"/>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7" name="Google Shape;557;p39"/>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8" name="Google Shape;558;p39"/>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9" name="Google Shape;559;p39"/>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60" name="Shape 560"/>
        <p:cNvGrpSpPr/>
        <p:nvPr/>
      </p:nvGrpSpPr>
      <p:grpSpPr>
        <a:xfrm>
          <a:off x="0" y="0"/>
          <a:ext cx="0" cy="0"/>
          <a:chOff x="0" y="0"/>
          <a:chExt cx="0" cy="0"/>
        </a:xfrm>
      </p:grpSpPr>
      <p:sp>
        <p:nvSpPr>
          <p:cNvPr id="561" name="Google Shape;561;p4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2" name="Google Shape;562;p40"/>
          <p:cNvGrpSpPr/>
          <p:nvPr/>
        </p:nvGrpSpPr>
        <p:grpSpPr>
          <a:xfrm>
            <a:off x="269328" y="197352"/>
            <a:ext cx="8249354" cy="3899618"/>
            <a:chOff x="269328" y="197352"/>
            <a:chExt cx="8249354" cy="3899618"/>
          </a:xfrm>
        </p:grpSpPr>
        <p:grpSp>
          <p:nvGrpSpPr>
            <p:cNvPr id="563" name="Google Shape;563;p40"/>
            <p:cNvGrpSpPr/>
            <p:nvPr/>
          </p:nvGrpSpPr>
          <p:grpSpPr>
            <a:xfrm>
              <a:off x="8061007" y="3209272"/>
              <a:ext cx="457675" cy="887697"/>
              <a:chOff x="7371757" y="3976747"/>
              <a:chExt cx="457675" cy="887697"/>
            </a:xfrm>
          </p:grpSpPr>
          <p:sp>
            <p:nvSpPr>
              <p:cNvPr id="564" name="Google Shape;564;p4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 name="Google Shape;572;p40"/>
            <p:cNvGrpSpPr/>
            <p:nvPr/>
          </p:nvGrpSpPr>
          <p:grpSpPr>
            <a:xfrm>
              <a:off x="269328" y="197352"/>
              <a:ext cx="887795" cy="175887"/>
              <a:chOff x="2284850" y="131975"/>
              <a:chExt cx="1720200" cy="340800"/>
            </a:xfrm>
          </p:grpSpPr>
          <p:sp>
            <p:nvSpPr>
              <p:cNvPr id="573" name="Google Shape;573;p4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7" name="Google Shape;577;p40"/>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8" name="Google Shape;578;p40"/>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79" name="Google Shape;579;p40"/>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0" name="Google Shape;580;p40"/>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1" name="Google Shape;581;p40"/>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2" name="Google Shape;582;p40"/>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3" name="Google Shape;583;p40"/>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4" name="Google Shape;584;p40"/>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5" name="Google Shape;585;p40"/>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86" name="Shape 586"/>
        <p:cNvGrpSpPr/>
        <p:nvPr/>
      </p:nvGrpSpPr>
      <p:grpSpPr>
        <a:xfrm>
          <a:off x="0" y="0"/>
          <a:ext cx="0" cy="0"/>
          <a:chOff x="0" y="0"/>
          <a:chExt cx="0" cy="0"/>
        </a:xfrm>
      </p:grpSpPr>
      <p:sp>
        <p:nvSpPr>
          <p:cNvPr id="587" name="Google Shape;587;p41"/>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8" name="Google Shape;588;p41"/>
          <p:cNvGrpSpPr/>
          <p:nvPr/>
        </p:nvGrpSpPr>
        <p:grpSpPr>
          <a:xfrm flipH="1">
            <a:off x="3091253" y="4774223"/>
            <a:ext cx="887795" cy="175887"/>
            <a:chOff x="2284850" y="131975"/>
            <a:chExt cx="1720200" cy="340800"/>
          </a:xfrm>
        </p:grpSpPr>
        <p:sp>
          <p:nvSpPr>
            <p:cNvPr id="589" name="Google Shape;589;p4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 name="Google Shape;593;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4" name="Google Shape;594;p41"/>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5" name="Google Shape;595;p41"/>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6" name="Google Shape;596;p41"/>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7" name="Google Shape;597;p41"/>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8" name="Google Shape;598;p41"/>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9" name="Google Shape;599;p41"/>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00" name="Google Shape;600;p41"/>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1" name="Google Shape;601;p41"/>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2" name="Google Shape;602;p41"/>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3" name="Google Shape;603;p41"/>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4" name="Google Shape;604;p41"/>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05" name="Google Shape;605;p41"/>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606" name="Shape 606"/>
        <p:cNvGrpSpPr/>
        <p:nvPr/>
      </p:nvGrpSpPr>
      <p:grpSpPr>
        <a:xfrm>
          <a:off x="0" y="0"/>
          <a:ext cx="0" cy="0"/>
          <a:chOff x="0" y="0"/>
          <a:chExt cx="0" cy="0"/>
        </a:xfrm>
      </p:grpSpPr>
      <p:sp>
        <p:nvSpPr>
          <p:cNvPr id="607" name="Google Shape;607;p42"/>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8" name="Google Shape;608;p42"/>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609" name="Google Shape;609;p42"/>
          <p:cNvGrpSpPr/>
          <p:nvPr/>
        </p:nvGrpSpPr>
        <p:grpSpPr>
          <a:xfrm flipH="1">
            <a:off x="7829752" y="4831427"/>
            <a:ext cx="887795" cy="175887"/>
            <a:chOff x="2284850" y="131975"/>
            <a:chExt cx="1720200" cy="340800"/>
          </a:xfrm>
        </p:grpSpPr>
        <p:sp>
          <p:nvSpPr>
            <p:cNvPr id="610" name="Google Shape;610;p4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4" name="Google Shape;614;p42"/>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15" name="Google Shape;615;p42"/>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616" name="Google Shape;616;p42"/>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17" name="Google Shape;617;p42"/>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618" name="Google Shape;618;p42"/>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19" name="Google Shape;619;p42"/>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620" name="Google Shape;620;p42"/>
          <p:cNvGrpSpPr/>
          <p:nvPr/>
        </p:nvGrpSpPr>
        <p:grpSpPr>
          <a:xfrm>
            <a:off x="300632" y="445022"/>
            <a:ext cx="958892" cy="887697"/>
            <a:chOff x="272293" y="445022"/>
            <a:chExt cx="958892" cy="887697"/>
          </a:xfrm>
        </p:grpSpPr>
        <p:grpSp>
          <p:nvGrpSpPr>
            <p:cNvPr id="621" name="Google Shape;621;p42"/>
            <p:cNvGrpSpPr/>
            <p:nvPr/>
          </p:nvGrpSpPr>
          <p:grpSpPr>
            <a:xfrm rot="10800000">
              <a:off x="272293" y="445022"/>
              <a:ext cx="175800" cy="887697"/>
              <a:chOff x="7935507" y="3976747"/>
              <a:chExt cx="175800" cy="887697"/>
            </a:xfrm>
          </p:grpSpPr>
          <p:sp>
            <p:nvSpPr>
              <p:cNvPr id="622" name="Google Shape;622;p4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 name="Google Shape;626;p42"/>
            <p:cNvGrpSpPr/>
            <p:nvPr/>
          </p:nvGrpSpPr>
          <p:grpSpPr>
            <a:xfrm rot="10800000">
              <a:off x="533323" y="445022"/>
              <a:ext cx="175800" cy="887697"/>
              <a:chOff x="7935507" y="3976747"/>
              <a:chExt cx="175800" cy="887697"/>
            </a:xfrm>
          </p:grpSpPr>
          <p:sp>
            <p:nvSpPr>
              <p:cNvPr id="627" name="Google Shape;627;p4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 name="Google Shape;631;p42"/>
            <p:cNvGrpSpPr/>
            <p:nvPr/>
          </p:nvGrpSpPr>
          <p:grpSpPr>
            <a:xfrm rot="10800000">
              <a:off x="794354" y="445022"/>
              <a:ext cx="175800" cy="887697"/>
              <a:chOff x="7935507" y="3976747"/>
              <a:chExt cx="175800" cy="887697"/>
            </a:xfrm>
          </p:grpSpPr>
          <p:sp>
            <p:nvSpPr>
              <p:cNvPr id="632" name="Google Shape;632;p4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 name="Google Shape;636;p42"/>
            <p:cNvGrpSpPr/>
            <p:nvPr/>
          </p:nvGrpSpPr>
          <p:grpSpPr>
            <a:xfrm rot="10800000">
              <a:off x="1055385" y="445022"/>
              <a:ext cx="175800" cy="887697"/>
              <a:chOff x="7935507" y="3976747"/>
              <a:chExt cx="175800" cy="887697"/>
            </a:xfrm>
          </p:grpSpPr>
          <p:sp>
            <p:nvSpPr>
              <p:cNvPr id="637" name="Google Shape;637;p4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641" name="Shape 641"/>
        <p:cNvGrpSpPr/>
        <p:nvPr/>
      </p:nvGrpSpPr>
      <p:grpSpPr>
        <a:xfrm>
          <a:off x="0" y="0"/>
          <a:ext cx="0" cy="0"/>
          <a:chOff x="0" y="0"/>
          <a:chExt cx="0" cy="0"/>
        </a:xfrm>
      </p:grpSpPr>
      <p:cxnSp>
        <p:nvCxnSpPr>
          <p:cNvPr id="642" name="Google Shape;642;p43"/>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643" name="Google Shape;643;p43"/>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4" name="Google Shape;644;p43"/>
          <p:cNvGrpSpPr/>
          <p:nvPr/>
        </p:nvGrpSpPr>
        <p:grpSpPr>
          <a:xfrm flipH="1">
            <a:off x="896577" y="269148"/>
            <a:ext cx="887795" cy="175887"/>
            <a:chOff x="2284850" y="131975"/>
            <a:chExt cx="1720200" cy="340800"/>
          </a:xfrm>
        </p:grpSpPr>
        <p:sp>
          <p:nvSpPr>
            <p:cNvPr id="645" name="Google Shape;645;p4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9" name="Google Shape;649;p43"/>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50" name="Google Shape;650;p43"/>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651" name="Google Shape;651;p43"/>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52" name="Google Shape;652;p43"/>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53" name="Google Shape;653;p43"/>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654" name="Google Shape;654;p43"/>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55" name="Google Shape;655;p43"/>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56" name="Google Shape;656;p43"/>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657" name="Google Shape;657;p43"/>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58" name="Google Shape;658;p43"/>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659" name="Shape 659"/>
        <p:cNvGrpSpPr/>
        <p:nvPr/>
      </p:nvGrpSpPr>
      <p:grpSpPr>
        <a:xfrm>
          <a:off x="0" y="0"/>
          <a:ext cx="0" cy="0"/>
          <a:chOff x="0" y="0"/>
          <a:chExt cx="0" cy="0"/>
        </a:xfrm>
      </p:grpSpPr>
      <p:sp>
        <p:nvSpPr>
          <p:cNvPr id="660" name="Google Shape;660;p44"/>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1" name="Google Shape;661;p44"/>
          <p:cNvGrpSpPr/>
          <p:nvPr/>
        </p:nvGrpSpPr>
        <p:grpSpPr>
          <a:xfrm flipH="1">
            <a:off x="754543" y="777996"/>
            <a:ext cx="739550" cy="1877049"/>
            <a:chOff x="7691232" y="2709546"/>
            <a:chExt cx="739550" cy="1877049"/>
          </a:xfrm>
        </p:grpSpPr>
        <p:grpSp>
          <p:nvGrpSpPr>
            <p:cNvPr id="662" name="Google Shape;662;p44"/>
            <p:cNvGrpSpPr/>
            <p:nvPr/>
          </p:nvGrpSpPr>
          <p:grpSpPr>
            <a:xfrm>
              <a:off x="7691232" y="3698897"/>
              <a:ext cx="739550" cy="887697"/>
              <a:chOff x="7371757" y="3976747"/>
              <a:chExt cx="739550" cy="887697"/>
            </a:xfrm>
          </p:grpSpPr>
          <p:sp>
            <p:nvSpPr>
              <p:cNvPr id="663" name="Google Shape;663;p4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 name="Google Shape;675;p44"/>
            <p:cNvGrpSpPr/>
            <p:nvPr/>
          </p:nvGrpSpPr>
          <p:grpSpPr>
            <a:xfrm>
              <a:off x="7691232" y="2709546"/>
              <a:ext cx="739550" cy="887697"/>
              <a:chOff x="7371757" y="3976747"/>
              <a:chExt cx="739550" cy="887697"/>
            </a:xfrm>
          </p:grpSpPr>
          <p:sp>
            <p:nvSpPr>
              <p:cNvPr id="676" name="Google Shape;676;p4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8" name="Google Shape;688;p44"/>
          <p:cNvGrpSpPr/>
          <p:nvPr/>
        </p:nvGrpSpPr>
        <p:grpSpPr>
          <a:xfrm flipH="1">
            <a:off x="3391227" y="4753102"/>
            <a:ext cx="887795" cy="175887"/>
            <a:chOff x="2284850" y="131975"/>
            <a:chExt cx="1720200" cy="340800"/>
          </a:xfrm>
        </p:grpSpPr>
        <p:sp>
          <p:nvSpPr>
            <p:cNvPr id="689" name="Google Shape;689;p4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3" name="Google Shape;693;p44"/>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694" name="Google Shape;694;p44"/>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95" name="Google Shape;695;p44"/>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96" name="Shape 696"/>
        <p:cNvGrpSpPr/>
        <p:nvPr/>
      </p:nvGrpSpPr>
      <p:grpSpPr>
        <a:xfrm>
          <a:off x="0" y="0"/>
          <a:ext cx="0" cy="0"/>
          <a:chOff x="0" y="0"/>
          <a:chExt cx="0" cy="0"/>
        </a:xfrm>
      </p:grpSpPr>
      <p:cxnSp>
        <p:nvCxnSpPr>
          <p:cNvPr id="697" name="Google Shape;697;p45"/>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698" name="Google Shape;698;p45"/>
          <p:cNvGrpSpPr/>
          <p:nvPr/>
        </p:nvGrpSpPr>
        <p:grpSpPr>
          <a:xfrm>
            <a:off x="269328" y="3823073"/>
            <a:ext cx="887795" cy="175887"/>
            <a:chOff x="-5191947" y="7177654"/>
            <a:chExt cx="1720200" cy="340800"/>
          </a:xfrm>
        </p:grpSpPr>
        <p:sp>
          <p:nvSpPr>
            <p:cNvPr id="699" name="Google Shape;699;p45"/>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5"/>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5"/>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5"/>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3" name="Google Shape;703;p45"/>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04" name="Shape 704"/>
        <p:cNvGrpSpPr/>
        <p:nvPr/>
      </p:nvGrpSpPr>
      <p:grpSpPr>
        <a:xfrm>
          <a:off x="0" y="0"/>
          <a:ext cx="0" cy="0"/>
          <a:chOff x="0" y="0"/>
          <a:chExt cx="0" cy="0"/>
        </a:xfrm>
      </p:grpSpPr>
      <p:cxnSp>
        <p:nvCxnSpPr>
          <p:cNvPr id="705" name="Google Shape;705;p46"/>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706" name="Google Shape;706;p46"/>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7" name="Google Shape;707;p46"/>
          <p:cNvGrpSpPr/>
          <p:nvPr/>
        </p:nvGrpSpPr>
        <p:grpSpPr>
          <a:xfrm>
            <a:off x="1553061" y="1633371"/>
            <a:ext cx="3369104" cy="3282565"/>
            <a:chOff x="1553061" y="1633371"/>
            <a:chExt cx="3369104" cy="3282565"/>
          </a:xfrm>
        </p:grpSpPr>
        <p:grpSp>
          <p:nvGrpSpPr>
            <p:cNvPr id="708" name="Google Shape;708;p46"/>
            <p:cNvGrpSpPr/>
            <p:nvPr/>
          </p:nvGrpSpPr>
          <p:grpSpPr>
            <a:xfrm rot="10800000">
              <a:off x="1553061" y="1633371"/>
              <a:ext cx="457675" cy="1877049"/>
              <a:chOff x="7973107" y="2709546"/>
              <a:chExt cx="457675" cy="1877049"/>
            </a:xfrm>
          </p:grpSpPr>
          <p:grpSp>
            <p:nvGrpSpPr>
              <p:cNvPr id="709" name="Google Shape;709;p46"/>
              <p:cNvGrpSpPr/>
              <p:nvPr/>
            </p:nvGrpSpPr>
            <p:grpSpPr>
              <a:xfrm>
                <a:off x="7973107" y="3698897"/>
                <a:ext cx="457675" cy="887697"/>
                <a:chOff x="7653632" y="3976747"/>
                <a:chExt cx="457675" cy="887697"/>
              </a:xfrm>
            </p:grpSpPr>
            <p:sp>
              <p:nvSpPr>
                <p:cNvPr id="710" name="Google Shape;710;p4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4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 name="Google Shape;718;p46"/>
              <p:cNvGrpSpPr/>
              <p:nvPr/>
            </p:nvGrpSpPr>
            <p:grpSpPr>
              <a:xfrm>
                <a:off x="7973107" y="2709546"/>
                <a:ext cx="457675" cy="887697"/>
                <a:chOff x="7653632" y="3976747"/>
                <a:chExt cx="457675" cy="887697"/>
              </a:xfrm>
            </p:grpSpPr>
            <p:sp>
              <p:nvSpPr>
                <p:cNvPr id="719" name="Google Shape;719;p4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7" name="Google Shape;727;p46"/>
            <p:cNvGrpSpPr/>
            <p:nvPr/>
          </p:nvGrpSpPr>
          <p:grpSpPr>
            <a:xfrm flipH="1">
              <a:off x="4034370" y="4740048"/>
              <a:ext cx="887795" cy="175887"/>
              <a:chOff x="-5191947" y="7177654"/>
              <a:chExt cx="1720200" cy="340800"/>
            </a:xfrm>
          </p:grpSpPr>
          <p:sp>
            <p:nvSpPr>
              <p:cNvPr id="728" name="Google Shape;728;p46"/>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46"/>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46"/>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6"/>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5" name="Shape 735"/>
        <p:cNvGrpSpPr/>
        <p:nvPr/>
      </p:nvGrpSpPr>
      <p:grpSpPr>
        <a:xfrm>
          <a:off x="0" y="0"/>
          <a:ext cx="0" cy="0"/>
          <a:chOff x="0" y="0"/>
          <a:chExt cx="0" cy="0"/>
        </a:xfrm>
      </p:grpSpPr>
      <p:sp>
        <p:nvSpPr>
          <p:cNvPr id="736" name="Google Shape;736;p48"/>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737" name="Google Shape;737;p48"/>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738" name="Google Shape;738;p4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9" name="Google Shape;739;p48"/>
          <p:cNvGrpSpPr/>
          <p:nvPr/>
        </p:nvGrpSpPr>
        <p:grpSpPr>
          <a:xfrm>
            <a:off x="7371757" y="3976747"/>
            <a:ext cx="739550" cy="887697"/>
            <a:chOff x="7371757" y="3976747"/>
            <a:chExt cx="739550" cy="887697"/>
          </a:xfrm>
        </p:grpSpPr>
        <p:sp>
          <p:nvSpPr>
            <p:cNvPr id="740" name="Google Shape;740;p4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4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4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4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2" name="Shape 752"/>
        <p:cNvGrpSpPr/>
        <p:nvPr/>
      </p:nvGrpSpPr>
      <p:grpSpPr>
        <a:xfrm>
          <a:off x="0" y="0"/>
          <a:ext cx="0" cy="0"/>
          <a:chOff x="0" y="0"/>
          <a:chExt cx="0" cy="0"/>
        </a:xfrm>
      </p:grpSpPr>
      <p:sp>
        <p:nvSpPr>
          <p:cNvPr id="753" name="Google Shape;753;p49"/>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54" name="Google Shape;754;p49"/>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55" name="Google Shape;755;p49"/>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6" name="Google Shape;756;p49"/>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7" name="Google Shape;757;p49"/>
          <p:cNvGrpSpPr/>
          <p:nvPr/>
        </p:nvGrpSpPr>
        <p:grpSpPr>
          <a:xfrm flipH="1" rot="10800000">
            <a:off x="6851382" y="1633371"/>
            <a:ext cx="457675" cy="1877049"/>
            <a:chOff x="7691232" y="2709546"/>
            <a:chExt cx="457675" cy="1877049"/>
          </a:xfrm>
        </p:grpSpPr>
        <p:grpSp>
          <p:nvGrpSpPr>
            <p:cNvPr id="758" name="Google Shape;758;p49"/>
            <p:cNvGrpSpPr/>
            <p:nvPr/>
          </p:nvGrpSpPr>
          <p:grpSpPr>
            <a:xfrm>
              <a:off x="7691232" y="3698897"/>
              <a:ext cx="457675" cy="887697"/>
              <a:chOff x="7371757" y="3976747"/>
              <a:chExt cx="457675" cy="887697"/>
            </a:xfrm>
          </p:grpSpPr>
          <p:sp>
            <p:nvSpPr>
              <p:cNvPr id="759" name="Google Shape;759;p4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4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 name="Google Shape;767;p49"/>
            <p:cNvGrpSpPr/>
            <p:nvPr/>
          </p:nvGrpSpPr>
          <p:grpSpPr>
            <a:xfrm>
              <a:off x="7691232" y="2709546"/>
              <a:ext cx="457675" cy="887697"/>
              <a:chOff x="7371757" y="3976747"/>
              <a:chExt cx="457675" cy="887697"/>
            </a:xfrm>
          </p:grpSpPr>
          <p:sp>
            <p:nvSpPr>
              <p:cNvPr id="768" name="Google Shape;768;p4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76" name="Shape 776"/>
        <p:cNvGrpSpPr/>
        <p:nvPr/>
      </p:nvGrpSpPr>
      <p:grpSpPr>
        <a:xfrm>
          <a:off x="0" y="0"/>
          <a:ext cx="0" cy="0"/>
          <a:chOff x="0" y="0"/>
          <a:chExt cx="0" cy="0"/>
        </a:xfrm>
      </p:grpSpPr>
      <p:sp>
        <p:nvSpPr>
          <p:cNvPr id="777" name="Google Shape;777;p50"/>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8" name="Google Shape;778;p50"/>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779" name="Google Shape;779;p50"/>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780" name="Google Shape;780;p5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1" name="Google Shape;781;p50"/>
          <p:cNvGrpSpPr/>
          <p:nvPr/>
        </p:nvGrpSpPr>
        <p:grpSpPr>
          <a:xfrm>
            <a:off x="1202653" y="2683622"/>
            <a:ext cx="6827579" cy="2242691"/>
            <a:chOff x="1202653" y="2683622"/>
            <a:chExt cx="6827579" cy="2242691"/>
          </a:xfrm>
        </p:grpSpPr>
        <p:grpSp>
          <p:nvGrpSpPr>
            <p:cNvPr id="782" name="Google Shape;782;p50"/>
            <p:cNvGrpSpPr/>
            <p:nvPr/>
          </p:nvGrpSpPr>
          <p:grpSpPr>
            <a:xfrm>
              <a:off x="7854432" y="2683622"/>
              <a:ext cx="175800" cy="887697"/>
              <a:chOff x="7371757" y="3976747"/>
              <a:chExt cx="175800" cy="887697"/>
            </a:xfrm>
          </p:grpSpPr>
          <p:sp>
            <p:nvSpPr>
              <p:cNvPr id="783" name="Google Shape;783;p5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5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7" name="Google Shape;787;p50"/>
            <p:cNvGrpSpPr/>
            <p:nvPr/>
          </p:nvGrpSpPr>
          <p:grpSpPr>
            <a:xfrm>
              <a:off x="1202653" y="4750427"/>
              <a:ext cx="887795" cy="175887"/>
              <a:chOff x="2284850" y="131975"/>
              <a:chExt cx="1720200" cy="340800"/>
            </a:xfrm>
          </p:grpSpPr>
          <p:sp>
            <p:nvSpPr>
              <p:cNvPr id="788" name="Google Shape;788;p5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5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5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92" name="Shape 792"/>
        <p:cNvGrpSpPr/>
        <p:nvPr/>
      </p:nvGrpSpPr>
      <p:grpSpPr>
        <a:xfrm>
          <a:off x="0" y="0"/>
          <a:ext cx="0" cy="0"/>
          <a:chOff x="0" y="0"/>
          <a:chExt cx="0" cy="0"/>
        </a:xfrm>
      </p:grpSpPr>
      <p:sp>
        <p:nvSpPr>
          <p:cNvPr id="793" name="Google Shape;793;p5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4" name="Google Shape;794;p51"/>
          <p:cNvGrpSpPr/>
          <p:nvPr/>
        </p:nvGrpSpPr>
        <p:grpSpPr>
          <a:xfrm>
            <a:off x="5956178" y="1566397"/>
            <a:ext cx="2637804" cy="3321791"/>
            <a:chOff x="5956178" y="1566397"/>
            <a:chExt cx="2637804" cy="3321791"/>
          </a:xfrm>
        </p:grpSpPr>
        <p:grpSp>
          <p:nvGrpSpPr>
            <p:cNvPr id="795" name="Google Shape;795;p51"/>
            <p:cNvGrpSpPr/>
            <p:nvPr/>
          </p:nvGrpSpPr>
          <p:grpSpPr>
            <a:xfrm flipH="1" rot="10800000">
              <a:off x="7854432" y="1566397"/>
              <a:ext cx="739550" cy="887697"/>
              <a:chOff x="7371757" y="3976747"/>
              <a:chExt cx="739550" cy="887697"/>
            </a:xfrm>
          </p:grpSpPr>
          <p:sp>
            <p:nvSpPr>
              <p:cNvPr id="796" name="Google Shape;796;p5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5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5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5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5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5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5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5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5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5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5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 name="Google Shape;808;p51"/>
            <p:cNvGrpSpPr/>
            <p:nvPr/>
          </p:nvGrpSpPr>
          <p:grpSpPr>
            <a:xfrm>
              <a:off x="5956178" y="4712302"/>
              <a:ext cx="887795" cy="175887"/>
              <a:chOff x="2284850" y="131975"/>
              <a:chExt cx="1720200" cy="340800"/>
            </a:xfrm>
          </p:grpSpPr>
          <p:sp>
            <p:nvSpPr>
              <p:cNvPr id="809" name="Google Shape;809;p5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5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5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13" name="Google Shape;813;p51"/>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14" name="Google Shape;814;p51"/>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5" name="Google Shape;815;p51"/>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6" name="Google Shape;816;p51"/>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7" name="Google Shape;817;p51"/>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8" name="Shape 818"/>
        <p:cNvGrpSpPr/>
        <p:nvPr/>
      </p:nvGrpSpPr>
      <p:grpSpPr>
        <a:xfrm>
          <a:off x="0" y="0"/>
          <a:ext cx="0" cy="0"/>
          <a:chOff x="0" y="0"/>
          <a:chExt cx="0" cy="0"/>
        </a:xfrm>
      </p:grpSpPr>
      <p:sp>
        <p:nvSpPr>
          <p:cNvPr id="819" name="Google Shape;819;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820" name="Google Shape;820;p52"/>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821" name="Google Shape;821;p52"/>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2" name="Google Shape;822;p52"/>
          <p:cNvGrpSpPr/>
          <p:nvPr/>
        </p:nvGrpSpPr>
        <p:grpSpPr>
          <a:xfrm flipH="1">
            <a:off x="7966220" y="186773"/>
            <a:ext cx="887795" cy="175887"/>
            <a:chOff x="2284850" y="131975"/>
            <a:chExt cx="1720200" cy="340800"/>
          </a:xfrm>
        </p:grpSpPr>
        <p:sp>
          <p:nvSpPr>
            <p:cNvPr id="823" name="Google Shape;823;p5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5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5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7" name="Shape 827"/>
        <p:cNvGrpSpPr/>
        <p:nvPr/>
      </p:nvGrpSpPr>
      <p:grpSpPr>
        <a:xfrm>
          <a:off x="0" y="0"/>
          <a:ext cx="0" cy="0"/>
          <a:chOff x="0" y="0"/>
          <a:chExt cx="0" cy="0"/>
        </a:xfrm>
      </p:grpSpPr>
      <p:sp>
        <p:nvSpPr>
          <p:cNvPr id="828" name="Google Shape;828;p53"/>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29" name="Google Shape;829;p53"/>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830" name="Google Shape;830;p53"/>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1" name="Google Shape;831;p53"/>
          <p:cNvGrpSpPr/>
          <p:nvPr/>
        </p:nvGrpSpPr>
        <p:grpSpPr>
          <a:xfrm>
            <a:off x="269328" y="716196"/>
            <a:ext cx="8517204" cy="3970118"/>
            <a:chOff x="269328" y="716196"/>
            <a:chExt cx="8517204" cy="3970118"/>
          </a:xfrm>
        </p:grpSpPr>
        <p:grpSp>
          <p:nvGrpSpPr>
            <p:cNvPr id="832" name="Google Shape;832;p53"/>
            <p:cNvGrpSpPr/>
            <p:nvPr/>
          </p:nvGrpSpPr>
          <p:grpSpPr>
            <a:xfrm>
              <a:off x="8328857" y="716196"/>
              <a:ext cx="457675" cy="1877049"/>
              <a:chOff x="7691232" y="2709546"/>
              <a:chExt cx="457675" cy="1877049"/>
            </a:xfrm>
          </p:grpSpPr>
          <p:grpSp>
            <p:nvGrpSpPr>
              <p:cNvPr id="833" name="Google Shape;833;p53"/>
              <p:cNvGrpSpPr/>
              <p:nvPr/>
            </p:nvGrpSpPr>
            <p:grpSpPr>
              <a:xfrm>
                <a:off x="7691232" y="3698897"/>
                <a:ext cx="457675" cy="887697"/>
                <a:chOff x="7371757" y="3976747"/>
                <a:chExt cx="457675" cy="887697"/>
              </a:xfrm>
            </p:grpSpPr>
            <p:sp>
              <p:nvSpPr>
                <p:cNvPr id="834" name="Google Shape;834;p5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5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2" name="Google Shape;842;p53"/>
              <p:cNvGrpSpPr/>
              <p:nvPr/>
            </p:nvGrpSpPr>
            <p:grpSpPr>
              <a:xfrm>
                <a:off x="7691232" y="2709546"/>
                <a:ext cx="457675" cy="887697"/>
                <a:chOff x="7371757" y="3976747"/>
                <a:chExt cx="457675" cy="887697"/>
              </a:xfrm>
            </p:grpSpPr>
            <p:sp>
              <p:nvSpPr>
                <p:cNvPr id="843" name="Google Shape;843;p5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5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5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5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5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51" name="Google Shape;851;p53"/>
            <p:cNvGrpSpPr/>
            <p:nvPr/>
          </p:nvGrpSpPr>
          <p:grpSpPr>
            <a:xfrm>
              <a:off x="269328" y="4510427"/>
              <a:ext cx="887795" cy="175887"/>
              <a:chOff x="2284850" y="131975"/>
              <a:chExt cx="1720200" cy="340800"/>
            </a:xfrm>
          </p:grpSpPr>
          <p:sp>
            <p:nvSpPr>
              <p:cNvPr id="852" name="Google Shape;852;p5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5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5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6" name="Shape 856"/>
        <p:cNvGrpSpPr/>
        <p:nvPr/>
      </p:nvGrpSpPr>
      <p:grpSpPr>
        <a:xfrm>
          <a:off x="0" y="0"/>
          <a:ext cx="0" cy="0"/>
          <a:chOff x="0" y="0"/>
          <a:chExt cx="0" cy="0"/>
        </a:xfrm>
      </p:grpSpPr>
      <p:sp>
        <p:nvSpPr>
          <p:cNvPr id="857" name="Google Shape;857;p54"/>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4"/>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859" name="Google Shape;859;p54"/>
          <p:cNvGrpSpPr/>
          <p:nvPr/>
        </p:nvGrpSpPr>
        <p:grpSpPr>
          <a:xfrm>
            <a:off x="7683925" y="745396"/>
            <a:ext cx="745132" cy="1877049"/>
            <a:chOff x="7580032" y="910721"/>
            <a:chExt cx="745132" cy="1877049"/>
          </a:xfrm>
        </p:grpSpPr>
        <p:grpSp>
          <p:nvGrpSpPr>
            <p:cNvPr id="860" name="Google Shape;860;p54"/>
            <p:cNvGrpSpPr/>
            <p:nvPr/>
          </p:nvGrpSpPr>
          <p:grpSpPr>
            <a:xfrm flipH="1" rot="10800000">
              <a:off x="7580032" y="910721"/>
              <a:ext cx="175800" cy="1877049"/>
              <a:chOff x="7691232" y="2709546"/>
              <a:chExt cx="175800" cy="1877049"/>
            </a:xfrm>
          </p:grpSpPr>
          <p:grpSp>
            <p:nvGrpSpPr>
              <p:cNvPr id="861" name="Google Shape;861;p54"/>
              <p:cNvGrpSpPr/>
              <p:nvPr/>
            </p:nvGrpSpPr>
            <p:grpSpPr>
              <a:xfrm>
                <a:off x="7691232" y="3698897"/>
                <a:ext cx="175800" cy="887697"/>
                <a:chOff x="7371757" y="3976747"/>
                <a:chExt cx="175800" cy="887697"/>
              </a:xfrm>
            </p:grpSpPr>
            <p:sp>
              <p:nvSpPr>
                <p:cNvPr id="862" name="Google Shape;862;p5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5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5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 name="Google Shape;866;p54"/>
              <p:cNvGrpSpPr/>
              <p:nvPr/>
            </p:nvGrpSpPr>
            <p:grpSpPr>
              <a:xfrm>
                <a:off x="7691232" y="2709546"/>
                <a:ext cx="175800" cy="887697"/>
                <a:chOff x="7371757" y="3976747"/>
                <a:chExt cx="175800" cy="887697"/>
              </a:xfrm>
            </p:grpSpPr>
            <p:sp>
              <p:nvSpPr>
                <p:cNvPr id="867" name="Google Shape;867;p5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5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1" name="Google Shape;871;p54"/>
            <p:cNvGrpSpPr/>
            <p:nvPr/>
          </p:nvGrpSpPr>
          <p:grpSpPr>
            <a:xfrm flipH="1" rot="10800000">
              <a:off x="7867490" y="910721"/>
              <a:ext cx="457675" cy="1877049"/>
              <a:chOff x="7691232" y="2709546"/>
              <a:chExt cx="457675" cy="1877049"/>
            </a:xfrm>
          </p:grpSpPr>
          <p:grpSp>
            <p:nvGrpSpPr>
              <p:cNvPr id="872" name="Google Shape;872;p54"/>
              <p:cNvGrpSpPr/>
              <p:nvPr/>
            </p:nvGrpSpPr>
            <p:grpSpPr>
              <a:xfrm>
                <a:off x="7691232" y="3698897"/>
                <a:ext cx="457675" cy="887697"/>
                <a:chOff x="7371757" y="3976747"/>
                <a:chExt cx="457675" cy="887697"/>
              </a:xfrm>
            </p:grpSpPr>
            <p:sp>
              <p:nvSpPr>
                <p:cNvPr id="873" name="Google Shape;873;p5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5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5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5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1" name="Google Shape;881;p54"/>
              <p:cNvGrpSpPr/>
              <p:nvPr/>
            </p:nvGrpSpPr>
            <p:grpSpPr>
              <a:xfrm>
                <a:off x="7691232" y="2709546"/>
                <a:ext cx="457675" cy="887697"/>
                <a:chOff x="7371757" y="3976747"/>
                <a:chExt cx="457675" cy="887697"/>
              </a:xfrm>
            </p:grpSpPr>
            <p:sp>
              <p:nvSpPr>
                <p:cNvPr id="882" name="Google Shape;882;p5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5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5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5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5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5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5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90" name="Shape 890"/>
        <p:cNvGrpSpPr/>
        <p:nvPr/>
      </p:nvGrpSpPr>
      <p:grpSpPr>
        <a:xfrm>
          <a:off x="0" y="0"/>
          <a:ext cx="0" cy="0"/>
          <a:chOff x="0" y="0"/>
          <a:chExt cx="0" cy="0"/>
        </a:xfrm>
      </p:grpSpPr>
      <p:sp>
        <p:nvSpPr>
          <p:cNvPr id="891" name="Google Shape;891;p55"/>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92" name="Google Shape;892;p55"/>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93" name="Google Shape;893;p55"/>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4" name="Google Shape;894;p55"/>
          <p:cNvGrpSpPr/>
          <p:nvPr/>
        </p:nvGrpSpPr>
        <p:grpSpPr>
          <a:xfrm>
            <a:off x="562032" y="1301880"/>
            <a:ext cx="739550" cy="887697"/>
            <a:chOff x="7371757" y="3976747"/>
            <a:chExt cx="739550" cy="887697"/>
          </a:xfrm>
        </p:grpSpPr>
        <p:sp>
          <p:nvSpPr>
            <p:cNvPr id="895" name="Google Shape;895;p5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5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5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5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7" name="Shape 907"/>
        <p:cNvGrpSpPr/>
        <p:nvPr/>
      </p:nvGrpSpPr>
      <p:grpSpPr>
        <a:xfrm>
          <a:off x="0" y="0"/>
          <a:ext cx="0" cy="0"/>
          <a:chOff x="0" y="0"/>
          <a:chExt cx="0" cy="0"/>
        </a:xfrm>
      </p:grpSpPr>
      <p:sp>
        <p:nvSpPr>
          <p:cNvPr id="908" name="Google Shape;908;p56"/>
          <p:cNvSpPr/>
          <p:nvPr>
            <p:ph idx="2" type="pic"/>
          </p:nvPr>
        </p:nvSpPr>
        <p:spPr>
          <a:xfrm>
            <a:off x="-25" y="-13725"/>
            <a:ext cx="9144000" cy="5157300"/>
          </a:xfrm>
          <a:prstGeom prst="rect">
            <a:avLst/>
          </a:prstGeom>
          <a:noFill/>
          <a:ln>
            <a:noFill/>
          </a:ln>
        </p:spPr>
      </p:sp>
      <p:sp>
        <p:nvSpPr>
          <p:cNvPr id="909" name="Google Shape;909;p56"/>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0" name="Shape 910"/>
        <p:cNvGrpSpPr/>
        <p:nvPr/>
      </p:nvGrpSpPr>
      <p:grpSpPr>
        <a:xfrm>
          <a:off x="0" y="0"/>
          <a:ext cx="0" cy="0"/>
          <a:chOff x="0" y="0"/>
          <a:chExt cx="0" cy="0"/>
        </a:xfrm>
      </p:grpSpPr>
      <p:sp>
        <p:nvSpPr>
          <p:cNvPr id="911" name="Google Shape;911;p57"/>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2" name="Google Shape;912;p57"/>
          <p:cNvGrpSpPr/>
          <p:nvPr/>
        </p:nvGrpSpPr>
        <p:grpSpPr>
          <a:xfrm>
            <a:off x="4553003" y="363602"/>
            <a:ext cx="3863079" cy="4414018"/>
            <a:chOff x="4553003" y="363602"/>
            <a:chExt cx="3863079" cy="4414018"/>
          </a:xfrm>
        </p:grpSpPr>
        <p:grpSp>
          <p:nvGrpSpPr>
            <p:cNvPr id="913" name="Google Shape;913;p57"/>
            <p:cNvGrpSpPr/>
            <p:nvPr/>
          </p:nvGrpSpPr>
          <p:grpSpPr>
            <a:xfrm flipH="1" rot="10800000">
              <a:off x="7958407" y="2900571"/>
              <a:ext cx="457675" cy="1877049"/>
              <a:chOff x="7691232" y="2709546"/>
              <a:chExt cx="457675" cy="1877049"/>
            </a:xfrm>
          </p:grpSpPr>
          <p:grpSp>
            <p:nvGrpSpPr>
              <p:cNvPr id="914" name="Google Shape;914;p57"/>
              <p:cNvGrpSpPr/>
              <p:nvPr/>
            </p:nvGrpSpPr>
            <p:grpSpPr>
              <a:xfrm>
                <a:off x="7691232" y="3698897"/>
                <a:ext cx="457675" cy="887697"/>
                <a:chOff x="7371757" y="3976747"/>
                <a:chExt cx="457675" cy="887697"/>
              </a:xfrm>
            </p:grpSpPr>
            <p:sp>
              <p:nvSpPr>
                <p:cNvPr id="915" name="Google Shape;915;p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5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5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5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57"/>
              <p:cNvGrpSpPr/>
              <p:nvPr/>
            </p:nvGrpSpPr>
            <p:grpSpPr>
              <a:xfrm>
                <a:off x="7691232" y="2709546"/>
                <a:ext cx="457675" cy="887697"/>
                <a:chOff x="7371757" y="3976747"/>
                <a:chExt cx="457675" cy="887697"/>
              </a:xfrm>
            </p:grpSpPr>
            <p:sp>
              <p:nvSpPr>
                <p:cNvPr id="924" name="Google Shape;924;p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5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5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5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32" name="Google Shape;932;p57"/>
            <p:cNvGrpSpPr/>
            <p:nvPr/>
          </p:nvGrpSpPr>
          <p:grpSpPr>
            <a:xfrm>
              <a:off x="4553003" y="363602"/>
              <a:ext cx="887795" cy="175887"/>
              <a:chOff x="2284850" y="131975"/>
              <a:chExt cx="1720200" cy="340800"/>
            </a:xfrm>
          </p:grpSpPr>
          <p:sp>
            <p:nvSpPr>
              <p:cNvPr id="933" name="Google Shape;933;p5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5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5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37" name="Google Shape;937;p57"/>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938" name="Google Shape;938;p57"/>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939" name="Shape 939"/>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40" name="Shape 940"/>
        <p:cNvGrpSpPr/>
        <p:nvPr/>
      </p:nvGrpSpPr>
      <p:grpSpPr>
        <a:xfrm>
          <a:off x="0" y="0"/>
          <a:ext cx="0" cy="0"/>
          <a:chOff x="0" y="0"/>
          <a:chExt cx="0" cy="0"/>
        </a:xfrm>
      </p:grpSpPr>
      <p:sp>
        <p:nvSpPr>
          <p:cNvPr id="941" name="Google Shape;941;p59"/>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42" name="Google Shape;942;p59"/>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43" name="Google Shape;943;p59"/>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44" name="Google Shape;944;p59"/>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45" name="Google Shape;945;p59"/>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46" name="Google Shape;946;p59"/>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7" name="Google Shape;947;p59"/>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8" name="Google Shape;948;p59"/>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9" name="Google Shape;949;p59"/>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0" name="Google Shape;950;p59"/>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51" name="Google Shape;951;p59"/>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52" name="Google Shape;952;p59"/>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53" name="Google Shape;953;p59"/>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54" name="Google Shape;954;p59"/>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5" name="Google Shape;955;p59"/>
          <p:cNvGrpSpPr/>
          <p:nvPr/>
        </p:nvGrpSpPr>
        <p:grpSpPr>
          <a:xfrm>
            <a:off x="269328" y="4815227"/>
            <a:ext cx="887795" cy="175887"/>
            <a:chOff x="2284850" y="131975"/>
            <a:chExt cx="1720200" cy="340800"/>
          </a:xfrm>
        </p:grpSpPr>
        <p:sp>
          <p:nvSpPr>
            <p:cNvPr id="956" name="Google Shape;956;p5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 name="Google Shape;960;p59"/>
          <p:cNvGrpSpPr/>
          <p:nvPr/>
        </p:nvGrpSpPr>
        <p:grpSpPr>
          <a:xfrm>
            <a:off x="7958582" y="3067871"/>
            <a:ext cx="975375" cy="1877049"/>
            <a:chOff x="7167632" y="2744946"/>
            <a:chExt cx="975375" cy="1877049"/>
          </a:xfrm>
        </p:grpSpPr>
        <p:grpSp>
          <p:nvGrpSpPr>
            <p:cNvPr id="961" name="Google Shape;961;p59"/>
            <p:cNvGrpSpPr/>
            <p:nvPr/>
          </p:nvGrpSpPr>
          <p:grpSpPr>
            <a:xfrm>
              <a:off x="7700682" y="2744946"/>
              <a:ext cx="175800" cy="1877049"/>
              <a:chOff x="7691232" y="2709546"/>
              <a:chExt cx="175800" cy="1877049"/>
            </a:xfrm>
          </p:grpSpPr>
          <p:grpSp>
            <p:nvGrpSpPr>
              <p:cNvPr id="962" name="Google Shape;962;p59"/>
              <p:cNvGrpSpPr/>
              <p:nvPr/>
            </p:nvGrpSpPr>
            <p:grpSpPr>
              <a:xfrm>
                <a:off x="7691232" y="3698897"/>
                <a:ext cx="175800" cy="887697"/>
                <a:chOff x="7371757" y="3976747"/>
                <a:chExt cx="175800" cy="887697"/>
              </a:xfrm>
            </p:grpSpPr>
            <p:sp>
              <p:nvSpPr>
                <p:cNvPr id="963" name="Google Shape;963;p5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5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 name="Google Shape;967;p59"/>
              <p:cNvGrpSpPr/>
              <p:nvPr/>
            </p:nvGrpSpPr>
            <p:grpSpPr>
              <a:xfrm>
                <a:off x="7691232" y="2709546"/>
                <a:ext cx="175800" cy="887697"/>
                <a:chOff x="7371757" y="3976747"/>
                <a:chExt cx="175800" cy="887697"/>
              </a:xfrm>
            </p:grpSpPr>
            <p:sp>
              <p:nvSpPr>
                <p:cNvPr id="968" name="Google Shape;968;p5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5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72" name="Google Shape;972;p59"/>
            <p:cNvGrpSpPr/>
            <p:nvPr/>
          </p:nvGrpSpPr>
          <p:grpSpPr>
            <a:xfrm>
              <a:off x="7434157" y="2744946"/>
              <a:ext cx="175800" cy="1877049"/>
              <a:chOff x="7691232" y="2709546"/>
              <a:chExt cx="175800" cy="1877049"/>
            </a:xfrm>
          </p:grpSpPr>
          <p:grpSp>
            <p:nvGrpSpPr>
              <p:cNvPr id="973" name="Google Shape;973;p59"/>
              <p:cNvGrpSpPr/>
              <p:nvPr/>
            </p:nvGrpSpPr>
            <p:grpSpPr>
              <a:xfrm>
                <a:off x="7691232" y="3698897"/>
                <a:ext cx="175800" cy="887697"/>
                <a:chOff x="7371757" y="3976747"/>
                <a:chExt cx="175800" cy="887697"/>
              </a:xfrm>
            </p:grpSpPr>
            <p:sp>
              <p:nvSpPr>
                <p:cNvPr id="974" name="Google Shape;974;p5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5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5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8" name="Google Shape;978;p59"/>
              <p:cNvGrpSpPr/>
              <p:nvPr/>
            </p:nvGrpSpPr>
            <p:grpSpPr>
              <a:xfrm>
                <a:off x="7691232" y="2709546"/>
                <a:ext cx="175800" cy="887697"/>
                <a:chOff x="7371757" y="3976747"/>
                <a:chExt cx="175800" cy="887697"/>
              </a:xfrm>
            </p:grpSpPr>
            <p:sp>
              <p:nvSpPr>
                <p:cNvPr id="979" name="Google Shape;979;p5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5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5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83" name="Google Shape;983;p59"/>
            <p:cNvGrpSpPr/>
            <p:nvPr/>
          </p:nvGrpSpPr>
          <p:grpSpPr>
            <a:xfrm>
              <a:off x="7167632" y="2744946"/>
              <a:ext cx="175800" cy="1877049"/>
              <a:chOff x="7691232" y="2709546"/>
              <a:chExt cx="175800" cy="1877049"/>
            </a:xfrm>
          </p:grpSpPr>
          <p:grpSp>
            <p:nvGrpSpPr>
              <p:cNvPr id="984" name="Google Shape;984;p59"/>
              <p:cNvGrpSpPr/>
              <p:nvPr/>
            </p:nvGrpSpPr>
            <p:grpSpPr>
              <a:xfrm>
                <a:off x="7691232" y="3698897"/>
                <a:ext cx="175800" cy="887697"/>
                <a:chOff x="7371757" y="3976747"/>
                <a:chExt cx="175800" cy="887697"/>
              </a:xfrm>
            </p:grpSpPr>
            <p:sp>
              <p:nvSpPr>
                <p:cNvPr id="985" name="Google Shape;985;p5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5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59"/>
              <p:cNvGrpSpPr/>
              <p:nvPr/>
            </p:nvGrpSpPr>
            <p:grpSpPr>
              <a:xfrm>
                <a:off x="7691232" y="2709546"/>
                <a:ext cx="175800" cy="887697"/>
                <a:chOff x="7371757" y="3976747"/>
                <a:chExt cx="175800" cy="887697"/>
              </a:xfrm>
            </p:grpSpPr>
            <p:sp>
              <p:nvSpPr>
                <p:cNvPr id="990" name="Google Shape;990;p5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5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5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94" name="Google Shape;994;p59"/>
            <p:cNvGrpSpPr/>
            <p:nvPr/>
          </p:nvGrpSpPr>
          <p:grpSpPr>
            <a:xfrm>
              <a:off x="7967207" y="2744946"/>
              <a:ext cx="175800" cy="1877049"/>
              <a:chOff x="7691232" y="2709546"/>
              <a:chExt cx="175800" cy="1877049"/>
            </a:xfrm>
          </p:grpSpPr>
          <p:grpSp>
            <p:nvGrpSpPr>
              <p:cNvPr id="995" name="Google Shape;995;p59"/>
              <p:cNvGrpSpPr/>
              <p:nvPr/>
            </p:nvGrpSpPr>
            <p:grpSpPr>
              <a:xfrm>
                <a:off x="7691232" y="3698897"/>
                <a:ext cx="175800" cy="887697"/>
                <a:chOff x="7371757" y="3976747"/>
                <a:chExt cx="175800" cy="887697"/>
              </a:xfrm>
            </p:grpSpPr>
            <p:sp>
              <p:nvSpPr>
                <p:cNvPr id="996" name="Google Shape;996;p5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5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5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0" name="Google Shape;1000;p59"/>
              <p:cNvGrpSpPr/>
              <p:nvPr/>
            </p:nvGrpSpPr>
            <p:grpSpPr>
              <a:xfrm>
                <a:off x="7691232" y="2709546"/>
                <a:ext cx="175800" cy="887697"/>
                <a:chOff x="7371757" y="3976747"/>
                <a:chExt cx="175800" cy="887697"/>
              </a:xfrm>
            </p:grpSpPr>
            <p:sp>
              <p:nvSpPr>
                <p:cNvPr id="1001" name="Google Shape;1001;p5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5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5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005" name="Shape 1005"/>
        <p:cNvGrpSpPr/>
        <p:nvPr/>
      </p:nvGrpSpPr>
      <p:grpSpPr>
        <a:xfrm>
          <a:off x="0" y="0"/>
          <a:ext cx="0" cy="0"/>
          <a:chOff x="0" y="0"/>
          <a:chExt cx="0" cy="0"/>
        </a:xfrm>
      </p:grpSpPr>
      <p:sp>
        <p:nvSpPr>
          <p:cNvPr id="1006" name="Google Shape;1006;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07" name="Google Shape;1007;p60"/>
          <p:cNvGrpSpPr/>
          <p:nvPr/>
        </p:nvGrpSpPr>
        <p:grpSpPr>
          <a:xfrm>
            <a:off x="-20657" y="150"/>
            <a:ext cx="9164657" cy="5143500"/>
            <a:chOff x="-20657" y="150"/>
            <a:chExt cx="9164657" cy="5143500"/>
          </a:xfrm>
        </p:grpSpPr>
        <p:cxnSp>
          <p:nvCxnSpPr>
            <p:cNvPr id="1008" name="Google Shape;1008;p60"/>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1009" name="Google Shape;1009;p60"/>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0" name="Google Shape;1010;p60"/>
            <p:cNvGrpSpPr/>
            <p:nvPr/>
          </p:nvGrpSpPr>
          <p:grpSpPr>
            <a:xfrm>
              <a:off x="7542978" y="176248"/>
              <a:ext cx="887795" cy="175887"/>
              <a:chOff x="2284850" y="131975"/>
              <a:chExt cx="1720200" cy="340800"/>
            </a:xfrm>
          </p:grpSpPr>
          <p:sp>
            <p:nvSpPr>
              <p:cNvPr id="1011" name="Google Shape;1011;p6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6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6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6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015" name="Shape 1015"/>
        <p:cNvGrpSpPr/>
        <p:nvPr/>
      </p:nvGrpSpPr>
      <p:grpSpPr>
        <a:xfrm>
          <a:off x="0" y="0"/>
          <a:ext cx="0" cy="0"/>
          <a:chOff x="0" y="0"/>
          <a:chExt cx="0" cy="0"/>
        </a:xfrm>
      </p:grpSpPr>
      <p:sp>
        <p:nvSpPr>
          <p:cNvPr id="1016" name="Google Shape;1016;p61"/>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17" name="Google Shape;1017;p61"/>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1018" name="Google Shape;1018;p61"/>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9" name="Google Shape;1019;p61"/>
          <p:cNvGrpSpPr/>
          <p:nvPr/>
        </p:nvGrpSpPr>
        <p:grpSpPr>
          <a:xfrm flipH="1">
            <a:off x="7966220" y="4782198"/>
            <a:ext cx="887795" cy="175887"/>
            <a:chOff x="2284850" y="131975"/>
            <a:chExt cx="1720200" cy="340800"/>
          </a:xfrm>
        </p:grpSpPr>
        <p:sp>
          <p:nvSpPr>
            <p:cNvPr id="1020" name="Google Shape;1020;p6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6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1024" name="Shape 1024"/>
        <p:cNvGrpSpPr/>
        <p:nvPr/>
      </p:nvGrpSpPr>
      <p:grpSpPr>
        <a:xfrm>
          <a:off x="0" y="0"/>
          <a:ext cx="0" cy="0"/>
          <a:chOff x="0" y="0"/>
          <a:chExt cx="0" cy="0"/>
        </a:xfrm>
      </p:grpSpPr>
      <p:sp>
        <p:nvSpPr>
          <p:cNvPr id="1025" name="Google Shape;1025;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26" name="Google Shape;1026;p62"/>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1027" name="Google Shape;1027;p62"/>
          <p:cNvGrpSpPr/>
          <p:nvPr/>
        </p:nvGrpSpPr>
        <p:grpSpPr>
          <a:xfrm>
            <a:off x="4128103" y="186798"/>
            <a:ext cx="887795" cy="175887"/>
            <a:chOff x="2284850" y="131975"/>
            <a:chExt cx="1720200" cy="340800"/>
          </a:xfrm>
        </p:grpSpPr>
        <p:sp>
          <p:nvSpPr>
            <p:cNvPr id="1028" name="Google Shape;1028;p6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6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6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6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2" name="Google Shape;1032;p62"/>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33" name="Shape 1033"/>
        <p:cNvGrpSpPr/>
        <p:nvPr/>
      </p:nvGrpSpPr>
      <p:grpSpPr>
        <a:xfrm>
          <a:off x="0" y="0"/>
          <a:ext cx="0" cy="0"/>
          <a:chOff x="0" y="0"/>
          <a:chExt cx="0" cy="0"/>
        </a:xfrm>
      </p:grpSpPr>
      <p:sp>
        <p:nvSpPr>
          <p:cNvPr id="1034" name="Google Shape;1034;p63"/>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35" name="Google Shape;1035;p63"/>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1036" name="Google Shape;1036;p6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7" name="Google Shape;1037;p63"/>
          <p:cNvGrpSpPr/>
          <p:nvPr/>
        </p:nvGrpSpPr>
        <p:grpSpPr>
          <a:xfrm flipH="1" rot="10800000">
            <a:off x="7946332" y="1013372"/>
            <a:ext cx="739550" cy="887697"/>
            <a:chOff x="7371757" y="3976747"/>
            <a:chExt cx="739550" cy="887697"/>
          </a:xfrm>
        </p:grpSpPr>
        <p:sp>
          <p:nvSpPr>
            <p:cNvPr id="1038" name="Google Shape;1038;p6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6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6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6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6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6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6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6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6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6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6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6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050" name="Shape 1050"/>
        <p:cNvGrpSpPr/>
        <p:nvPr/>
      </p:nvGrpSpPr>
      <p:grpSpPr>
        <a:xfrm>
          <a:off x="0" y="0"/>
          <a:ext cx="0" cy="0"/>
          <a:chOff x="0" y="0"/>
          <a:chExt cx="0" cy="0"/>
        </a:xfrm>
      </p:grpSpPr>
      <p:sp>
        <p:nvSpPr>
          <p:cNvPr id="1051" name="Google Shape;1051;p64"/>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2" name="Google Shape;1052;p64"/>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1053" name="Google Shape;1053;p64"/>
          <p:cNvGrpSpPr/>
          <p:nvPr/>
        </p:nvGrpSpPr>
        <p:grpSpPr>
          <a:xfrm>
            <a:off x="759093" y="449071"/>
            <a:ext cx="7652479" cy="3799448"/>
            <a:chOff x="759093" y="449071"/>
            <a:chExt cx="7652479" cy="3799448"/>
          </a:xfrm>
        </p:grpSpPr>
        <p:grpSp>
          <p:nvGrpSpPr>
            <p:cNvPr id="1054" name="Google Shape;1054;p64"/>
            <p:cNvGrpSpPr/>
            <p:nvPr/>
          </p:nvGrpSpPr>
          <p:grpSpPr>
            <a:xfrm flipH="1">
              <a:off x="7523777" y="449071"/>
              <a:ext cx="887795" cy="175887"/>
              <a:chOff x="2284850" y="131975"/>
              <a:chExt cx="1720200" cy="340800"/>
            </a:xfrm>
          </p:grpSpPr>
          <p:sp>
            <p:nvSpPr>
              <p:cNvPr id="1055" name="Google Shape;1055;p6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6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6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6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9" name="Google Shape;1059;p64"/>
            <p:cNvGrpSpPr/>
            <p:nvPr/>
          </p:nvGrpSpPr>
          <p:grpSpPr>
            <a:xfrm flipH="1">
              <a:off x="759093" y="3360822"/>
              <a:ext cx="457675" cy="887697"/>
              <a:chOff x="7653632" y="3976747"/>
              <a:chExt cx="457675" cy="887697"/>
            </a:xfrm>
          </p:grpSpPr>
          <p:sp>
            <p:nvSpPr>
              <p:cNvPr id="1060" name="Google Shape;1060;p6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6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6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6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6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6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6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6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68" name="Google Shape;1068;p64"/>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9" name="Google Shape;1069;p64"/>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0" name="Google Shape;1070;p64"/>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71" name="Shape 1071"/>
        <p:cNvGrpSpPr/>
        <p:nvPr/>
      </p:nvGrpSpPr>
      <p:grpSpPr>
        <a:xfrm>
          <a:off x="0" y="0"/>
          <a:ext cx="0" cy="0"/>
          <a:chOff x="0" y="0"/>
          <a:chExt cx="0" cy="0"/>
        </a:xfrm>
      </p:grpSpPr>
      <p:sp>
        <p:nvSpPr>
          <p:cNvPr id="1072" name="Google Shape;1072;p65"/>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73" name="Google Shape;1073;p65"/>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4" name="Google Shape;1074;p65"/>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075" name="Shape 1075"/>
        <p:cNvGrpSpPr/>
        <p:nvPr/>
      </p:nvGrpSpPr>
      <p:grpSpPr>
        <a:xfrm>
          <a:off x="0" y="0"/>
          <a:ext cx="0" cy="0"/>
          <a:chOff x="0" y="0"/>
          <a:chExt cx="0" cy="0"/>
        </a:xfrm>
      </p:grpSpPr>
      <p:sp>
        <p:nvSpPr>
          <p:cNvPr id="1076" name="Google Shape;1076;p66"/>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7" name="Google Shape;1077;p66"/>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1078" name="Google Shape;1078;p66"/>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79" name="Google Shape;1079;p66"/>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080" name="Google Shape;1080;p66"/>
          <p:cNvGrpSpPr/>
          <p:nvPr/>
        </p:nvGrpSpPr>
        <p:grpSpPr>
          <a:xfrm>
            <a:off x="324243" y="3769347"/>
            <a:ext cx="707325" cy="887697"/>
            <a:chOff x="324243" y="3769347"/>
            <a:chExt cx="707325" cy="887697"/>
          </a:xfrm>
        </p:grpSpPr>
        <p:grpSp>
          <p:nvGrpSpPr>
            <p:cNvPr id="1081" name="Google Shape;1081;p66"/>
            <p:cNvGrpSpPr/>
            <p:nvPr/>
          </p:nvGrpSpPr>
          <p:grpSpPr>
            <a:xfrm rot="10800000">
              <a:off x="324243" y="3769347"/>
              <a:ext cx="175800" cy="887697"/>
              <a:chOff x="7935507" y="3976747"/>
              <a:chExt cx="175800" cy="887697"/>
            </a:xfrm>
          </p:grpSpPr>
          <p:sp>
            <p:nvSpPr>
              <p:cNvPr id="1082" name="Google Shape;1082;p6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6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6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6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6" name="Google Shape;1086;p66"/>
            <p:cNvGrpSpPr/>
            <p:nvPr/>
          </p:nvGrpSpPr>
          <p:grpSpPr>
            <a:xfrm rot="10800000">
              <a:off x="855768" y="3769347"/>
              <a:ext cx="175800" cy="887697"/>
              <a:chOff x="7371757" y="3976747"/>
              <a:chExt cx="175800" cy="887697"/>
            </a:xfrm>
          </p:grpSpPr>
          <p:sp>
            <p:nvSpPr>
              <p:cNvPr id="1087" name="Google Shape;1087;p6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6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6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6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1" name="Google Shape;1091;p66"/>
            <p:cNvGrpSpPr/>
            <p:nvPr/>
          </p:nvGrpSpPr>
          <p:grpSpPr>
            <a:xfrm rot="10800000">
              <a:off x="590005" y="3769347"/>
              <a:ext cx="175800" cy="887697"/>
              <a:chOff x="7935507" y="3976747"/>
              <a:chExt cx="175800" cy="887697"/>
            </a:xfrm>
          </p:grpSpPr>
          <p:sp>
            <p:nvSpPr>
              <p:cNvPr id="1092" name="Google Shape;1092;p6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6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6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6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096" name="Shape 1096"/>
        <p:cNvGrpSpPr/>
        <p:nvPr/>
      </p:nvGrpSpPr>
      <p:grpSpPr>
        <a:xfrm>
          <a:off x="0" y="0"/>
          <a:ext cx="0" cy="0"/>
          <a:chOff x="0" y="0"/>
          <a:chExt cx="0" cy="0"/>
        </a:xfrm>
      </p:grpSpPr>
      <p:cxnSp>
        <p:nvCxnSpPr>
          <p:cNvPr id="1097" name="Google Shape;1097;p67"/>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1098" name="Google Shape;1098;p67"/>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9" name="Google Shape;1099;p67"/>
          <p:cNvGrpSpPr/>
          <p:nvPr/>
        </p:nvGrpSpPr>
        <p:grpSpPr>
          <a:xfrm>
            <a:off x="7958407" y="2900571"/>
            <a:ext cx="739550" cy="1877049"/>
            <a:chOff x="7691232" y="2709546"/>
            <a:chExt cx="739550" cy="1877049"/>
          </a:xfrm>
        </p:grpSpPr>
        <p:grpSp>
          <p:nvGrpSpPr>
            <p:cNvPr id="1100" name="Google Shape;1100;p67"/>
            <p:cNvGrpSpPr/>
            <p:nvPr/>
          </p:nvGrpSpPr>
          <p:grpSpPr>
            <a:xfrm>
              <a:off x="7691232" y="3698897"/>
              <a:ext cx="739550" cy="887697"/>
              <a:chOff x="7371757" y="3976747"/>
              <a:chExt cx="739550" cy="887697"/>
            </a:xfrm>
          </p:grpSpPr>
          <p:sp>
            <p:nvSpPr>
              <p:cNvPr id="1101" name="Google Shape;1101;p6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6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6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6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6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6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6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6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6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6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6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6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3" name="Google Shape;1113;p67"/>
            <p:cNvGrpSpPr/>
            <p:nvPr/>
          </p:nvGrpSpPr>
          <p:grpSpPr>
            <a:xfrm>
              <a:off x="7691232" y="2709546"/>
              <a:ext cx="739550" cy="887697"/>
              <a:chOff x="7371757" y="3976747"/>
              <a:chExt cx="739550" cy="887697"/>
            </a:xfrm>
          </p:grpSpPr>
          <p:sp>
            <p:nvSpPr>
              <p:cNvPr id="1114" name="Google Shape;1114;p6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6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6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6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6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6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6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6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6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6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6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6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26" name="Google Shape;1126;p67"/>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27" name="Google Shape;1127;p67"/>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1128" name="Shape 1128"/>
        <p:cNvGrpSpPr/>
        <p:nvPr/>
      </p:nvGrpSpPr>
      <p:grpSpPr>
        <a:xfrm>
          <a:off x="0" y="0"/>
          <a:ext cx="0" cy="0"/>
          <a:chOff x="0" y="0"/>
          <a:chExt cx="0" cy="0"/>
        </a:xfrm>
      </p:grpSpPr>
      <p:sp>
        <p:nvSpPr>
          <p:cNvPr id="1129" name="Google Shape;1129;p6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30" name="Google Shape;1130;p68"/>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1131" name="Google Shape;1131;p68"/>
          <p:cNvGrpSpPr/>
          <p:nvPr/>
        </p:nvGrpSpPr>
        <p:grpSpPr>
          <a:xfrm>
            <a:off x="269328" y="269127"/>
            <a:ext cx="8249354" cy="1636293"/>
            <a:chOff x="269328" y="269127"/>
            <a:chExt cx="8249354" cy="1636293"/>
          </a:xfrm>
        </p:grpSpPr>
        <p:grpSp>
          <p:nvGrpSpPr>
            <p:cNvPr id="1132" name="Google Shape;1132;p68"/>
            <p:cNvGrpSpPr/>
            <p:nvPr/>
          </p:nvGrpSpPr>
          <p:grpSpPr>
            <a:xfrm flipH="1" rot="10800000">
              <a:off x="8061007" y="1017722"/>
              <a:ext cx="457675" cy="887697"/>
              <a:chOff x="7371757" y="3976747"/>
              <a:chExt cx="457675" cy="887697"/>
            </a:xfrm>
          </p:grpSpPr>
          <p:sp>
            <p:nvSpPr>
              <p:cNvPr id="1133" name="Google Shape;1133;p6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6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6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6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6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6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6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6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1" name="Google Shape;1141;p68"/>
            <p:cNvGrpSpPr/>
            <p:nvPr/>
          </p:nvGrpSpPr>
          <p:grpSpPr>
            <a:xfrm>
              <a:off x="269328" y="269127"/>
              <a:ext cx="887795" cy="175887"/>
              <a:chOff x="2284850" y="131975"/>
              <a:chExt cx="1720200" cy="340800"/>
            </a:xfrm>
          </p:grpSpPr>
          <p:sp>
            <p:nvSpPr>
              <p:cNvPr id="1142" name="Google Shape;1142;p6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6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6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6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46" name="Google Shape;1146;p68"/>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47" name="Google Shape;1147;p68"/>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1148" name="Shape 1148"/>
        <p:cNvGrpSpPr/>
        <p:nvPr/>
      </p:nvGrpSpPr>
      <p:grpSpPr>
        <a:xfrm>
          <a:off x="0" y="0"/>
          <a:ext cx="0" cy="0"/>
          <a:chOff x="0" y="0"/>
          <a:chExt cx="0" cy="0"/>
        </a:xfrm>
      </p:grpSpPr>
      <p:sp>
        <p:nvSpPr>
          <p:cNvPr id="1149" name="Google Shape;1149;p69"/>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0" name="Google Shape;1150;p69"/>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1151" name="Google Shape;1151;p6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2" name="Google Shape;1152;p69"/>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1153" name="Google Shape;1153;p69"/>
          <p:cNvGrpSpPr/>
          <p:nvPr/>
        </p:nvGrpSpPr>
        <p:grpSpPr>
          <a:xfrm>
            <a:off x="269328" y="269127"/>
            <a:ext cx="887795" cy="175887"/>
            <a:chOff x="2284850" y="131975"/>
            <a:chExt cx="1720200" cy="340800"/>
          </a:xfrm>
        </p:grpSpPr>
        <p:sp>
          <p:nvSpPr>
            <p:cNvPr id="1154" name="Google Shape;1154;p6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6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6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6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8" name="Google Shape;1158;p69"/>
          <p:cNvGrpSpPr/>
          <p:nvPr/>
        </p:nvGrpSpPr>
        <p:grpSpPr>
          <a:xfrm>
            <a:off x="7920045" y="3001872"/>
            <a:ext cx="433111" cy="1871372"/>
            <a:chOff x="8038657" y="1017722"/>
            <a:chExt cx="433111" cy="1871372"/>
          </a:xfrm>
        </p:grpSpPr>
        <p:grpSp>
          <p:nvGrpSpPr>
            <p:cNvPr id="1159" name="Google Shape;1159;p69"/>
            <p:cNvGrpSpPr/>
            <p:nvPr/>
          </p:nvGrpSpPr>
          <p:grpSpPr>
            <a:xfrm>
              <a:off x="8038657" y="1017722"/>
              <a:ext cx="175800" cy="887697"/>
              <a:chOff x="7371757" y="3976747"/>
              <a:chExt cx="175800" cy="887697"/>
            </a:xfrm>
          </p:grpSpPr>
          <p:sp>
            <p:nvSpPr>
              <p:cNvPr id="1160" name="Google Shape;1160;p6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6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6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6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4" name="Google Shape;1164;p69"/>
            <p:cNvGrpSpPr/>
            <p:nvPr/>
          </p:nvGrpSpPr>
          <p:grpSpPr>
            <a:xfrm>
              <a:off x="8295968" y="1017722"/>
              <a:ext cx="175800" cy="887697"/>
              <a:chOff x="7935507" y="3976747"/>
              <a:chExt cx="175800" cy="887697"/>
            </a:xfrm>
          </p:grpSpPr>
          <p:sp>
            <p:nvSpPr>
              <p:cNvPr id="1165" name="Google Shape;1165;p6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6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6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6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9" name="Google Shape;1169;p69"/>
            <p:cNvGrpSpPr/>
            <p:nvPr/>
          </p:nvGrpSpPr>
          <p:grpSpPr>
            <a:xfrm>
              <a:off x="8038657" y="2001397"/>
              <a:ext cx="175800" cy="887697"/>
              <a:chOff x="7371757" y="3976747"/>
              <a:chExt cx="175800" cy="887697"/>
            </a:xfrm>
          </p:grpSpPr>
          <p:sp>
            <p:nvSpPr>
              <p:cNvPr id="1170" name="Google Shape;1170;p6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6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6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6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4" name="Google Shape;1174;p69"/>
            <p:cNvGrpSpPr/>
            <p:nvPr/>
          </p:nvGrpSpPr>
          <p:grpSpPr>
            <a:xfrm>
              <a:off x="8295968" y="2001397"/>
              <a:ext cx="175800" cy="887697"/>
              <a:chOff x="7935507" y="3976747"/>
              <a:chExt cx="175800" cy="887697"/>
            </a:xfrm>
          </p:grpSpPr>
          <p:sp>
            <p:nvSpPr>
              <p:cNvPr id="1175" name="Google Shape;1175;p6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6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6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6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179" name="Shape 1179"/>
        <p:cNvGrpSpPr/>
        <p:nvPr/>
      </p:nvGrpSpPr>
      <p:grpSpPr>
        <a:xfrm>
          <a:off x="0" y="0"/>
          <a:ext cx="0" cy="0"/>
          <a:chOff x="0" y="0"/>
          <a:chExt cx="0" cy="0"/>
        </a:xfrm>
      </p:grpSpPr>
      <p:sp>
        <p:nvSpPr>
          <p:cNvPr id="1180" name="Google Shape;1180;p7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1" name="Google Shape;1181;p70"/>
          <p:cNvGrpSpPr/>
          <p:nvPr/>
        </p:nvGrpSpPr>
        <p:grpSpPr>
          <a:xfrm>
            <a:off x="3539353" y="688497"/>
            <a:ext cx="5261204" cy="4003441"/>
            <a:chOff x="3539353" y="688497"/>
            <a:chExt cx="5261204" cy="4003441"/>
          </a:xfrm>
        </p:grpSpPr>
        <p:grpSp>
          <p:nvGrpSpPr>
            <p:cNvPr id="1182" name="Google Shape;1182;p70"/>
            <p:cNvGrpSpPr/>
            <p:nvPr/>
          </p:nvGrpSpPr>
          <p:grpSpPr>
            <a:xfrm flipH="1" rot="10800000">
              <a:off x="8061007" y="688497"/>
              <a:ext cx="739550" cy="887697"/>
              <a:chOff x="7371757" y="3976747"/>
              <a:chExt cx="739550" cy="887697"/>
            </a:xfrm>
          </p:grpSpPr>
          <p:sp>
            <p:nvSpPr>
              <p:cNvPr id="1183" name="Google Shape;1183;p7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7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7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5" name="Google Shape;1195;p70"/>
            <p:cNvGrpSpPr/>
            <p:nvPr/>
          </p:nvGrpSpPr>
          <p:grpSpPr>
            <a:xfrm>
              <a:off x="3539353" y="4516052"/>
              <a:ext cx="887795" cy="175887"/>
              <a:chOff x="2284850" y="131975"/>
              <a:chExt cx="1720200" cy="340800"/>
            </a:xfrm>
          </p:grpSpPr>
          <p:sp>
            <p:nvSpPr>
              <p:cNvPr id="1196" name="Google Shape;1196;p7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7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7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00" name="Google Shape;1200;p70"/>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01" name="Google Shape;1201;p70"/>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02" name="Google Shape;1202;p70"/>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03" name="Google Shape;1203;p70"/>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04" name="Google Shape;1204;p70"/>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205" name="Shape 1205"/>
        <p:cNvGrpSpPr/>
        <p:nvPr/>
      </p:nvGrpSpPr>
      <p:grpSpPr>
        <a:xfrm>
          <a:off x="0" y="0"/>
          <a:ext cx="0" cy="0"/>
          <a:chOff x="0" y="0"/>
          <a:chExt cx="0" cy="0"/>
        </a:xfrm>
      </p:grpSpPr>
      <p:sp>
        <p:nvSpPr>
          <p:cNvPr id="1206" name="Google Shape;1206;p71"/>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07" name="Google Shape;1207;p71"/>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1208" name="Google Shape;1208;p71"/>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1209" name="Google Shape;1209;p71"/>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71"/>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11" name="Shape 1211"/>
        <p:cNvGrpSpPr/>
        <p:nvPr/>
      </p:nvGrpSpPr>
      <p:grpSpPr>
        <a:xfrm>
          <a:off x="0" y="0"/>
          <a:ext cx="0" cy="0"/>
          <a:chOff x="0" y="0"/>
          <a:chExt cx="0" cy="0"/>
        </a:xfrm>
      </p:grpSpPr>
      <p:sp>
        <p:nvSpPr>
          <p:cNvPr id="1212" name="Google Shape;1212;p72"/>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3" name="Google Shape;1213;p72"/>
          <p:cNvGrpSpPr/>
          <p:nvPr/>
        </p:nvGrpSpPr>
        <p:grpSpPr>
          <a:xfrm flipH="1">
            <a:off x="7986880" y="4515911"/>
            <a:ext cx="887795" cy="175887"/>
            <a:chOff x="2284850" y="131975"/>
            <a:chExt cx="1720200" cy="340800"/>
          </a:xfrm>
        </p:grpSpPr>
        <p:sp>
          <p:nvSpPr>
            <p:cNvPr id="1214" name="Google Shape;1214;p7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7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7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7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8" name="Google Shape;1218;p72"/>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9" name="Google Shape;1219;p72"/>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0" name="Google Shape;1220;p72"/>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1" name="Google Shape;1221;p72"/>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22" name="Google Shape;1222;p72"/>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23" name="Google Shape;1223;p72"/>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24" name="Google Shape;1224;p72"/>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225" name="Shape 1225"/>
        <p:cNvGrpSpPr/>
        <p:nvPr/>
      </p:nvGrpSpPr>
      <p:grpSpPr>
        <a:xfrm>
          <a:off x="0" y="0"/>
          <a:ext cx="0" cy="0"/>
          <a:chOff x="0" y="0"/>
          <a:chExt cx="0" cy="0"/>
        </a:xfrm>
      </p:grpSpPr>
      <p:sp>
        <p:nvSpPr>
          <p:cNvPr id="1226" name="Google Shape;1226;p7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7" name="Google Shape;1227;p73"/>
          <p:cNvGrpSpPr/>
          <p:nvPr/>
        </p:nvGrpSpPr>
        <p:grpSpPr>
          <a:xfrm>
            <a:off x="269328" y="197352"/>
            <a:ext cx="8249354" cy="3899618"/>
            <a:chOff x="269328" y="197352"/>
            <a:chExt cx="8249354" cy="3899618"/>
          </a:xfrm>
        </p:grpSpPr>
        <p:grpSp>
          <p:nvGrpSpPr>
            <p:cNvPr id="1228" name="Google Shape;1228;p73"/>
            <p:cNvGrpSpPr/>
            <p:nvPr/>
          </p:nvGrpSpPr>
          <p:grpSpPr>
            <a:xfrm>
              <a:off x="8061007" y="3209272"/>
              <a:ext cx="457675" cy="887697"/>
              <a:chOff x="7371757" y="3976747"/>
              <a:chExt cx="457675" cy="887697"/>
            </a:xfrm>
          </p:grpSpPr>
          <p:sp>
            <p:nvSpPr>
              <p:cNvPr id="1229" name="Google Shape;1229;p7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7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7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7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7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7" name="Google Shape;1237;p73"/>
            <p:cNvGrpSpPr/>
            <p:nvPr/>
          </p:nvGrpSpPr>
          <p:grpSpPr>
            <a:xfrm>
              <a:off x="269328" y="197352"/>
              <a:ext cx="887795" cy="175887"/>
              <a:chOff x="2284850" y="131975"/>
              <a:chExt cx="1720200" cy="340800"/>
            </a:xfrm>
          </p:grpSpPr>
          <p:sp>
            <p:nvSpPr>
              <p:cNvPr id="1238" name="Google Shape;1238;p7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7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7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7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42" name="Google Shape;1242;p73"/>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43" name="Google Shape;1243;p73"/>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4" name="Google Shape;1244;p73"/>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5" name="Google Shape;1245;p73"/>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6" name="Google Shape;1246;p73"/>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7" name="Google Shape;1247;p73"/>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48" name="Google Shape;1248;p73"/>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49" name="Google Shape;1249;p73"/>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50" name="Google Shape;1250;p73"/>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51" name="Shape 1251"/>
        <p:cNvGrpSpPr/>
        <p:nvPr/>
      </p:nvGrpSpPr>
      <p:grpSpPr>
        <a:xfrm>
          <a:off x="0" y="0"/>
          <a:ext cx="0" cy="0"/>
          <a:chOff x="0" y="0"/>
          <a:chExt cx="0" cy="0"/>
        </a:xfrm>
      </p:grpSpPr>
      <p:sp>
        <p:nvSpPr>
          <p:cNvPr id="1252" name="Google Shape;1252;p74"/>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3" name="Google Shape;1253;p74"/>
          <p:cNvGrpSpPr/>
          <p:nvPr/>
        </p:nvGrpSpPr>
        <p:grpSpPr>
          <a:xfrm flipH="1">
            <a:off x="3091253" y="4774223"/>
            <a:ext cx="887795" cy="175887"/>
            <a:chOff x="2284850" y="131975"/>
            <a:chExt cx="1720200" cy="340800"/>
          </a:xfrm>
        </p:grpSpPr>
        <p:sp>
          <p:nvSpPr>
            <p:cNvPr id="1254" name="Google Shape;1254;p7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7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7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7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8" name="Google Shape;1258;p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59" name="Google Shape;1259;p74"/>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0" name="Google Shape;1260;p74"/>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1" name="Google Shape;1261;p74"/>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2" name="Google Shape;1262;p74"/>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3" name="Google Shape;1263;p74"/>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4" name="Google Shape;1264;p74"/>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5" name="Google Shape;1265;p74"/>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66" name="Google Shape;1266;p74"/>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67" name="Google Shape;1267;p74"/>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68" name="Google Shape;1268;p74"/>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69" name="Google Shape;1269;p74"/>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70" name="Google Shape;1270;p74"/>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71" name="Shape 1271"/>
        <p:cNvGrpSpPr/>
        <p:nvPr/>
      </p:nvGrpSpPr>
      <p:grpSpPr>
        <a:xfrm>
          <a:off x="0" y="0"/>
          <a:ext cx="0" cy="0"/>
          <a:chOff x="0" y="0"/>
          <a:chExt cx="0" cy="0"/>
        </a:xfrm>
      </p:grpSpPr>
      <p:sp>
        <p:nvSpPr>
          <p:cNvPr id="1272" name="Google Shape;1272;p75"/>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3" name="Google Shape;1273;p75"/>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1274" name="Google Shape;1274;p75"/>
          <p:cNvGrpSpPr/>
          <p:nvPr/>
        </p:nvGrpSpPr>
        <p:grpSpPr>
          <a:xfrm flipH="1">
            <a:off x="7829752" y="4831427"/>
            <a:ext cx="887795" cy="175887"/>
            <a:chOff x="2284850" y="131975"/>
            <a:chExt cx="1720200" cy="340800"/>
          </a:xfrm>
        </p:grpSpPr>
        <p:sp>
          <p:nvSpPr>
            <p:cNvPr id="1275" name="Google Shape;1275;p7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7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7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9" name="Google Shape;1279;p75"/>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80" name="Google Shape;1280;p75"/>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81" name="Google Shape;1281;p75"/>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82" name="Google Shape;1282;p75"/>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83" name="Google Shape;1283;p75"/>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84" name="Google Shape;1284;p75"/>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1285" name="Google Shape;1285;p75"/>
          <p:cNvGrpSpPr/>
          <p:nvPr/>
        </p:nvGrpSpPr>
        <p:grpSpPr>
          <a:xfrm>
            <a:off x="300632" y="445022"/>
            <a:ext cx="958892" cy="887697"/>
            <a:chOff x="272293" y="445022"/>
            <a:chExt cx="958892" cy="887697"/>
          </a:xfrm>
        </p:grpSpPr>
        <p:grpSp>
          <p:nvGrpSpPr>
            <p:cNvPr id="1286" name="Google Shape;1286;p75"/>
            <p:cNvGrpSpPr/>
            <p:nvPr/>
          </p:nvGrpSpPr>
          <p:grpSpPr>
            <a:xfrm rot="10800000">
              <a:off x="272293" y="445022"/>
              <a:ext cx="175800" cy="887697"/>
              <a:chOff x="7935507" y="3976747"/>
              <a:chExt cx="175800" cy="887697"/>
            </a:xfrm>
          </p:grpSpPr>
          <p:sp>
            <p:nvSpPr>
              <p:cNvPr id="1287" name="Google Shape;1287;p7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7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7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1" name="Google Shape;1291;p75"/>
            <p:cNvGrpSpPr/>
            <p:nvPr/>
          </p:nvGrpSpPr>
          <p:grpSpPr>
            <a:xfrm rot="10800000">
              <a:off x="533323" y="445022"/>
              <a:ext cx="175800" cy="887697"/>
              <a:chOff x="7935507" y="3976747"/>
              <a:chExt cx="175800" cy="887697"/>
            </a:xfrm>
          </p:grpSpPr>
          <p:sp>
            <p:nvSpPr>
              <p:cNvPr id="1292" name="Google Shape;1292;p7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7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7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7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6" name="Google Shape;1296;p75"/>
            <p:cNvGrpSpPr/>
            <p:nvPr/>
          </p:nvGrpSpPr>
          <p:grpSpPr>
            <a:xfrm rot="10800000">
              <a:off x="794354" y="445022"/>
              <a:ext cx="175800" cy="887697"/>
              <a:chOff x="7935507" y="3976747"/>
              <a:chExt cx="175800" cy="887697"/>
            </a:xfrm>
          </p:grpSpPr>
          <p:sp>
            <p:nvSpPr>
              <p:cNvPr id="1297" name="Google Shape;1297;p7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7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7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1" name="Google Shape;1301;p75"/>
            <p:cNvGrpSpPr/>
            <p:nvPr/>
          </p:nvGrpSpPr>
          <p:grpSpPr>
            <a:xfrm rot="10800000">
              <a:off x="1055385" y="445022"/>
              <a:ext cx="175800" cy="887697"/>
              <a:chOff x="7935507" y="3976747"/>
              <a:chExt cx="175800" cy="887697"/>
            </a:xfrm>
          </p:grpSpPr>
          <p:sp>
            <p:nvSpPr>
              <p:cNvPr id="1302" name="Google Shape;1302;p7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7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306" name="Shape 1306"/>
        <p:cNvGrpSpPr/>
        <p:nvPr/>
      </p:nvGrpSpPr>
      <p:grpSpPr>
        <a:xfrm>
          <a:off x="0" y="0"/>
          <a:ext cx="0" cy="0"/>
          <a:chOff x="0" y="0"/>
          <a:chExt cx="0" cy="0"/>
        </a:xfrm>
      </p:grpSpPr>
      <p:cxnSp>
        <p:nvCxnSpPr>
          <p:cNvPr id="1307" name="Google Shape;1307;p76"/>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1308" name="Google Shape;1308;p76"/>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9" name="Google Shape;1309;p76"/>
          <p:cNvGrpSpPr/>
          <p:nvPr/>
        </p:nvGrpSpPr>
        <p:grpSpPr>
          <a:xfrm flipH="1">
            <a:off x="896577" y="269148"/>
            <a:ext cx="887795" cy="175887"/>
            <a:chOff x="2284850" y="131975"/>
            <a:chExt cx="1720200" cy="340800"/>
          </a:xfrm>
        </p:grpSpPr>
        <p:sp>
          <p:nvSpPr>
            <p:cNvPr id="1310" name="Google Shape;1310;p7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7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7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4" name="Google Shape;1314;p76"/>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15" name="Google Shape;1315;p76"/>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16" name="Google Shape;1316;p76"/>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17" name="Google Shape;1317;p76"/>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18" name="Google Shape;1318;p76"/>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19" name="Google Shape;1319;p76"/>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20" name="Google Shape;1320;p76"/>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21" name="Google Shape;1321;p76"/>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22" name="Google Shape;1322;p76"/>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23" name="Google Shape;1323;p76"/>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324" name="Shape 1324"/>
        <p:cNvGrpSpPr/>
        <p:nvPr/>
      </p:nvGrpSpPr>
      <p:grpSpPr>
        <a:xfrm>
          <a:off x="0" y="0"/>
          <a:ext cx="0" cy="0"/>
          <a:chOff x="0" y="0"/>
          <a:chExt cx="0" cy="0"/>
        </a:xfrm>
      </p:grpSpPr>
      <p:sp>
        <p:nvSpPr>
          <p:cNvPr id="1325" name="Google Shape;1325;p77"/>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6" name="Google Shape;1326;p77"/>
          <p:cNvGrpSpPr/>
          <p:nvPr/>
        </p:nvGrpSpPr>
        <p:grpSpPr>
          <a:xfrm flipH="1">
            <a:off x="754543" y="777996"/>
            <a:ext cx="739550" cy="1877049"/>
            <a:chOff x="7691232" y="2709546"/>
            <a:chExt cx="739550" cy="1877049"/>
          </a:xfrm>
        </p:grpSpPr>
        <p:grpSp>
          <p:nvGrpSpPr>
            <p:cNvPr id="1327" name="Google Shape;1327;p77"/>
            <p:cNvGrpSpPr/>
            <p:nvPr/>
          </p:nvGrpSpPr>
          <p:grpSpPr>
            <a:xfrm>
              <a:off x="7691232" y="3698897"/>
              <a:ext cx="739550" cy="887697"/>
              <a:chOff x="7371757" y="3976747"/>
              <a:chExt cx="739550" cy="887697"/>
            </a:xfrm>
          </p:grpSpPr>
          <p:sp>
            <p:nvSpPr>
              <p:cNvPr id="1328" name="Google Shape;1328;p7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7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7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7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7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7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0" name="Google Shape;1340;p77"/>
            <p:cNvGrpSpPr/>
            <p:nvPr/>
          </p:nvGrpSpPr>
          <p:grpSpPr>
            <a:xfrm>
              <a:off x="7691232" y="2709546"/>
              <a:ext cx="739550" cy="887697"/>
              <a:chOff x="7371757" y="3976747"/>
              <a:chExt cx="739550" cy="887697"/>
            </a:xfrm>
          </p:grpSpPr>
          <p:sp>
            <p:nvSpPr>
              <p:cNvPr id="1341" name="Google Shape;1341;p7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7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7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7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7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7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53" name="Google Shape;1353;p77"/>
          <p:cNvGrpSpPr/>
          <p:nvPr/>
        </p:nvGrpSpPr>
        <p:grpSpPr>
          <a:xfrm flipH="1">
            <a:off x="3391227" y="4753102"/>
            <a:ext cx="887795" cy="175887"/>
            <a:chOff x="2284850" y="131975"/>
            <a:chExt cx="1720200" cy="340800"/>
          </a:xfrm>
        </p:grpSpPr>
        <p:sp>
          <p:nvSpPr>
            <p:cNvPr id="1354" name="Google Shape;1354;p7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8" name="Google Shape;1358;p77"/>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1359" name="Google Shape;1359;p77"/>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60" name="Google Shape;1360;p77"/>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61" name="Shape 1361"/>
        <p:cNvGrpSpPr/>
        <p:nvPr/>
      </p:nvGrpSpPr>
      <p:grpSpPr>
        <a:xfrm>
          <a:off x="0" y="0"/>
          <a:ext cx="0" cy="0"/>
          <a:chOff x="0" y="0"/>
          <a:chExt cx="0" cy="0"/>
        </a:xfrm>
      </p:grpSpPr>
      <p:cxnSp>
        <p:nvCxnSpPr>
          <p:cNvPr id="1362" name="Google Shape;1362;p78"/>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1363" name="Google Shape;1363;p78"/>
          <p:cNvGrpSpPr/>
          <p:nvPr/>
        </p:nvGrpSpPr>
        <p:grpSpPr>
          <a:xfrm>
            <a:off x="269328" y="3823073"/>
            <a:ext cx="887795" cy="175887"/>
            <a:chOff x="-5191947" y="7177654"/>
            <a:chExt cx="1720200" cy="340800"/>
          </a:xfrm>
        </p:grpSpPr>
        <p:sp>
          <p:nvSpPr>
            <p:cNvPr id="1364" name="Google Shape;1364;p78"/>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78"/>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78"/>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78"/>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8" name="Google Shape;1368;p78"/>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69" name="Shape 1369"/>
        <p:cNvGrpSpPr/>
        <p:nvPr/>
      </p:nvGrpSpPr>
      <p:grpSpPr>
        <a:xfrm>
          <a:off x="0" y="0"/>
          <a:ext cx="0" cy="0"/>
          <a:chOff x="0" y="0"/>
          <a:chExt cx="0" cy="0"/>
        </a:xfrm>
      </p:grpSpPr>
      <p:cxnSp>
        <p:nvCxnSpPr>
          <p:cNvPr id="1370" name="Google Shape;1370;p79"/>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1371" name="Google Shape;1371;p79"/>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2" name="Google Shape;1372;p79"/>
          <p:cNvGrpSpPr/>
          <p:nvPr/>
        </p:nvGrpSpPr>
        <p:grpSpPr>
          <a:xfrm>
            <a:off x="1553061" y="1633371"/>
            <a:ext cx="3369104" cy="3282565"/>
            <a:chOff x="1553061" y="1633371"/>
            <a:chExt cx="3369104" cy="3282565"/>
          </a:xfrm>
        </p:grpSpPr>
        <p:grpSp>
          <p:nvGrpSpPr>
            <p:cNvPr id="1373" name="Google Shape;1373;p79"/>
            <p:cNvGrpSpPr/>
            <p:nvPr/>
          </p:nvGrpSpPr>
          <p:grpSpPr>
            <a:xfrm rot="10800000">
              <a:off x="1553061" y="1633371"/>
              <a:ext cx="457675" cy="1877049"/>
              <a:chOff x="7973107" y="2709546"/>
              <a:chExt cx="457675" cy="1877049"/>
            </a:xfrm>
          </p:grpSpPr>
          <p:grpSp>
            <p:nvGrpSpPr>
              <p:cNvPr id="1374" name="Google Shape;1374;p79"/>
              <p:cNvGrpSpPr/>
              <p:nvPr/>
            </p:nvGrpSpPr>
            <p:grpSpPr>
              <a:xfrm>
                <a:off x="7973107" y="3698897"/>
                <a:ext cx="457675" cy="887697"/>
                <a:chOff x="7653632" y="3976747"/>
                <a:chExt cx="457675" cy="887697"/>
              </a:xfrm>
            </p:grpSpPr>
            <p:sp>
              <p:nvSpPr>
                <p:cNvPr id="1375" name="Google Shape;1375;p7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7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7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7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3" name="Google Shape;1383;p79"/>
              <p:cNvGrpSpPr/>
              <p:nvPr/>
            </p:nvGrpSpPr>
            <p:grpSpPr>
              <a:xfrm>
                <a:off x="7973107" y="2709546"/>
                <a:ext cx="457675" cy="887697"/>
                <a:chOff x="7653632" y="3976747"/>
                <a:chExt cx="457675" cy="887697"/>
              </a:xfrm>
            </p:grpSpPr>
            <p:sp>
              <p:nvSpPr>
                <p:cNvPr id="1384" name="Google Shape;1384;p7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7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7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7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7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7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92" name="Google Shape;1392;p79"/>
            <p:cNvGrpSpPr/>
            <p:nvPr/>
          </p:nvGrpSpPr>
          <p:grpSpPr>
            <a:xfrm flipH="1">
              <a:off x="4034370" y="4740048"/>
              <a:ext cx="887795" cy="175887"/>
              <a:chOff x="-5191947" y="7177654"/>
              <a:chExt cx="1720200" cy="340800"/>
            </a:xfrm>
          </p:grpSpPr>
          <p:sp>
            <p:nvSpPr>
              <p:cNvPr id="1393" name="Google Shape;1393;p79"/>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79"/>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79"/>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79"/>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00" name="Shape 1400"/>
        <p:cNvGrpSpPr/>
        <p:nvPr/>
      </p:nvGrpSpPr>
      <p:grpSpPr>
        <a:xfrm>
          <a:off x="0" y="0"/>
          <a:ext cx="0" cy="0"/>
          <a:chOff x="0" y="0"/>
          <a:chExt cx="0" cy="0"/>
        </a:xfrm>
      </p:grpSpPr>
      <p:sp>
        <p:nvSpPr>
          <p:cNvPr id="1401" name="Google Shape;1401;p81"/>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1402" name="Google Shape;1402;p81"/>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403" name="Google Shape;1403;p8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4" name="Google Shape;1404;p81"/>
          <p:cNvGrpSpPr/>
          <p:nvPr/>
        </p:nvGrpSpPr>
        <p:grpSpPr>
          <a:xfrm>
            <a:off x="7371757" y="3976747"/>
            <a:ext cx="739550" cy="887697"/>
            <a:chOff x="7371757" y="3976747"/>
            <a:chExt cx="739550" cy="887697"/>
          </a:xfrm>
        </p:grpSpPr>
        <p:sp>
          <p:nvSpPr>
            <p:cNvPr id="1405" name="Google Shape;1405;p8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8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8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8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8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8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8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8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8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8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8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8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17" name="Shape 1417"/>
        <p:cNvGrpSpPr/>
        <p:nvPr/>
      </p:nvGrpSpPr>
      <p:grpSpPr>
        <a:xfrm>
          <a:off x="0" y="0"/>
          <a:ext cx="0" cy="0"/>
          <a:chOff x="0" y="0"/>
          <a:chExt cx="0" cy="0"/>
        </a:xfrm>
      </p:grpSpPr>
      <p:sp>
        <p:nvSpPr>
          <p:cNvPr id="1418" name="Google Shape;1418;p82"/>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19" name="Google Shape;1419;p82"/>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20" name="Google Shape;1420;p82"/>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21" name="Google Shape;1421;p82"/>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2" name="Google Shape;1422;p82"/>
          <p:cNvGrpSpPr/>
          <p:nvPr/>
        </p:nvGrpSpPr>
        <p:grpSpPr>
          <a:xfrm flipH="1" rot="10800000">
            <a:off x="6851382" y="1633371"/>
            <a:ext cx="457675" cy="1877049"/>
            <a:chOff x="7691232" y="2709546"/>
            <a:chExt cx="457675" cy="1877049"/>
          </a:xfrm>
        </p:grpSpPr>
        <p:grpSp>
          <p:nvGrpSpPr>
            <p:cNvPr id="1423" name="Google Shape;1423;p82"/>
            <p:cNvGrpSpPr/>
            <p:nvPr/>
          </p:nvGrpSpPr>
          <p:grpSpPr>
            <a:xfrm>
              <a:off x="7691232" y="3698897"/>
              <a:ext cx="457675" cy="887697"/>
              <a:chOff x="7371757" y="3976747"/>
              <a:chExt cx="457675" cy="887697"/>
            </a:xfrm>
          </p:grpSpPr>
          <p:sp>
            <p:nvSpPr>
              <p:cNvPr id="1424" name="Google Shape;1424;p8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8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8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8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8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8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8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8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2" name="Google Shape;1432;p82"/>
            <p:cNvGrpSpPr/>
            <p:nvPr/>
          </p:nvGrpSpPr>
          <p:grpSpPr>
            <a:xfrm>
              <a:off x="7691232" y="2709546"/>
              <a:ext cx="457675" cy="887697"/>
              <a:chOff x="7371757" y="3976747"/>
              <a:chExt cx="457675" cy="887697"/>
            </a:xfrm>
          </p:grpSpPr>
          <p:sp>
            <p:nvSpPr>
              <p:cNvPr id="1433" name="Google Shape;1433;p8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8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8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8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8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8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8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8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41" name="Shape 1441"/>
        <p:cNvGrpSpPr/>
        <p:nvPr/>
      </p:nvGrpSpPr>
      <p:grpSpPr>
        <a:xfrm>
          <a:off x="0" y="0"/>
          <a:ext cx="0" cy="0"/>
          <a:chOff x="0" y="0"/>
          <a:chExt cx="0" cy="0"/>
        </a:xfrm>
      </p:grpSpPr>
      <p:sp>
        <p:nvSpPr>
          <p:cNvPr id="1442" name="Google Shape;1442;p83"/>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43" name="Google Shape;1443;p83"/>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1444" name="Google Shape;1444;p83"/>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1445" name="Google Shape;1445;p8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6" name="Google Shape;1446;p83"/>
          <p:cNvGrpSpPr/>
          <p:nvPr/>
        </p:nvGrpSpPr>
        <p:grpSpPr>
          <a:xfrm>
            <a:off x="1202653" y="2683622"/>
            <a:ext cx="6827579" cy="2242691"/>
            <a:chOff x="1202653" y="2683622"/>
            <a:chExt cx="6827579" cy="2242691"/>
          </a:xfrm>
        </p:grpSpPr>
        <p:grpSp>
          <p:nvGrpSpPr>
            <p:cNvPr id="1447" name="Google Shape;1447;p83"/>
            <p:cNvGrpSpPr/>
            <p:nvPr/>
          </p:nvGrpSpPr>
          <p:grpSpPr>
            <a:xfrm>
              <a:off x="7854432" y="2683622"/>
              <a:ext cx="175800" cy="887697"/>
              <a:chOff x="7371757" y="3976747"/>
              <a:chExt cx="175800" cy="887697"/>
            </a:xfrm>
          </p:grpSpPr>
          <p:sp>
            <p:nvSpPr>
              <p:cNvPr id="1448" name="Google Shape;1448;p8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8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8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8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2" name="Google Shape;1452;p83"/>
            <p:cNvGrpSpPr/>
            <p:nvPr/>
          </p:nvGrpSpPr>
          <p:grpSpPr>
            <a:xfrm>
              <a:off x="1202653" y="4750427"/>
              <a:ext cx="887795" cy="175887"/>
              <a:chOff x="2284850" y="131975"/>
              <a:chExt cx="1720200" cy="340800"/>
            </a:xfrm>
          </p:grpSpPr>
          <p:sp>
            <p:nvSpPr>
              <p:cNvPr id="1453" name="Google Shape;1453;p8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8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8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8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57" name="Shape 1457"/>
        <p:cNvGrpSpPr/>
        <p:nvPr/>
      </p:nvGrpSpPr>
      <p:grpSpPr>
        <a:xfrm>
          <a:off x="0" y="0"/>
          <a:ext cx="0" cy="0"/>
          <a:chOff x="0" y="0"/>
          <a:chExt cx="0" cy="0"/>
        </a:xfrm>
      </p:grpSpPr>
      <p:sp>
        <p:nvSpPr>
          <p:cNvPr id="1458" name="Google Shape;1458;p8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9" name="Google Shape;1459;p84"/>
          <p:cNvGrpSpPr/>
          <p:nvPr/>
        </p:nvGrpSpPr>
        <p:grpSpPr>
          <a:xfrm>
            <a:off x="5956178" y="1566397"/>
            <a:ext cx="2637804" cy="3321791"/>
            <a:chOff x="5956178" y="1566397"/>
            <a:chExt cx="2637804" cy="3321791"/>
          </a:xfrm>
        </p:grpSpPr>
        <p:grpSp>
          <p:nvGrpSpPr>
            <p:cNvPr id="1460" name="Google Shape;1460;p84"/>
            <p:cNvGrpSpPr/>
            <p:nvPr/>
          </p:nvGrpSpPr>
          <p:grpSpPr>
            <a:xfrm flipH="1" rot="10800000">
              <a:off x="7854432" y="1566397"/>
              <a:ext cx="739550" cy="887697"/>
              <a:chOff x="7371757" y="3976747"/>
              <a:chExt cx="739550" cy="887697"/>
            </a:xfrm>
          </p:grpSpPr>
          <p:sp>
            <p:nvSpPr>
              <p:cNvPr id="1461" name="Google Shape;1461;p8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8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8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8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8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8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8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8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8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8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8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8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3" name="Google Shape;1473;p84"/>
            <p:cNvGrpSpPr/>
            <p:nvPr/>
          </p:nvGrpSpPr>
          <p:grpSpPr>
            <a:xfrm>
              <a:off x="5956178" y="4712302"/>
              <a:ext cx="887795" cy="175887"/>
              <a:chOff x="2284850" y="131975"/>
              <a:chExt cx="1720200" cy="340800"/>
            </a:xfrm>
          </p:grpSpPr>
          <p:sp>
            <p:nvSpPr>
              <p:cNvPr id="1474" name="Google Shape;1474;p8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8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8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8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78" name="Google Shape;1478;p84"/>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79" name="Google Shape;1479;p84"/>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80" name="Google Shape;1480;p84"/>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81" name="Google Shape;1481;p84"/>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82" name="Google Shape;1482;p84"/>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83" name="Shape 1483"/>
        <p:cNvGrpSpPr/>
        <p:nvPr/>
      </p:nvGrpSpPr>
      <p:grpSpPr>
        <a:xfrm>
          <a:off x="0" y="0"/>
          <a:ext cx="0" cy="0"/>
          <a:chOff x="0" y="0"/>
          <a:chExt cx="0" cy="0"/>
        </a:xfrm>
      </p:grpSpPr>
      <p:sp>
        <p:nvSpPr>
          <p:cNvPr id="1484" name="Google Shape;1484;p8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485" name="Google Shape;1485;p85"/>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1486" name="Google Shape;1486;p85"/>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7" name="Google Shape;1487;p85"/>
          <p:cNvGrpSpPr/>
          <p:nvPr/>
        </p:nvGrpSpPr>
        <p:grpSpPr>
          <a:xfrm flipH="1">
            <a:off x="7966220" y="186773"/>
            <a:ext cx="887795" cy="175887"/>
            <a:chOff x="2284850" y="131975"/>
            <a:chExt cx="1720200" cy="340800"/>
          </a:xfrm>
        </p:grpSpPr>
        <p:sp>
          <p:nvSpPr>
            <p:cNvPr id="1488" name="Google Shape;1488;p8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8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8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8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92" name="Shape 1492"/>
        <p:cNvGrpSpPr/>
        <p:nvPr/>
      </p:nvGrpSpPr>
      <p:grpSpPr>
        <a:xfrm>
          <a:off x="0" y="0"/>
          <a:ext cx="0" cy="0"/>
          <a:chOff x="0" y="0"/>
          <a:chExt cx="0" cy="0"/>
        </a:xfrm>
      </p:grpSpPr>
      <p:sp>
        <p:nvSpPr>
          <p:cNvPr id="1493" name="Google Shape;1493;p86"/>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94" name="Google Shape;1494;p86"/>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1495" name="Google Shape;1495;p86"/>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6" name="Google Shape;1496;p86"/>
          <p:cNvGrpSpPr/>
          <p:nvPr/>
        </p:nvGrpSpPr>
        <p:grpSpPr>
          <a:xfrm>
            <a:off x="269328" y="716196"/>
            <a:ext cx="8517204" cy="3970118"/>
            <a:chOff x="269328" y="716196"/>
            <a:chExt cx="8517204" cy="3970118"/>
          </a:xfrm>
        </p:grpSpPr>
        <p:grpSp>
          <p:nvGrpSpPr>
            <p:cNvPr id="1497" name="Google Shape;1497;p86"/>
            <p:cNvGrpSpPr/>
            <p:nvPr/>
          </p:nvGrpSpPr>
          <p:grpSpPr>
            <a:xfrm>
              <a:off x="8328857" y="716196"/>
              <a:ext cx="457675" cy="1877049"/>
              <a:chOff x="7691232" y="2709546"/>
              <a:chExt cx="457675" cy="1877049"/>
            </a:xfrm>
          </p:grpSpPr>
          <p:grpSp>
            <p:nvGrpSpPr>
              <p:cNvPr id="1498" name="Google Shape;1498;p86"/>
              <p:cNvGrpSpPr/>
              <p:nvPr/>
            </p:nvGrpSpPr>
            <p:grpSpPr>
              <a:xfrm>
                <a:off x="7691232" y="3698897"/>
                <a:ext cx="457675" cy="887697"/>
                <a:chOff x="7371757" y="3976747"/>
                <a:chExt cx="457675" cy="887697"/>
              </a:xfrm>
            </p:grpSpPr>
            <p:sp>
              <p:nvSpPr>
                <p:cNvPr id="1499" name="Google Shape;1499;p8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8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8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8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8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8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8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8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86"/>
              <p:cNvGrpSpPr/>
              <p:nvPr/>
            </p:nvGrpSpPr>
            <p:grpSpPr>
              <a:xfrm>
                <a:off x="7691232" y="2709546"/>
                <a:ext cx="457675" cy="887697"/>
                <a:chOff x="7371757" y="3976747"/>
                <a:chExt cx="457675" cy="887697"/>
              </a:xfrm>
            </p:grpSpPr>
            <p:sp>
              <p:nvSpPr>
                <p:cNvPr id="1508" name="Google Shape;1508;p8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8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8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8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8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8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8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8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16" name="Google Shape;1516;p86"/>
            <p:cNvGrpSpPr/>
            <p:nvPr/>
          </p:nvGrpSpPr>
          <p:grpSpPr>
            <a:xfrm>
              <a:off x="269328" y="4510427"/>
              <a:ext cx="887795" cy="175887"/>
              <a:chOff x="2284850" y="131975"/>
              <a:chExt cx="1720200" cy="340800"/>
            </a:xfrm>
          </p:grpSpPr>
          <p:sp>
            <p:nvSpPr>
              <p:cNvPr id="1517" name="Google Shape;1517;p8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8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8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8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21" name="Shape 1521"/>
        <p:cNvGrpSpPr/>
        <p:nvPr/>
      </p:nvGrpSpPr>
      <p:grpSpPr>
        <a:xfrm>
          <a:off x="0" y="0"/>
          <a:ext cx="0" cy="0"/>
          <a:chOff x="0" y="0"/>
          <a:chExt cx="0" cy="0"/>
        </a:xfrm>
      </p:grpSpPr>
      <p:sp>
        <p:nvSpPr>
          <p:cNvPr id="1522" name="Google Shape;1522;p87"/>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87"/>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1524" name="Google Shape;1524;p87"/>
          <p:cNvGrpSpPr/>
          <p:nvPr/>
        </p:nvGrpSpPr>
        <p:grpSpPr>
          <a:xfrm>
            <a:off x="7683925" y="745396"/>
            <a:ext cx="745132" cy="1877049"/>
            <a:chOff x="7580032" y="910721"/>
            <a:chExt cx="745132" cy="1877049"/>
          </a:xfrm>
        </p:grpSpPr>
        <p:grpSp>
          <p:nvGrpSpPr>
            <p:cNvPr id="1525" name="Google Shape;1525;p87"/>
            <p:cNvGrpSpPr/>
            <p:nvPr/>
          </p:nvGrpSpPr>
          <p:grpSpPr>
            <a:xfrm flipH="1" rot="10800000">
              <a:off x="7580032" y="910721"/>
              <a:ext cx="175800" cy="1877049"/>
              <a:chOff x="7691232" y="2709546"/>
              <a:chExt cx="175800" cy="1877049"/>
            </a:xfrm>
          </p:grpSpPr>
          <p:grpSp>
            <p:nvGrpSpPr>
              <p:cNvPr id="1526" name="Google Shape;1526;p87"/>
              <p:cNvGrpSpPr/>
              <p:nvPr/>
            </p:nvGrpSpPr>
            <p:grpSpPr>
              <a:xfrm>
                <a:off x="7691232" y="3698897"/>
                <a:ext cx="175800" cy="887697"/>
                <a:chOff x="7371757" y="3976747"/>
                <a:chExt cx="175800" cy="887697"/>
              </a:xfrm>
            </p:grpSpPr>
            <p:sp>
              <p:nvSpPr>
                <p:cNvPr id="1527" name="Google Shape;1527;p8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8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8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8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1" name="Google Shape;1531;p87"/>
              <p:cNvGrpSpPr/>
              <p:nvPr/>
            </p:nvGrpSpPr>
            <p:grpSpPr>
              <a:xfrm>
                <a:off x="7691232" y="2709546"/>
                <a:ext cx="175800" cy="887697"/>
                <a:chOff x="7371757" y="3976747"/>
                <a:chExt cx="175800" cy="887697"/>
              </a:xfrm>
            </p:grpSpPr>
            <p:sp>
              <p:nvSpPr>
                <p:cNvPr id="1532" name="Google Shape;1532;p8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8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8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8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36" name="Google Shape;1536;p87"/>
            <p:cNvGrpSpPr/>
            <p:nvPr/>
          </p:nvGrpSpPr>
          <p:grpSpPr>
            <a:xfrm flipH="1" rot="10800000">
              <a:off x="7867490" y="910721"/>
              <a:ext cx="457675" cy="1877049"/>
              <a:chOff x="7691232" y="2709546"/>
              <a:chExt cx="457675" cy="1877049"/>
            </a:xfrm>
          </p:grpSpPr>
          <p:grpSp>
            <p:nvGrpSpPr>
              <p:cNvPr id="1537" name="Google Shape;1537;p87"/>
              <p:cNvGrpSpPr/>
              <p:nvPr/>
            </p:nvGrpSpPr>
            <p:grpSpPr>
              <a:xfrm>
                <a:off x="7691232" y="3698897"/>
                <a:ext cx="457675" cy="887697"/>
                <a:chOff x="7371757" y="3976747"/>
                <a:chExt cx="457675" cy="887697"/>
              </a:xfrm>
            </p:grpSpPr>
            <p:sp>
              <p:nvSpPr>
                <p:cNvPr id="1538" name="Google Shape;1538;p8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8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8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8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8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8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8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8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6" name="Google Shape;1546;p87"/>
              <p:cNvGrpSpPr/>
              <p:nvPr/>
            </p:nvGrpSpPr>
            <p:grpSpPr>
              <a:xfrm>
                <a:off x="7691232" y="2709546"/>
                <a:ext cx="457675" cy="887697"/>
                <a:chOff x="7371757" y="3976747"/>
                <a:chExt cx="457675" cy="887697"/>
              </a:xfrm>
            </p:grpSpPr>
            <p:sp>
              <p:nvSpPr>
                <p:cNvPr id="1547" name="Google Shape;1547;p8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8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8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8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8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8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8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8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55" name="Shape 1555"/>
        <p:cNvGrpSpPr/>
        <p:nvPr/>
      </p:nvGrpSpPr>
      <p:grpSpPr>
        <a:xfrm>
          <a:off x="0" y="0"/>
          <a:ext cx="0" cy="0"/>
          <a:chOff x="0" y="0"/>
          <a:chExt cx="0" cy="0"/>
        </a:xfrm>
      </p:grpSpPr>
      <p:sp>
        <p:nvSpPr>
          <p:cNvPr id="1556" name="Google Shape;1556;p88"/>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557" name="Google Shape;1557;p88"/>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58" name="Google Shape;1558;p88"/>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9" name="Google Shape;1559;p88"/>
          <p:cNvGrpSpPr/>
          <p:nvPr/>
        </p:nvGrpSpPr>
        <p:grpSpPr>
          <a:xfrm>
            <a:off x="562032" y="1301880"/>
            <a:ext cx="739550" cy="887697"/>
            <a:chOff x="7371757" y="3976747"/>
            <a:chExt cx="739550" cy="887697"/>
          </a:xfrm>
        </p:grpSpPr>
        <p:sp>
          <p:nvSpPr>
            <p:cNvPr id="1560" name="Google Shape;1560;p8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8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8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8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8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8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8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8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8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8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8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8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72" name="Shape 1572"/>
        <p:cNvGrpSpPr/>
        <p:nvPr/>
      </p:nvGrpSpPr>
      <p:grpSpPr>
        <a:xfrm>
          <a:off x="0" y="0"/>
          <a:ext cx="0" cy="0"/>
          <a:chOff x="0" y="0"/>
          <a:chExt cx="0" cy="0"/>
        </a:xfrm>
      </p:grpSpPr>
      <p:sp>
        <p:nvSpPr>
          <p:cNvPr id="1573" name="Google Shape;1573;p89"/>
          <p:cNvSpPr/>
          <p:nvPr>
            <p:ph idx="2" type="pic"/>
          </p:nvPr>
        </p:nvSpPr>
        <p:spPr>
          <a:xfrm>
            <a:off x="-25" y="-13725"/>
            <a:ext cx="9144000" cy="5157300"/>
          </a:xfrm>
          <a:prstGeom prst="rect">
            <a:avLst/>
          </a:prstGeom>
          <a:noFill/>
          <a:ln>
            <a:noFill/>
          </a:ln>
        </p:spPr>
      </p:sp>
      <p:sp>
        <p:nvSpPr>
          <p:cNvPr id="1574" name="Google Shape;1574;p89"/>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75" name="Shape 1575"/>
        <p:cNvGrpSpPr/>
        <p:nvPr/>
      </p:nvGrpSpPr>
      <p:grpSpPr>
        <a:xfrm>
          <a:off x="0" y="0"/>
          <a:ext cx="0" cy="0"/>
          <a:chOff x="0" y="0"/>
          <a:chExt cx="0" cy="0"/>
        </a:xfrm>
      </p:grpSpPr>
      <p:sp>
        <p:nvSpPr>
          <p:cNvPr id="1576" name="Google Shape;1576;p90"/>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7" name="Google Shape;1577;p90"/>
          <p:cNvGrpSpPr/>
          <p:nvPr/>
        </p:nvGrpSpPr>
        <p:grpSpPr>
          <a:xfrm>
            <a:off x="4553003" y="363602"/>
            <a:ext cx="3863079" cy="4414018"/>
            <a:chOff x="4553003" y="363602"/>
            <a:chExt cx="3863079" cy="4414018"/>
          </a:xfrm>
        </p:grpSpPr>
        <p:grpSp>
          <p:nvGrpSpPr>
            <p:cNvPr id="1578" name="Google Shape;1578;p90"/>
            <p:cNvGrpSpPr/>
            <p:nvPr/>
          </p:nvGrpSpPr>
          <p:grpSpPr>
            <a:xfrm flipH="1" rot="10800000">
              <a:off x="7958407" y="2900571"/>
              <a:ext cx="457675" cy="1877049"/>
              <a:chOff x="7691232" y="2709546"/>
              <a:chExt cx="457675" cy="1877049"/>
            </a:xfrm>
          </p:grpSpPr>
          <p:grpSp>
            <p:nvGrpSpPr>
              <p:cNvPr id="1579" name="Google Shape;1579;p90"/>
              <p:cNvGrpSpPr/>
              <p:nvPr/>
            </p:nvGrpSpPr>
            <p:grpSpPr>
              <a:xfrm>
                <a:off x="7691232" y="3698897"/>
                <a:ext cx="457675" cy="887697"/>
                <a:chOff x="7371757" y="3976747"/>
                <a:chExt cx="457675" cy="887697"/>
              </a:xfrm>
            </p:grpSpPr>
            <p:sp>
              <p:nvSpPr>
                <p:cNvPr id="1580" name="Google Shape;1580;p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9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9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9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9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8" name="Google Shape;1588;p90"/>
              <p:cNvGrpSpPr/>
              <p:nvPr/>
            </p:nvGrpSpPr>
            <p:grpSpPr>
              <a:xfrm>
                <a:off x="7691232" y="2709546"/>
                <a:ext cx="457675" cy="887697"/>
                <a:chOff x="7371757" y="3976747"/>
                <a:chExt cx="457675" cy="887697"/>
              </a:xfrm>
            </p:grpSpPr>
            <p:sp>
              <p:nvSpPr>
                <p:cNvPr id="1589" name="Google Shape;1589;p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9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9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9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9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97" name="Google Shape;1597;p90"/>
            <p:cNvGrpSpPr/>
            <p:nvPr/>
          </p:nvGrpSpPr>
          <p:grpSpPr>
            <a:xfrm>
              <a:off x="4553003" y="363602"/>
              <a:ext cx="887795" cy="175887"/>
              <a:chOff x="2284850" y="131975"/>
              <a:chExt cx="1720200" cy="340800"/>
            </a:xfrm>
          </p:grpSpPr>
          <p:sp>
            <p:nvSpPr>
              <p:cNvPr id="1598" name="Google Shape;1598;p9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9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9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9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02" name="Google Shape;1602;p90"/>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603" name="Google Shape;1603;p90"/>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1604" name="Shape 1604"/>
        <p:cNvGrpSpPr/>
        <p:nvPr/>
      </p:nvGrpSpPr>
      <p:grpSpPr>
        <a:xfrm>
          <a:off x="0" y="0"/>
          <a:ext cx="0" cy="0"/>
          <a:chOff x="0" y="0"/>
          <a:chExt cx="0" cy="0"/>
        </a:xfrm>
      </p:grpSpPr>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605" name="Shape 1605"/>
        <p:cNvGrpSpPr/>
        <p:nvPr/>
      </p:nvGrpSpPr>
      <p:grpSpPr>
        <a:xfrm>
          <a:off x="0" y="0"/>
          <a:ext cx="0" cy="0"/>
          <a:chOff x="0" y="0"/>
          <a:chExt cx="0" cy="0"/>
        </a:xfrm>
      </p:grpSpPr>
      <p:sp>
        <p:nvSpPr>
          <p:cNvPr id="1606" name="Google Shape;1606;p92"/>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7" name="Google Shape;1607;p92"/>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08" name="Google Shape;1608;p92"/>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09" name="Google Shape;1609;p92"/>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10" name="Google Shape;1610;p92"/>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11" name="Google Shape;1611;p92"/>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12" name="Google Shape;1612;p92"/>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13" name="Google Shape;1613;p92"/>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14" name="Google Shape;1614;p92"/>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15" name="Google Shape;1615;p92"/>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16" name="Google Shape;1616;p92"/>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17" name="Google Shape;1617;p92"/>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18" name="Google Shape;1618;p92"/>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19" name="Google Shape;1619;p92"/>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0" name="Google Shape;1620;p92"/>
          <p:cNvGrpSpPr/>
          <p:nvPr/>
        </p:nvGrpSpPr>
        <p:grpSpPr>
          <a:xfrm>
            <a:off x="269328" y="4815227"/>
            <a:ext cx="887795" cy="175887"/>
            <a:chOff x="2284850" y="131975"/>
            <a:chExt cx="1720200" cy="340800"/>
          </a:xfrm>
        </p:grpSpPr>
        <p:sp>
          <p:nvSpPr>
            <p:cNvPr id="1621" name="Google Shape;1621;p9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9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9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9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5" name="Google Shape;1625;p92"/>
          <p:cNvGrpSpPr/>
          <p:nvPr/>
        </p:nvGrpSpPr>
        <p:grpSpPr>
          <a:xfrm>
            <a:off x="7958582" y="3067871"/>
            <a:ext cx="975375" cy="1877049"/>
            <a:chOff x="7167632" y="2744946"/>
            <a:chExt cx="975375" cy="1877049"/>
          </a:xfrm>
        </p:grpSpPr>
        <p:grpSp>
          <p:nvGrpSpPr>
            <p:cNvPr id="1626" name="Google Shape;1626;p92"/>
            <p:cNvGrpSpPr/>
            <p:nvPr/>
          </p:nvGrpSpPr>
          <p:grpSpPr>
            <a:xfrm>
              <a:off x="7700682" y="2744946"/>
              <a:ext cx="175800" cy="1877049"/>
              <a:chOff x="7691232" y="2709546"/>
              <a:chExt cx="175800" cy="1877049"/>
            </a:xfrm>
          </p:grpSpPr>
          <p:grpSp>
            <p:nvGrpSpPr>
              <p:cNvPr id="1627" name="Google Shape;1627;p92"/>
              <p:cNvGrpSpPr/>
              <p:nvPr/>
            </p:nvGrpSpPr>
            <p:grpSpPr>
              <a:xfrm>
                <a:off x="7691232" y="3698897"/>
                <a:ext cx="175800" cy="887697"/>
                <a:chOff x="7371757" y="3976747"/>
                <a:chExt cx="175800" cy="887697"/>
              </a:xfrm>
            </p:grpSpPr>
            <p:sp>
              <p:nvSpPr>
                <p:cNvPr id="1628" name="Google Shape;1628;p9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9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9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9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2" name="Google Shape;1632;p92"/>
              <p:cNvGrpSpPr/>
              <p:nvPr/>
            </p:nvGrpSpPr>
            <p:grpSpPr>
              <a:xfrm>
                <a:off x="7691232" y="2709546"/>
                <a:ext cx="175800" cy="887697"/>
                <a:chOff x="7371757" y="3976747"/>
                <a:chExt cx="175800" cy="887697"/>
              </a:xfrm>
            </p:grpSpPr>
            <p:sp>
              <p:nvSpPr>
                <p:cNvPr id="1633" name="Google Shape;1633;p9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9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9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9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37" name="Google Shape;1637;p92"/>
            <p:cNvGrpSpPr/>
            <p:nvPr/>
          </p:nvGrpSpPr>
          <p:grpSpPr>
            <a:xfrm>
              <a:off x="7434157" y="2744946"/>
              <a:ext cx="175800" cy="1877049"/>
              <a:chOff x="7691232" y="2709546"/>
              <a:chExt cx="175800" cy="1877049"/>
            </a:xfrm>
          </p:grpSpPr>
          <p:grpSp>
            <p:nvGrpSpPr>
              <p:cNvPr id="1638" name="Google Shape;1638;p92"/>
              <p:cNvGrpSpPr/>
              <p:nvPr/>
            </p:nvGrpSpPr>
            <p:grpSpPr>
              <a:xfrm>
                <a:off x="7691232" y="3698897"/>
                <a:ext cx="175800" cy="887697"/>
                <a:chOff x="7371757" y="3976747"/>
                <a:chExt cx="175800" cy="887697"/>
              </a:xfrm>
            </p:grpSpPr>
            <p:sp>
              <p:nvSpPr>
                <p:cNvPr id="1639" name="Google Shape;1639;p9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9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9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9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3" name="Google Shape;1643;p92"/>
              <p:cNvGrpSpPr/>
              <p:nvPr/>
            </p:nvGrpSpPr>
            <p:grpSpPr>
              <a:xfrm>
                <a:off x="7691232" y="2709546"/>
                <a:ext cx="175800" cy="887697"/>
                <a:chOff x="7371757" y="3976747"/>
                <a:chExt cx="175800" cy="887697"/>
              </a:xfrm>
            </p:grpSpPr>
            <p:sp>
              <p:nvSpPr>
                <p:cNvPr id="1644" name="Google Shape;1644;p9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9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9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9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48" name="Google Shape;1648;p92"/>
            <p:cNvGrpSpPr/>
            <p:nvPr/>
          </p:nvGrpSpPr>
          <p:grpSpPr>
            <a:xfrm>
              <a:off x="7167632" y="2744946"/>
              <a:ext cx="175800" cy="1877049"/>
              <a:chOff x="7691232" y="2709546"/>
              <a:chExt cx="175800" cy="1877049"/>
            </a:xfrm>
          </p:grpSpPr>
          <p:grpSp>
            <p:nvGrpSpPr>
              <p:cNvPr id="1649" name="Google Shape;1649;p92"/>
              <p:cNvGrpSpPr/>
              <p:nvPr/>
            </p:nvGrpSpPr>
            <p:grpSpPr>
              <a:xfrm>
                <a:off x="7691232" y="3698897"/>
                <a:ext cx="175800" cy="887697"/>
                <a:chOff x="7371757" y="3976747"/>
                <a:chExt cx="175800" cy="887697"/>
              </a:xfrm>
            </p:grpSpPr>
            <p:sp>
              <p:nvSpPr>
                <p:cNvPr id="1650" name="Google Shape;1650;p9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9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9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9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4" name="Google Shape;1654;p92"/>
              <p:cNvGrpSpPr/>
              <p:nvPr/>
            </p:nvGrpSpPr>
            <p:grpSpPr>
              <a:xfrm>
                <a:off x="7691232" y="2709546"/>
                <a:ext cx="175800" cy="887697"/>
                <a:chOff x="7371757" y="3976747"/>
                <a:chExt cx="175800" cy="887697"/>
              </a:xfrm>
            </p:grpSpPr>
            <p:sp>
              <p:nvSpPr>
                <p:cNvPr id="1655" name="Google Shape;1655;p9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9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9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9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59" name="Google Shape;1659;p92"/>
            <p:cNvGrpSpPr/>
            <p:nvPr/>
          </p:nvGrpSpPr>
          <p:grpSpPr>
            <a:xfrm>
              <a:off x="7967207" y="2744946"/>
              <a:ext cx="175800" cy="1877049"/>
              <a:chOff x="7691232" y="2709546"/>
              <a:chExt cx="175800" cy="1877049"/>
            </a:xfrm>
          </p:grpSpPr>
          <p:grpSp>
            <p:nvGrpSpPr>
              <p:cNvPr id="1660" name="Google Shape;1660;p92"/>
              <p:cNvGrpSpPr/>
              <p:nvPr/>
            </p:nvGrpSpPr>
            <p:grpSpPr>
              <a:xfrm>
                <a:off x="7691232" y="3698897"/>
                <a:ext cx="175800" cy="887697"/>
                <a:chOff x="7371757" y="3976747"/>
                <a:chExt cx="175800" cy="887697"/>
              </a:xfrm>
            </p:grpSpPr>
            <p:sp>
              <p:nvSpPr>
                <p:cNvPr id="1661" name="Google Shape;1661;p9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9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9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9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5" name="Google Shape;1665;p92"/>
              <p:cNvGrpSpPr/>
              <p:nvPr/>
            </p:nvGrpSpPr>
            <p:grpSpPr>
              <a:xfrm>
                <a:off x="7691232" y="2709546"/>
                <a:ext cx="175800" cy="887697"/>
                <a:chOff x="7371757" y="3976747"/>
                <a:chExt cx="175800" cy="887697"/>
              </a:xfrm>
            </p:grpSpPr>
            <p:sp>
              <p:nvSpPr>
                <p:cNvPr id="1666" name="Google Shape;1666;p9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9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9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9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670" name="Shape 1670"/>
        <p:cNvGrpSpPr/>
        <p:nvPr/>
      </p:nvGrpSpPr>
      <p:grpSpPr>
        <a:xfrm>
          <a:off x="0" y="0"/>
          <a:ext cx="0" cy="0"/>
          <a:chOff x="0" y="0"/>
          <a:chExt cx="0" cy="0"/>
        </a:xfrm>
      </p:grpSpPr>
      <p:sp>
        <p:nvSpPr>
          <p:cNvPr id="1671" name="Google Shape;1671;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672" name="Google Shape;1672;p93"/>
          <p:cNvGrpSpPr/>
          <p:nvPr/>
        </p:nvGrpSpPr>
        <p:grpSpPr>
          <a:xfrm>
            <a:off x="-20657" y="150"/>
            <a:ext cx="9164657" cy="5143500"/>
            <a:chOff x="-20657" y="150"/>
            <a:chExt cx="9164657" cy="5143500"/>
          </a:xfrm>
        </p:grpSpPr>
        <p:cxnSp>
          <p:nvCxnSpPr>
            <p:cNvPr id="1673" name="Google Shape;1673;p93"/>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1674" name="Google Shape;1674;p93"/>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5" name="Google Shape;1675;p93"/>
            <p:cNvGrpSpPr/>
            <p:nvPr/>
          </p:nvGrpSpPr>
          <p:grpSpPr>
            <a:xfrm>
              <a:off x="7542978" y="176248"/>
              <a:ext cx="887795" cy="175887"/>
              <a:chOff x="2284850" y="131975"/>
              <a:chExt cx="1720200" cy="340800"/>
            </a:xfrm>
          </p:grpSpPr>
          <p:sp>
            <p:nvSpPr>
              <p:cNvPr id="1676" name="Google Shape;1676;p9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9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9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9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680" name="Shape 1680"/>
        <p:cNvGrpSpPr/>
        <p:nvPr/>
      </p:nvGrpSpPr>
      <p:grpSpPr>
        <a:xfrm>
          <a:off x="0" y="0"/>
          <a:ext cx="0" cy="0"/>
          <a:chOff x="0" y="0"/>
          <a:chExt cx="0" cy="0"/>
        </a:xfrm>
      </p:grpSpPr>
      <p:sp>
        <p:nvSpPr>
          <p:cNvPr id="1681" name="Google Shape;1681;p94"/>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682" name="Google Shape;1682;p94"/>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1683" name="Google Shape;1683;p94"/>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4" name="Google Shape;1684;p94"/>
          <p:cNvGrpSpPr/>
          <p:nvPr/>
        </p:nvGrpSpPr>
        <p:grpSpPr>
          <a:xfrm flipH="1">
            <a:off x="7966220" y="4782198"/>
            <a:ext cx="887795" cy="175887"/>
            <a:chOff x="2284850" y="131975"/>
            <a:chExt cx="1720200" cy="340800"/>
          </a:xfrm>
        </p:grpSpPr>
        <p:sp>
          <p:nvSpPr>
            <p:cNvPr id="1685" name="Google Shape;1685;p9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9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9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9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1689" name="Shape 1689"/>
        <p:cNvGrpSpPr/>
        <p:nvPr/>
      </p:nvGrpSpPr>
      <p:grpSpPr>
        <a:xfrm>
          <a:off x="0" y="0"/>
          <a:ext cx="0" cy="0"/>
          <a:chOff x="0" y="0"/>
          <a:chExt cx="0" cy="0"/>
        </a:xfrm>
      </p:grpSpPr>
      <p:sp>
        <p:nvSpPr>
          <p:cNvPr id="1690" name="Google Shape;1690;p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691" name="Google Shape;1691;p95"/>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1692" name="Google Shape;1692;p95"/>
          <p:cNvGrpSpPr/>
          <p:nvPr/>
        </p:nvGrpSpPr>
        <p:grpSpPr>
          <a:xfrm>
            <a:off x="4128103" y="186798"/>
            <a:ext cx="887795" cy="175887"/>
            <a:chOff x="2284850" y="131975"/>
            <a:chExt cx="1720200" cy="340800"/>
          </a:xfrm>
        </p:grpSpPr>
        <p:sp>
          <p:nvSpPr>
            <p:cNvPr id="1693" name="Google Shape;1693;p9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9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9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9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7" name="Google Shape;1697;p95"/>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98" name="Shape 1698"/>
        <p:cNvGrpSpPr/>
        <p:nvPr/>
      </p:nvGrpSpPr>
      <p:grpSpPr>
        <a:xfrm>
          <a:off x="0" y="0"/>
          <a:ext cx="0" cy="0"/>
          <a:chOff x="0" y="0"/>
          <a:chExt cx="0" cy="0"/>
        </a:xfrm>
      </p:grpSpPr>
      <p:sp>
        <p:nvSpPr>
          <p:cNvPr id="1699" name="Google Shape;1699;p96"/>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700" name="Google Shape;1700;p96"/>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1701" name="Google Shape;1701;p9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2" name="Google Shape;1702;p96"/>
          <p:cNvGrpSpPr/>
          <p:nvPr/>
        </p:nvGrpSpPr>
        <p:grpSpPr>
          <a:xfrm flipH="1" rot="10800000">
            <a:off x="7946332" y="1013372"/>
            <a:ext cx="739550" cy="887697"/>
            <a:chOff x="7371757" y="3976747"/>
            <a:chExt cx="739550" cy="887697"/>
          </a:xfrm>
        </p:grpSpPr>
        <p:sp>
          <p:nvSpPr>
            <p:cNvPr id="1703" name="Google Shape;1703;p9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9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9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9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9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9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9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9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9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9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9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9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715" name="Shape 1715"/>
        <p:cNvGrpSpPr/>
        <p:nvPr/>
      </p:nvGrpSpPr>
      <p:grpSpPr>
        <a:xfrm>
          <a:off x="0" y="0"/>
          <a:ext cx="0" cy="0"/>
          <a:chOff x="0" y="0"/>
          <a:chExt cx="0" cy="0"/>
        </a:xfrm>
      </p:grpSpPr>
      <p:sp>
        <p:nvSpPr>
          <p:cNvPr id="1716" name="Google Shape;1716;p97"/>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7" name="Google Shape;1717;p97"/>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1718" name="Google Shape;1718;p97"/>
          <p:cNvGrpSpPr/>
          <p:nvPr/>
        </p:nvGrpSpPr>
        <p:grpSpPr>
          <a:xfrm>
            <a:off x="759093" y="449071"/>
            <a:ext cx="7652479" cy="3799448"/>
            <a:chOff x="759093" y="449071"/>
            <a:chExt cx="7652479" cy="3799448"/>
          </a:xfrm>
        </p:grpSpPr>
        <p:grpSp>
          <p:nvGrpSpPr>
            <p:cNvPr id="1719" name="Google Shape;1719;p97"/>
            <p:cNvGrpSpPr/>
            <p:nvPr/>
          </p:nvGrpSpPr>
          <p:grpSpPr>
            <a:xfrm flipH="1">
              <a:off x="7523777" y="449071"/>
              <a:ext cx="887795" cy="175887"/>
              <a:chOff x="2284850" y="131975"/>
              <a:chExt cx="1720200" cy="340800"/>
            </a:xfrm>
          </p:grpSpPr>
          <p:sp>
            <p:nvSpPr>
              <p:cNvPr id="1720" name="Google Shape;1720;p9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9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9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9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4" name="Google Shape;1724;p97"/>
            <p:cNvGrpSpPr/>
            <p:nvPr/>
          </p:nvGrpSpPr>
          <p:grpSpPr>
            <a:xfrm flipH="1">
              <a:off x="759093" y="3360822"/>
              <a:ext cx="457675" cy="887697"/>
              <a:chOff x="7653632" y="3976747"/>
              <a:chExt cx="457675" cy="887697"/>
            </a:xfrm>
          </p:grpSpPr>
          <p:sp>
            <p:nvSpPr>
              <p:cNvPr id="1725" name="Google Shape;1725;p9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9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9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9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9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9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9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9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33" name="Google Shape;1733;p97"/>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34" name="Google Shape;1734;p97"/>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35" name="Google Shape;1735;p97"/>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736" name="Shape 1736"/>
        <p:cNvGrpSpPr/>
        <p:nvPr/>
      </p:nvGrpSpPr>
      <p:grpSpPr>
        <a:xfrm>
          <a:off x="0" y="0"/>
          <a:ext cx="0" cy="0"/>
          <a:chOff x="0" y="0"/>
          <a:chExt cx="0" cy="0"/>
        </a:xfrm>
      </p:grpSpPr>
      <p:sp>
        <p:nvSpPr>
          <p:cNvPr id="1737" name="Google Shape;1737;p98"/>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38" name="Google Shape;1738;p98"/>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39" name="Google Shape;1739;p98"/>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740" name="Shape 1740"/>
        <p:cNvGrpSpPr/>
        <p:nvPr/>
      </p:nvGrpSpPr>
      <p:grpSpPr>
        <a:xfrm>
          <a:off x="0" y="0"/>
          <a:ext cx="0" cy="0"/>
          <a:chOff x="0" y="0"/>
          <a:chExt cx="0" cy="0"/>
        </a:xfrm>
      </p:grpSpPr>
      <p:sp>
        <p:nvSpPr>
          <p:cNvPr id="1741" name="Google Shape;1741;p99"/>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42" name="Google Shape;1742;p99"/>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1743" name="Google Shape;1743;p99"/>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44" name="Google Shape;1744;p99"/>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745" name="Google Shape;1745;p99"/>
          <p:cNvGrpSpPr/>
          <p:nvPr/>
        </p:nvGrpSpPr>
        <p:grpSpPr>
          <a:xfrm>
            <a:off x="324243" y="3769347"/>
            <a:ext cx="707325" cy="887697"/>
            <a:chOff x="324243" y="3769347"/>
            <a:chExt cx="707325" cy="887697"/>
          </a:xfrm>
        </p:grpSpPr>
        <p:grpSp>
          <p:nvGrpSpPr>
            <p:cNvPr id="1746" name="Google Shape;1746;p99"/>
            <p:cNvGrpSpPr/>
            <p:nvPr/>
          </p:nvGrpSpPr>
          <p:grpSpPr>
            <a:xfrm rot="10800000">
              <a:off x="324243" y="3769347"/>
              <a:ext cx="175800" cy="887697"/>
              <a:chOff x="7935507" y="3976747"/>
              <a:chExt cx="175800" cy="887697"/>
            </a:xfrm>
          </p:grpSpPr>
          <p:sp>
            <p:nvSpPr>
              <p:cNvPr id="1747" name="Google Shape;1747;p9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9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9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9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1" name="Google Shape;1751;p99"/>
            <p:cNvGrpSpPr/>
            <p:nvPr/>
          </p:nvGrpSpPr>
          <p:grpSpPr>
            <a:xfrm rot="10800000">
              <a:off x="855768" y="3769347"/>
              <a:ext cx="175800" cy="887697"/>
              <a:chOff x="7371757" y="3976747"/>
              <a:chExt cx="175800" cy="887697"/>
            </a:xfrm>
          </p:grpSpPr>
          <p:sp>
            <p:nvSpPr>
              <p:cNvPr id="1752" name="Google Shape;1752;p9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9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9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9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6" name="Google Shape;1756;p99"/>
            <p:cNvGrpSpPr/>
            <p:nvPr/>
          </p:nvGrpSpPr>
          <p:grpSpPr>
            <a:xfrm rot="10800000">
              <a:off x="590005" y="3769347"/>
              <a:ext cx="175800" cy="887697"/>
              <a:chOff x="7935507" y="3976747"/>
              <a:chExt cx="175800" cy="887697"/>
            </a:xfrm>
          </p:grpSpPr>
          <p:sp>
            <p:nvSpPr>
              <p:cNvPr id="1757" name="Google Shape;1757;p9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9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9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9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761" name="Shape 1761"/>
        <p:cNvGrpSpPr/>
        <p:nvPr/>
      </p:nvGrpSpPr>
      <p:grpSpPr>
        <a:xfrm>
          <a:off x="0" y="0"/>
          <a:ext cx="0" cy="0"/>
          <a:chOff x="0" y="0"/>
          <a:chExt cx="0" cy="0"/>
        </a:xfrm>
      </p:grpSpPr>
      <p:cxnSp>
        <p:nvCxnSpPr>
          <p:cNvPr id="1762" name="Google Shape;1762;p100"/>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1763" name="Google Shape;1763;p100"/>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4" name="Google Shape;1764;p100"/>
          <p:cNvGrpSpPr/>
          <p:nvPr/>
        </p:nvGrpSpPr>
        <p:grpSpPr>
          <a:xfrm>
            <a:off x="7958407" y="2900571"/>
            <a:ext cx="739550" cy="1877049"/>
            <a:chOff x="7691232" y="2709546"/>
            <a:chExt cx="739550" cy="1877049"/>
          </a:xfrm>
        </p:grpSpPr>
        <p:grpSp>
          <p:nvGrpSpPr>
            <p:cNvPr id="1765" name="Google Shape;1765;p100"/>
            <p:cNvGrpSpPr/>
            <p:nvPr/>
          </p:nvGrpSpPr>
          <p:grpSpPr>
            <a:xfrm>
              <a:off x="7691232" y="3698897"/>
              <a:ext cx="739550" cy="887697"/>
              <a:chOff x="7371757" y="3976747"/>
              <a:chExt cx="739550" cy="887697"/>
            </a:xfrm>
          </p:grpSpPr>
          <p:sp>
            <p:nvSpPr>
              <p:cNvPr id="1766" name="Google Shape;1766;p10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0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10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10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10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0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10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10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10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10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10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10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8" name="Google Shape;1778;p100"/>
            <p:cNvGrpSpPr/>
            <p:nvPr/>
          </p:nvGrpSpPr>
          <p:grpSpPr>
            <a:xfrm>
              <a:off x="7691232" y="2709546"/>
              <a:ext cx="739550" cy="887697"/>
              <a:chOff x="7371757" y="3976747"/>
              <a:chExt cx="739550" cy="887697"/>
            </a:xfrm>
          </p:grpSpPr>
          <p:sp>
            <p:nvSpPr>
              <p:cNvPr id="1779" name="Google Shape;1779;p10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0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0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0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10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10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10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0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0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10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10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10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91" name="Google Shape;1791;p100"/>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92" name="Google Shape;1792;p100"/>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1793" name="Shape 1793"/>
        <p:cNvGrpSpPr/>
        <p:nvPr/>
      </p:nvGrpSpPr>
      <p:grpSpPr>
        <a:xfrm>
          <a:off x="0" y="0"/>
          <a:ext cx="0" cy="0"/>
          <a:chOff x="0" y="0"/>
          <a:chExt cx="0" cy="0"/>
        </a:xfrm>
      </p:grpSpPr>
      <p:sp>
        <p:nvSpPr>
          <p:cNvPr id="1794" name="Google Shape;1794;p10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5" name="Google Shape;1795;p101"/>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1796" name="Google Shape;1796;p101"/>
          <p:cNvGrpSpPr/>
          <p:nvPr/>
        </p:nvGrpSpPr>
        <p:grpSpPr>
          <a:xfrm>
            <a:off x="269328" y="269127"/>
            <a:ext cx="8249354" cy="1636293"/>
            <a:chOff x="269328" y="269127"/>
            <a:chExt cx="8249354" cy="1636293"/>
          </a:xfrm>
        </p:grpSpPr>
        <p:grpSp>
          <p:nvGrpSpPr>
            <p:cNvPr id="1797" name="Google Shape;1797;p101"/>
            <p:cNvGrpSpPr/>
            <p:nvPr/>
          </p:nvGrpSpPr>
          <p:grpSpPr>
            <a:xfrm flipH="1" rot="10800000">
              <a:off x="8061007" y="1017722"/>
              <a:ext cx="457675" cy="887697"/>
              <a:chOff x="7371757" y="3976747"/>
              <a:chExt cx="457675" cy="887697"/>
            </a:xfrm>
          </p:grpSpPr>
          <p:sp>
            <p:nvSpPr>
              <p:cNvPr id="1798" name="Google Shape;1798;p10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10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0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10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0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10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0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0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6" name="Google Shape;1806;p101"/>
            <p:cNvGrpSpPr/>
            <p:nvPr/>
          </p:nvGrpSpPr>
          <p:grpSpPr>
            <a:xfrm>
              <a:off x="269328" y="269127"/>
              <a:ext cx="887795" cy="175887"/>
              <a:chOff x="2284850" y="131975"/>
              <a:chExt cx="1720200" cy="340800"/>
            </a:xfrm>
          </p:grpSpPr>
          <p:sp>
            <p:nvSpPr>
              <p:cNvPr id="1807" name="Google Shape;1807;p10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10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10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10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11" name="Google Shape;1811;p101"/>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12" name="Google Shape;1812;p101"/>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1813" name="Shape 1813"/>
        <p:cNvGrpSpPr/>
        <p:nvPr/>
      </p:nvGrpSpPr>
      <p:grpSpPr>
        <a:xfrm>
          <a:off x="0" y="0"/>
          <a:ext cx="0" cy="0"/>
          <a:chOff x="0" y="0"/>
          <a:chExt cx="0" cy="0"/>
        </a:xfrm>
      </p:grpSpPr>
      <p:sp>
        <p:nvSpPr>
          <p:cNvPr id="1814" name="Google Shape;1814;p102"/>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15" name="Google Shape;1815;p102"/>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1816" name="Google Shape;1816;p10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7" name="Google Shape;1817;p102"/>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1818" name="Google Shape;1818;p102"/>
          <p:cNvGrpSpPr/>
          <p:nvPr/>
        </p:nvGrpSpPr>
        <p:grpSpPr>
          <a:xfrm>
            <a:off x="269328" y="269127"/>
            <a:ext cx="887795" cy="175887"/>
            <a:chOff x="2284850" y="131975"/>
            <a:chExt cx="1720200" cy="340800"/>
          </a:xfrm>
        </p:grpSpPr>
        <p:sp>
          <p:nvSpPr>
            <p:cNvPr id="1819" name="Google Shape;1819;p10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10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10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10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3" name="Google Shape;1823;p102"/>
          <p:cNvGrpSpPr/>
          <p:nvPr/>
        </p:nvGrpSpPr>
        <p:grpSpPr>
          <a:xfrm>
            <a:off x="7920045" y="3001872"/>
            <a:ext cx="433111" cy="1871372"/>
            <a:chOff x="8038657" y="1017722"/>
            <a:chExt cx="433111" cy="1871372"/>
          </a:xfrm>
        </p:grpSpPr>
        <p:grpSp>
          <p:nvGrpSpPr>
            <p:cNvPr id="1824" name="Google Shape;1824;p102"/>
            <p:cNvGrpSpPr/>
            <p:nvPr/>
          </p:nvGrpSpPr>
          <p:grpSpPr>
            <a:xfrm>
              <a:off x="8038657" y="1017722"/>
              <a:ext cx="175800" cy="887697"/>
              <a:chOff x="7371757" y="3976747"/>
              <a:chExt cx="175800" cy="887697"/>
            </a:xfrm>
          </p:grpSpPr>
          <p:sp>
            <p:nvSpPr>
              <p:cNvPr id="1825" name="Google Shape;1825;p10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10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10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10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9" name="Google Shape;1829;p102"/>
            <p:cNvGrpSpPr/>
            <p:nvPr/>
          </p:nvGrpSpPr>
          <p:grpSpPr>
            <a:xfrm>
              <a:off x="8295968" y="1017722"/>
              <a:ext cx="175800" cy="887697"/>
              <a:chOff x="7935507" y="3976747"/>
              <a:chExt cx="175800" cy="887697"/>
            </a:xfrm>
          </p:grpSpPr>
          <p:sp>
            <p:nvSpPr>
              <p:cNvPr id="1830" name="Google Shape;1830;p10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0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10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10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4" name="Google Shape;1834;p102"/>
            <p:cNvGrpSpPr/>
            <p:nvPr/>
          </p:nvGrpSpPr>
          <p:grpSpPr>
            <a:xfrm>
              <a:off x="8038657" y="2001397"/>
              <a:ext cx="175800" cy="887697"/>
              <a:chOff x="7371757" y="3976747"/>
              <a:chExt cx="175800" cy="887697"/>
            </a:xfrm>
          </p:grpSpPr>
          <p:sp>
            <p:nvSpPr>
              <p:cNvPr id="1835" name="Google Shape;1835;p10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10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10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10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9" name="Google Shape;1839;p102"/>
            <p:cNvGrpSpPr/>
            <p:nvPr/>
          </p:nvGrpSpPr>
          <p:grpSpPr>
            <a:xfrm>
              <a:off x="8295968" y="2001397"/>
              <a:ext cx="175800" cy="887697"/>
              <a:chOff x="7935507" y="3976747"/>
              <a:chExt cx="175800" cy="887697"/>
            </a:xfrm>
          </p:grpSpPr>
          <p:sp>
            <p:nvSpPr>
              <p:cNvPr id="1840" name="Google Shape;1840;p10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10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10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10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844" name="Shape 1844"/>
        <p:cNvGrpSpPr/>
        <p:nvPr/>
      </p:nvGrpSpPr>
      <p:grpSpPr>
        <a:xfrm>
          <a:off x="0" y="0"/>
          <a:ext cx="0" cy="0"/>
          <a:chOff x="0" y="0"/>
          <a:chExt cx="0" cy="0"/>
        </a:xfrm>
      </p:grpSpPr>
      <p:sp>
        <p:nvSpPr>
          <p:cNvPr id="1845" name="Google Shape;1845;p10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6" name="Google Shape;1846;p103"/>
          <p:cNvGrpSpPr/>
          <p:nvPr/>
        </p:nvGrpSpPr>
        <p:grpSpPr>
          <a:xfrm>
            <a:off x="3539353" y="688497"/>
            <a:ext cx="5261204" cy="4003441"/>
            <a:chOff x="3539353" y="688497"/>
            <a:chExt cx="5261204" cy="4003441"/>
          </a:xfrm>
        </p:grpSpPr>
        <p:grpSp>
          <p:nvGrpSpPr>
            <p:cNvPr id="1847" name="Google Shape;1847;p103"/>
            <p:cNvGrpSpPr/>
            <p:nvPr/>
          </p:nvGrpSpPr>
          <p:grpSpPr>
            <a:xfrm flipH="1" rot="10800000">
              <a:off x="8061007" y="688497"/>
              <a:ext cx="739550" cy="887697"/>
              <a:chOff x="7371757" y="3976747"/>
              <a:chExt cx="739550" cy="887697"/>
            </a:xfrm>
          </p:grpSpPr>
          <p:sp>
            <p:nvSpPr>
              <p:cNvPr id="1848" name="Google Shape;1848;p10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10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10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10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10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10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0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10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0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10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10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10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0" name="Google Shape;1860;p103"/>
            <p:cNvGrpSpPr/>
            <p:nvPr/>
          </p:nvGrpSpPr>
          <p:grpSpPr>
            <a:xfrm>
              <a:off x="3539353" y="4516052"/>
              <a:ext cx="887795" cy="175887"/>
              <a:chOff x="2284850" y="131975"/>
              <a:chExt cx="1720200" cy="340800"/>
            </a:xfrm>
          </p:grpSpPr>
          <p:sp>
            <p:nvSpPr>
              <p:cNvPr id="1861" name="Google Shape;1861;p10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0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10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10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65" name="Google Shape;1865;p103"/>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66" name="Google Shape;1866;p103"/>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67" name="Google Shape;1867;p103"/>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68" name="Google Shape;1868;p103"/>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69" name="Google Shape;1869;p103"/>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870" name="Shape 1870"/>
        <p:cNvGrpSpPr/>
        <p:nvPr/>
      </p:nvGrpSpPr>
      <p:grpSpPr>
        <a:xfrm>
          <a:off x="0" y="0"/>
          <a:ext cx="0" cy="0"/>
          <a:chOff x="0" y="0"/>
          <a:chExt cx="0" cy="0"/>
        </a:xfrm>
      </p:grpSpPr>
      <p:sp>
        <p:nvSpPr>
          <p:cNvPr id="1871" name="Google Shape;1871;p104"/>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72" name="Google Shape;1872;p104"/>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1873" name="Google Shape;1873;p104"/>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1874" name="Google Shape;1874;p104"/>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104"/>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876" name="Shape 1876"/>
        <p:cNvGrpSpPr/>
        <p:nvPr/>
      </p:nvGrpSpPr>
      <p:grpSpPr>
        <a:xfrm>
          <a:off x="0" y="0"/>
          <a:ext cx="0" cy="0"/>
          <a:chOff x="0" y="0"/>
          <a:chExt cx="0" cy="0"/>
        </a:xfrm>
      </p:grpSpPr>
      <p:sp>
        <p:nvSpPr>
          <p:cNvPr id="1877" name="Google Shape;1877;p105"/>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8" name="Google Shape;1878;p105"/>
          <p:cNvGrpSpPr/>
          <p:nvPr/>
        </p:nvGrpSpPr>
        <p:grpSpPr>
          <a:xfrm flipH="1">
            <a:off x="7986880" y="4515911"/>
            <a:ext cx="887795" cy="175887"/>
            <a:chOff x="2284850" y="131975"/>
            <a:chExt cx="1720200" cy="340800"/>
          </a:xfrm>
        </p:grpSpPr>
        <p:sp>
          <p:nvSpPr>
            <p:cNvPr id="1879" name="Google Shape;1879;p10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0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0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10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3" name="Google Shape;1883;p105"/>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84" name="Google Shape;1884;p105"/>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85" name="Google Shape;1885;p105"/>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86" name="Google Shape;1886;p105"/>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7" name="Google Shape;1887;p105"/>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8" name="Google Shape;1888;p105"/>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9" name="Google Shape;1889;p105"/>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90" name="Shape 1890"/>
        <p:cNvGrpSpPr/>
        <p:nvPr/>
      </p:nvGrpSpPr>
      <p:grpSpPr>
        <a:xfrm>
          <a:off x="0" y="0"/>
          <a:ext cx="0" cy="0"/>
          <a:chOff x="0" y="0"/>
          <a:chExt cx="0" cy="0"/>
        </a:xfrm>
      </p:grpSpPr>
      <p:sp>
        <p:nvSpPr>
          <p:cNvPr id="1891" name="Google Shape;1891;p10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2" name="Google Shape;1892;p106"/>
          <p:cNvGrpSpPr/>
          <p:nvPr/>
        </p:nvGrpSpPr>
        <p:grpSpPr>
          <a:xfrm>
            <a:off x="269328" y="197352"/>
            <a:ext cx="8249354" cy="3899618"/>
            <a:chOff x="269328" y="197352"/>
            <a:chExt cx="8249354" cy="3899618"/>
          </a:xfrm>
        </p:grpSpPr>
        <p:grpSp>
          <p:nvGrpSpPr>
            <p:cNvPr id="1893" name="Google Shape;1893;p106"/>
            <p:cNvGrpSpPr/>
            <p:nvPr/>
          </p:nvGrpSpPr>
          <p:grpSpPr>
            <a:xfrm>
              <a:off x="8061007" y="3209272"/>
              <a:ext cx="457675" cy="887697"/>
              <a:chOff x="7371757" y="3976747"/>
              <a:chExt cx="457675" cy="887697"/>
            </a:xfrm>
          </p:grpSpPr>
          <p:sp>
            <p:nvSpPr>
              <p:cNvPr id="1894" name="Google Shape;1894;p10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10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10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10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10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10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10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10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2" name="Google Shape;1902;p106"/>
            <p:cNvGrpSpPr/>
            <p:nvPr/>
          </p:nvGrpSpPr>
          <p:grpSpPr>
            <a:xfrm>
              <a:off x="269328" y="197352"/>
              <a:ext cx="887795" cy="175887"/>
              <a:chOff x="2284850" y="131975"/>
              <a:chExt cx="1720200" cy="340800"/>
            </a:xfrm>
          </p:grpSpPr>
          <p:sp>
            <p:nvSpPr>
              <p:cNvPr id="1903" name="Google Shape;1903;p10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0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0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10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07" name="Google Shape;1907;p106"/>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08" name="Google Shape;1908;p106"/>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09" name="Google Shape;1909;p106"/>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10" name="Google Shape;1910;p106"/>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11" name="Google Shape;1911;p106"/>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12" name="Google Shape;1912;p106"/>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13" name="Google Shape;1913;p106"/>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14" name="Google Shape;1914;p106"/>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15" name="Google Shape;1915;p106"/>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16" name="Shape 1916"/>
        <p:cNvGrpSpPr/>
        <p:nvPr/>
      </p:nvGrpSpPr>
      <p:grpSpPr>
        <a:xfrm>
          <a:off x="0" y="0"/>
          <a:ext cx="0" cy="0"/>
          <a:chOff x="0" y="0"/>
          <a:chExt cx="0" cy="0"/>
        </a:xfrm>
      </p:grpSpPr>
      <p:sp>
        <p:nvSpPr>
          <p:cNvPr id="1917" name="Google Shape;1917;p107"/>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18" name="Google Shape;1918;p107"/>
          <p:cNvGrpSpPr/>
          <p:nvPr/>
        </p:nvGrpSpPr>
        <p:grpSpPr>
          <a:xfrm flipH="1">
            <a:off x="3091253" y="4774223"/>
            <a:ext cx="887795" cy="175887"/>
            <a:chOff x="2284850" y="131975"/>
            <a:chExt cx="1720200" cy="340800"/>
          </a:xfrm>
        </p:grpSpPr>
        <p:sp>
          <p:nvSpPr>
            <p:cNvPr id="1919" name="Google Shape;1919;p10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0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10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0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3" name="Google Shape;1923;p1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24" name="Google Shape;1924;p107"/>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25" name="Google Shape;1925;p107"/>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26" name="Google Shape;1926;p107"/>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27" name="Google Shape;1927;p107"/>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28" name="Google Shape;1928;p107"/>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29" name="Google Shape;1929;p107"/>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30" name="Google Shape;1930;p107"/>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31" name="Google Shape;1931;p107"/>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32" name="Google Shape;1932;p107"/>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33" name="Google Shape;1933;p107"/>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34" name="Google Shape;1934;p107"/>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35" name="Google Shape;1935;p107"/>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936" name="Shape 1936"/>
        <p:cNvGrpSpPr/>
        <p:nvPr/>
      </p:nvGrpSpPr>
      <p:grpSpPr>
        <a:xfrm>
          <a:off x="0" y="0"/>
          <a:ext cx="0" cy="0"/>
          <a:chOff x="0" y="0"/>
          <a:chExt cx="0" cy="0"/>
        </a:xfrm>
      </p:grpSpPr>
      <p:sp>
        <p:nvSpPr>
          <p:cNvPr id="1937" name="Google Shape;1937;p108"/>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38" name="Google Shape;1938;p108"/>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1939" name="Google Shape;1939;p108"/>
          <p:cNvGrpSpPr/>
          <p:nvPr/>
        </p:nvGrpSpPr>
        <p:grpSpPr>
          <a:xfrm flipH="1">
            <a:off x="7829752" y="4831427"/>
            <a:ext cx="887795" cy="175887"/>
            <a:chOff x="2284850" y="131975"/>
            <a:chExt cx="1720200" cy="340800"/>
          </a:xfrm>
        </p:grpSpPr>
        <p:sp>
          <p:nvSpPr>
            <p:cNvPr id="1940" name="Google Shape;1940;p10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0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10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10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4" name="Google Shape;1944;p108"/>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45" name="Google Shape;1945;p108"/>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946" name="Google Shape;1946;p108"/>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47" name="Google Shape;1947;p108"/>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948" name="Google Shape;1948;p108"/>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49" name="Google Shape;1949;p108"/>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1950" name="Google Shape;1950;p108"/>
          <p:cNvGrpSpPr/>
          <p:nvPr/>
        </p:nvGrpSpPr>
        <p:grpSpPr>
          <a:xfrm>
            <a:off x="300632" y="445022"/>
            <a:ext cx="958892" cy="887697"/>
            <a:chOff x="272293" y="445022"/>
            <a:chExt cx="958892" cy="887697"/>
          </a:xfrm>
        </p:grpSpPr>
        <p:grpSp>
          <p:nvGrpSpPr>
            <p:cNvPr id="1951" name="Google Shape;1951;p108"/>
            <p:cNvGrpSpPr/>
            <p:nvPr/>
          </p:nvGrpSpPr>
          <p:grpSpPr>
            <a:xfrm rot="10800000">
              <a:off x="272293" y="445022"/>
              <a:ext cx="175800" cy="887697"/>
              <a:chOff x="7935507" y="3976747"/>
              <a:chExt cx="175800" cy="887697"/>
            </a:xfrm>
          </p:grpSpPr>
          <p:sp>
            <p:nvSpPr>
              <p:cNvPr id="1952" name="Google Shape;1952;p10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10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0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10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6" name="Google Shape;1956;p108"/>
            <p:cNvGrpSpPr/>
            <p:nvPr/>
          </p:nvGrpSpPr>
          <p:grpSpPr>
            <a:xfrm rot="10800000">
              <a:off x="533323" y="445022"/>
              <a:ext cx="175800" cy="887697"/>
              <a:chOff x="7935507" y="3976747"/>
              <a:chExt cx="175800" cy="887697"/>
            </a:xfrm>
          </p:grpSpPr>
          <p:sp>
            <p:nvSpPr>
              <p:cNvPr id="1957" name="Google Shape;1957;p10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10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10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10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1" name="Google Shape;1961;p108"/>
            <p:cNvGrpSpPr/>
            <p:nvPr/>
          </p:nvGrpSpPr>
          <p:grpSpPr>
            <a:xfrm rot="10800000">
              <a:off x="794354" y="445022"/>
              <a:ext cx="175800" cy="887697"/>
              <a:chOff x="7935507" y="3976747"/>
              <a:chExt cx="175800" cy="887697"/>
            </a:xfrm>
          </p:grpSpPr>
          <p:sp>
            <p:nvSpPr>
              <p:cNvPr id="1962" name="Google Shape;1962;p10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0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0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10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6" name="Google Shape;1966;p108"/>
            <p:cNvGrpSpPr/>
            <p:nvPr/>
          </p:nvGrpSpPr>
          <p:grpSpPr>
            <a:xfrm rot="10800000">
              <a:off x="1055385" y="445022"/>
              <a:ext cx="175800" cy="887697"/>
              <a:chOff x="7935507" y="3976747"/>
              <a:chExt cx="175800" cy="887697"/>
            </a:xfrm>
          </p:grpSpPr>
          <p:sp>
            <p:nvSpPr>
              <p:cNvPr id="1967" name="Google Shape;1967;p10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0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0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10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971" name="Shape 1971"/>
        <p:cNvGrpSpPr/>
        <p:nvPr/>
      </p:nvGrpSpPr>
      <p:grpSpPr>
        <a:xfrm>
          <a:off x="0" y="0"/>
          <a:ext cx="0" cy="0"/>
          <a:chOff x="0" y="0"/>
          <a:chExt cx="0" cy="0"/>
        </a:xfrm>
      </p:grpSpPr>
      <p:cxnSp>
        <p:nvCxnSpPr>
          <p:cNvPr id="1972" name="Google Shape;1972;p109"/>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1973" name="Google Shape;1973;p109"/>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74" name="Google Shape;1974;p109"/>
          <p:cNvGrpSpPr/>
          <p:nvPr/>
        </p:nvGrpSpPr>
        <p:grpSpPr>
          <a:xfrm flipH="1">
            <a:off x="896577" y="269148"/>
            <a:ext cx="887795" cy="175887"/>
            <a:chOff x="2284850" y="131975"/>
            <a:chExt cx="1720200" cy="340800"/>
          </a:xfrm>
        </p:grpSpPr>
        <p:sp>
          <p:nvSpPr>
            <p:cNvPr id="1975" name="Google Shape;1975;p10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10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10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10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9" name="Google Shape;1979;p109"/>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80" name="Google Shape;1980;p109"/>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81" name="Google Shape;1981;p109"/>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82" name="Google Shape;1982;p109"/>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83" name="Google Shape;1983;p109"/>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84" name="Google Shape;1984;p109"/>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85" name="Google Shape;1985;p109"/>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986" name="Google Shape;1986;p109"/>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987" name="Google Shape;1987;p109"/>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88" name="Google Shape;1988;p109"/>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989" name="Shape 1989"/>
        <p:cNvGrpSpPr/>
        <p:nvPr/>
      </p:nvGrpSpPr>
      <p:grpSpPr>
        <a:xfrm>
          <a:off x="0" y="0"/>
          <a:ext cx="0" cy="0"/>
          <a:chOff x="0" y="0"/>
          <a:chExt cx="0" cy="0"/>
        </a:xfrm>
      </p:grpSpPr>
      <p:sp>
        <p:nvSpPr>
          <p:cNvPr id="1990" name="Google Shape;1990;p110"/>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1" name="Google Shape;1991;p110"/>
          <p:cNvGrpSpPr/>
          <p:nvPr/>
        </p:nvGrpSpPr>
        <p:grpSpPr>
          <a:xfrm flipH="1">
            <a:off x="754543" y="777996"/>
            <a:ext cx="739550" cy="1877049"/>
            <a:chOff x="7691232" y="2709546"/>
            <a:chExt cx="739550" cy="1877049"/>
          </a:xfrm>
        </p:grpSpPr>
        <p:grpSp>
          <p:nvGrpSpPr>
            <p:cNvPr id="1992" name="Google Shape;1992;p110"/>
            <p:cNvGrpSpPr/>
            <p:nvPr/>
          </p:nvGrpSpPr>
          <p:grpSpPr>
            <a:xfrm>
              <a:off x="7691232" y="3698897"/>
              <a:ext cx="739550" cy="887697"/>
              <a:chOff x="7371757" y="3976747"/>
              <a:chExt cx="739550" cy="887697"/>
            </a:xfrm>
          </p:grpSpPr>
          <p:sp>
            <p:nvSpPr>
              <p:cNvPr id="1993" name="Google Shape;1993;p11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1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1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11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1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11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1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11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11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1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11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11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5" name="Google Shape;2005;p110"/>
            <p:cNvGrpSpPr/>
            <p:nvPr/>
          </p:nvGrpSpPr>
          <p:grpSpPr>
            <a:xfrm>
              <a:off x="7691232" y="2709546"/>
              <a:ext cx="739550" cy="887697"/>
              <a:chOff x="7371757" y="3976747"/>
              <a:chExt cx="739550" cy="887697"/>
            </a:xfrm>
          </p:grpSpPr>
          <p:sp>
            <p:nvSpPr>
              <p:cNvPr id="2006" name="Google Shape;2006;p11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11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1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11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1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11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11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11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11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11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11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11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18" name="Google Shape;2018;p110"/>
          <p:cNvGrpSpPr/>
          <p:nvPr/>
        </p:nvGrpSpPr>
        <p:grpSpPr>
          <a:xfrm flipH="1">
            <a:off x="3391227" y="4753102"/>
            <a:ext cx="887795" cy="175887"/>
            <a:chOff x="2284850" y="131975"/>
            <a:chExt cx="1720200" cy="340800"/>
          </a:xfrm>
        </p:grpSpPr>
        <p:sp>
          <p:nvSpPr>
            <p:cNvPr id="2019" name="Google Shape;2019;p11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11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11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11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3" name="Google Shape;2023;p110"/>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2024" name="Google Shape;2024;p110"/>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25" name="Google Shape;2025;p110"/>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026" name="Shape 2026"/>
        <p:cNvGrpSpPr/>
        <p:nvPr/>
      </p:nvGrpSpPr>
      <p:grpSpPr>
        <a:xfrm>
          <a:off x="0" y="0"/>
          <a:ext cx="0" cy="0"/>
          <a:chOff x="0" y="0"/>
          <a:chExt cx="0" cy="0"/>
        </a:xfrm>
      </p:grpSpPr>
      <p:cxnSp>
        <p:nvCxnSpPr>
          <p:cNvPr id="2027" name="Google Shape;2027;p111"/>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2028" name="Google Shape;2028;p111"/>
          <p:cNvGrpSpPr/>
          <p:nvPr/>
        </p:nvGrpSpPr>
        <p:grpSpPr>
          <a:xfrm>
            <a:off x="269328" y="3823073"/>
            <a:ext cx="887795" cy="175887"/>
            <a:chOff x="-5191947" y="7177654"/>
            <a:chExt cx="1720200" cy="340800"/>
          </a:xfrm>
        </p:grpSpPr>
        <p:sp>
          <p:nvSpPr>
            <p:cNvPr id="2029" name="Google Shape;2029;p111"/>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11"/>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11"/>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11"/>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3" name="Google Shape;2033;p111"/>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034" name="Shape 2034"/>
        <p:cNvGrpSpPr/>
        <p:nvPr/>
      </p:nvGrpSpPr>
      <p:grpSpPr>
        <a:xfrm>
          <a:off x="0" y="0"/>
          <a:ext cx="0" cy="0"/>
          <a:chOff x="0" y="0"/>
          <a:chExt cx="0" cy="0"/>
        </a:xfrm>
      </p:grpSpPr>
      <p:cxnSp>
        <p:nvCxnSpPr>
          <p:cNvPr id="2035" name="Google Shape;2035;p112"/>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2036" name="Google Shape;2036;p112"/>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7" name="Google Shape;2037;p112"/>
          <p:cNvGrpSpPr/>
          <p:nvPr/>
        </p:nvGrpSpPr>
        <p:grpSpPr>
          <a:xfrm>
            <a:off x="1553061" y="1633371"/>
            <a:ext cx="3369104" cy="3282565"/>
            <a:chOff x="1553061" y="1633371"/>
            <a:chExt cx="3369104" cy="3282565"/>
          </a:xfrm>
        </p:grpSpPr>
        <p:grpSp>
          <p:nvGrpSpPr>
            <p:cNvPr id="2038" name="Google Shape;2038;p112"/>
            <p:cNvGrpSpPr/>
            <p:nvPr/>
          </p:nvGrpSpPr>
          <p:grpSpPr>
            <a:xfrm rot="10800000">
              <a:off x="1553061" y="1633371"/>
              <a:ext cx="457675" cy="1877049"/>
              <a:chOff x="7973107" y="2709546"/>
              <a:chExt cx="457675" cy="1877049"/>
            </a:xfrm>
          </p:grpSpPr>
          <p:grpSp>
            <p:nvGrpSpPr>
              <p:cNvPr id="2039" name="Google Shape;2039;p112"/>
              <p:cNvGrpSpPr/>
              <p:nvPr/>
            </p:nvGrpSpPr>
            <p:grpSpPr>
              <a:xfrm>
                <a:off x="7973107" y="3698897"/>
                <a:ext cx="457675" cy="887697"/>
                <a:chOff x="7653632" y="3976747"/>
                <a:chExt cx="457675" cy="887697"/>
              </a:xfrm>
            </p:grpSpPr>
            <p:sp>
              <p:nvSpPr>
                <p:cNvPr id="2040" name="Google Shape;2040;p11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1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1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11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11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11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11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11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8" name="Google Shape;2048;p112"/>
              <p:cNvGrpSpPr/>
              <p:nvPr/>
            </p:nvGrpSpPr>
            <p:grpSpPr>
              <a:xfrm>
                <a:off x="7973107" y="2709546"/>
                <a:ext cx="457675" cy="887697"/>
                <a:chOff x="7653632" y="3976747"/>
                <a:chExt cx="457675" cy="887697"/>
              </a:xfrm>
            </p:grpSpPr>
            <p:sp>
              <p:nvSpPr>
                <p:cNvPr id="2049" name="Google Shape;2049;p11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11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11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1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11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1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1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1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57" name="Google Shape;2057;p112"/>
            <p:cNvGrpSpPr/>
            <p:nvPr/>
          </p:nvGrpSpPr>
          <p:grpSpPr>
            <a:xfrm flipH="1">
              <a:off x="4034370" y="4740048"/>
              <a:ext cx="887795" cy="175887"/>
              <a:chOff x="-5191947" y="7177654"/>
              <a:chExt cx="1720200" cy="340800"/>
            </a:xfrm>
          </p:grpSpPr>
          <p:sp>
            <p:nvSpPr>
              <p:cNvPr id="2058" name="Google Shape;2058;p112"/>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12"/>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12"/>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112"/>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65" name="Shape 2065"/>
        <p:cNvGrpSpPr/>
        <p:nvPr/>
      </p:nvGrpSpPr>
      <p:grpSpPr>
        <a:xfrm>
          <a:off x="0" y="0"/>
          <a:ext cx="0" cy="0"/>
          <a:chOff x="0" y="0"/>
          <a:chExt cx="0" cy="0"/>
        </a:xfrm>
      </p:grpSpPr>
      <p:sp>
        <p:nvSpPr>
          <p:cNvPr id="2066" name="Google Shape;2066;p114"/>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2067" name="Google Shape;2067;p114"/>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068" name="Google Shape;2068;p11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69" name="Google Shape;2069;p114"/>
          <p:cNvGrpSpPr/>
          <p:nvPr/>
        </p:nvGrpSpPr>
        <p:grpSpPr>
          <a:xfrm>
            <a:off x="7371757" y="3976747"/>
            <a:ext cx="739550" cy="887697"/>
            <a:chOff x="7371757" y="3976747"/>
            <a:chExt cx="739550" cy="887697"/>
          </a:xfrm>
        </p:grpSpPr>
        <p:sp>
          <p:nvSpPr>
            <p:cNvPr id="2070" name="Google Shape;2070;p11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1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11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1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1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1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11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11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11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11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1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11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82" name="Shape 2082"/>
        <p:cNvGrpSpPr/>
        <p:nvPr/>
      </p:nvGrpSpPr>
      <p:grpSpPr>
        <a:xfrm>
          <a:off x="0" y="0"/>
          <a:ext cx="0" cy="0"/>
          <a:chOff x="0" y="0"/>
          <a:chExt cx="0" cy="0"/>
        </a:xfrm>
      </p:grpSpPr>
      <p:sp>
        <p:nvSpPr>
          <p:cNvPr id="2083" name="Google Shape;2083;p115"/>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084" name="Google Shape;2084;p115"/>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085" name="Google Shape;2085;p115"/>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6" name="Google Shape;2086;p115"/>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7" name="Google Shape;2087;p115"/>
          <p:cNvGrpSpPr/>
          <p:nvPr/>
        </p:nvGrpSpPr>
        <p:grpSpPr>
          <a:xfrm flipH="1" rot="10800000">
            <a:off x="6851382" y="1633371"/>
            <a:ext cx="457675" cy="1877049"/>
            <a:chOff x="7691232" y="2709546"/>
            <a:chExt cx="457675" cy="1877049"/>
          </a:xfrm>
        </p:grpSpPr>
        <p:grpSp>
          <p:nvGrpSpPr>
            <p:cNvPr id="2088" name="Google Shape;2088;p115"/>
            <p:cNvGrpSpPr/>
            <p:nvPr/>
          </p:nvGrpSpPr>
          <p:grpSpPr>
            <a:xfrm>
              <a:off x="7691232" y="3698897"/>
              <a:ext cx="457675" cy="887697"/>
              <a:chOff x="7371757" y="3976747"/>
              <a:chExt cx="457675" cy="887697"/>
            </a:xfrm>
          </p:grpSpPr>
          <p:sp>
            <p:nvSpPr>
              <p:cNvPr id="2089" name="Google Shape;2089;p11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1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1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11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11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11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11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11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7" name="Google Shape;2097;p115"/>
            <p:cNvGrpSpPr/>
            <p:nvPr/>
          </p:nvGrpSpPr>
          <p:grpSpPr>
            <a:xfrm>
              <a:off x="7691232" y="2709546"/>
              <a:ext cx="457675" cy="887697"/>
              <a:chOff x="7371757" y="3976747"/>
              <a:chExt cx="457675" cy="887697"/>
            </a:xfrm>
          </p:grpSpPr>
          <p:sp>
            <p:nvSpPr>
              <p:cNvPr id="2098" name="Google Shape;2098;p11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1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1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11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11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1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1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11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06" name="Shape 2106"/>
        <p:cNvGrpSpPr/>
        <p:nvPr/>
      </p:nvGrpSpPr>
      <p:grpSpPr>
        <a:xfrm>
          <a:off x="0" y="0"/>
          <a:ext cx="0" cy="0"/>
          <a:chOff x="0" y="0"/>
          <a:chExt cx="0" cy="0"/>
        </a:xfrm>
      </p:grpSpPr>
      <p:sp>
        <p:nvSpPr>
          <p:cNvPr id="2107" name="Google Shape;2107;p116"/>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08" name="Google Shape;2108;p116"/>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2109" name="Google Shape;2109;p116"/>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2110" name="Google Shape;2110;p11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1" name="Google Shape;2111;p116"/>
          <p:cNvGrpSpPr/>
          <p:nvPr/>
        </p:nvGrpSpPr>
        <p:grpSpPr>
          <a:xfrm>
            <a:off x="1202653" y="2683622"/>
            <a:ext cx="6827579" cy="2242691"/>
            <a:chOff x="1202653" y="2683622"/>
            <a:chExt cx="6827579" cy="2242691"/>
          </a:xfrm>
        </p:grpSpPr>
        <p:grpSp>
          <p:nvGrpSpPr>
            <p:cNvPr id="2112" name="Google Shape;2112;p116"/>
            <p:cNvGrpSpPr/>
            <p:nvPr/>
          </p:nvGrpSpPr>
          <p:grpSpPr>
            <a:xfrm>
              <a:off x="7854432" y="2683622"/>
              <a:ext cx="175800" cy="887697"/>
              <a:chOff x="7371757" y="3976747"/>
              <a:chExt cx="175800" cy="887697"/>
            </a:xfrm>
          </p:grpSpPr>
          <p:sp>
            <p:nvSpPr>
              <p:cNvPr id="2113" name="Google Shape;2113;p11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1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1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1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7" name="Google Shape;2117;p116"/>
            <p:cNvGrpSpPr/>
            <p:nvPr/>
          </p:nvGrpSpPr>
          <p:grpSpPr>
            <a:xfrm>
              <a:off x="1202653" y="4750427"/>
              <a:ext cx="887795" cy="175887"/>
              <a:chOff x="2284850" y="131975"/>
              <a:chExt cx="1720200" cy="340800"/>
            </a:xfrm>
          </p:grpSpPr>
          <p:sp>
            <p:nvSpPr>
              <p:cNvPr id="2118" name="Google Shape;2118;p11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1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1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1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22" name="Shape 2122"/>
        <p:cNvGrpSpPr/>
        <p:nvPr/>
      </p:nvGrpSpPr>
      <p:grpSpPr>
        <a:xfrm>
          <a:off x="0" y="0"/>
          <a:ext cx="0" cy="0"/>
          <a:chOff x="0" y="0"/>
          <a:chExt cx="0" cy="0"/>
        </a:xfrm>
      </p:grpSpPr>
      <p:sp>
        <p:nvSpPr>
          <p:cNvPr id="2123" name="Google Shape;2123;p11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4" name="Google Shape;2124;p117"/>
          <p:cNvGrpSpPr/>
          <p:nvPr/>
        </p:nvGrpSpPr>
        <p:grpSpPr>
          <a:xfrm>
            <a:off x="5956178" y="1566397"/>
            <a:ext cx="2637804" cy="3321791"/>
            <a:chOff x="5956178" y="1566397"/>
            <a:chExt cx="2637804" cy="3321791"/>
          </a:xfrm>
        </p:grpSpPr>
        <p:grpSp>
          <p:nvGrpSpPr>
            <p:cNvPr id="2125" name="Google Shape;2125;p117"/>
            <p:cNvGrpSpPr/>
            <p:nvPr/>
          </p:nvGrpSpPr>
          <p:grpSpPr>
            <a:xfrm flipH="1" rot="10800000">
              <a:off x="7854432" y="1566397"/>
              <a:ext cx="739550" cy="887697"/>
              <a:chOff x="7371757" y="3976747"/>
              <a:chExt cx="739550" cy="887697"/>
            </a:xfrm>
          </p:grpSpPr>
          <p:sp>
            <p:nvSpPr>
              <p:cNvPr id="2126" name="Google Shape;2126;p11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11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11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1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1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1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1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1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1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11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11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1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8" name="Google Shape;2138;p117"/>
            <p:cNvGrpSpPr/>
            <p:nvPr/>
          </p:nvGrpSpPr>
          <p:grpSpPr>
            <a:xfrm>
              <a:off x="5956178" y="4712302"/>
              <a:ext cx="887795" cy="175887"/>
              <a:chOff x="2284850" y="131975"/>
              <a:chExt cx="1720200" cy="340800"/>
            </a:xfrm>
          </p:grpSpPr>
          <p:sp>
            <p:nvSpPr>
              <p:cNvPr id="2139" name="Google Shape;2139;p11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1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1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1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43" name="Google Shape;2143;p117"/>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44" name="Google Shape;2144;p117"/>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45" name="Google Shape;2145;p117"/>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146" name="Google Shape;2146;p117"/>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47" name="Google Shape;2147;p117"/>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48" name="Shape 2148"/>
        <p:cNvGrpSpPr/>
        <p:nvPr/>
      </p:nvGrpSpPr>
      <p:grpSpPr>
        <a:xfrm>
          <a:off x="0" y="0"/>
          <a:ext cx="0" cy="0"/>
          <a:chOff x="0" y="0"/>
          <a:chExt cx="0" cy="0"/>
        </a:xfrm>
      </p:grpSpPr>
      <p:sp>
        <p:nvSpPr>
          <p:cNvPr id="2149" name="Google Shape;2149;p1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2150" name="Google Shape;2150;p118"/>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2151" name="Google Shape;2151;p118"/>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52" name="Google Shape;2152;p118"/>
          <p:cNvGrpSpPr/>
          <p:nvPr/>
        </p:nvGrpSpPr>
        <p:grpSpPr>
          <a:xfrm flipH="1">
            <a:off x="7966220" y="186773"/>
            <a:ext cx="887795" cy="175887"/>
            <a:chOff x="2284850" y="131975"/>
            <a:chExt cx="1720200" cy="340800"/>
          </a:xfrm>
        </p:grpSpPr>
        <p:sp>
          <p:nvSpPr>
            <p:cNvPr id="2153" name="Google Shape;2153;p11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11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1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11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57" name="Shape 2157"/>
        <p:cNvGrpSpPr/>
        <p:nvPr/>
      </p:nvGrpSpPr>
      <p:grpSpPr>
        <a:xfrm>
          <a:off x="0" y="0"/>
          <a:ext cx="0" cy="0"/>
          <a:chOff x="0" y="0"/>
          <a:chExt cx="0" cy="0"/>
        </a:xfrm>
      </p:grpSpPr>
      <p:sp>
        <p:nvSpPr>
          <p:cNvPr id="2158" name="Google Shape;2158;p119"/>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59" name="Google Shape;2159;p119"/>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2160" name="Google Shape;2160;p119"/>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61" name="Google Shape;2161;p119"/>
          <p:cNvGrpSpPr/>
          <p:nvPr/>
        </p:nvGrpSpPr>
        <p:grpSpPr>
          <a:xfrm>
            <a:off x="269328" y="716196"/>
            <a:ext cx="8517204" cy="3970118"/>
            <a:chOff x="269328" y="716196"/>
            <a:chExt cx="8517204" cy="3970118"/>
          </a:xfrm>
        </p:grpSpPr>
        <p:grpSp>
          <p:nvGrpSpPr>
            <p:cNvPr id="2162" name="Google Shape;2162;p119"/>
            <p:cNvGrpSpPr/>
            <p:nvPr/>
          </p:nvGrpSpPr>
          <p:grpSpPr>
            <a:xfrm>
              <a:off x="8328857" y="716196"/>
              <a:ext cx="457675" cy="1877049"/>
              <a:chOff x="7691232" y="2709546"/>
              <a:chExt cx="457675" cy="1877049"/>
            </a:xfrm>
          </p:grpSpPr>
          <p:grpSp>
            <p:nvGrpSpPr>
              <p:cNvPr id="2163" name="Google Shape;2163;p119"/>
              <p:cNvGrpSpPr/>
              <p:nvPr/>
            </p:nvGrpSpPr>
            <p:grpSpPr>
              <a:xfrm>
                <a:off x="7691232" y="3698897"/>
                <a:ext cx="457675" cy="887697"/>
                <a:chOff x="7371757" y="3976747"/>
                <a:chExt cx="457675" cy="887697"/>
              </a:xfrm>
            </p:grpSpPr>
            <p:sp>
              <p:nvSpPr>
                <p:cNvPr id="2164" name="Google Shape;2164;p11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1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1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1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1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1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1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1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2" name="Google Shape;2172;p119"/>
              <p:cNvGrpSpPr/>
              <p:nvPr/>
            </p:nvGrpSpPr>
            <p:grpSpPr>
              <a:xfrm>
                <a:off x="7691232" y="2709546"/>
                <a:ext cx="457675" cy="887697"/>
                <a:chOff x="7371757" y="3976747"/>
                <a:chExt cx="457675" cy="887697"/>
              </a:xfrm>
            </p:grpSpPr>
            <p:sp>
              <p:nvSpPr>
                <p:cNvPr id="2173" name="Google Shape;2173;p11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1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1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11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11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11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1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1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81" name="Google Shape;2181;p119"/>
            <p:cNvGrpSpPr/>
            <p:nvPr/>
          </p:nvGrpSpPr>
          <p:grpSpPr>
            <a:xfrm>
              <a:off x="269328" y="4510427"/>
              <a:ext cx="887795" cy="175887"/>
              <a:chOff x="2284850" y="131975"/>
              <a:chExt cx="1720200" cy="340800"/>
            </a:xfrm>
          </p:grpSpPr>
          <p:sp>
            <p:nvSpPr>
              <p:cNvPr id="2182" name="Google Shape;2182;p11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1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1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1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86" name="Shape 2186"/>
        <p:cNvGrpSpPr/>
        <p:nvPr/>
      </p:nvGrpSpPr>
      <p:grpSpPr>
        <a:xfrm>
          <a:off x="0" y="0"/>
          <a:ext cx="0" cy="0"/>
          <a:chOff x="0" y="0"/>
          <a:chExt cx="0" cy="0"/>
        </a:xfrm>
      </p:grpSpPr>
      <p:sp>
        <p:nvSpPr>
          <p:cNvPr id="2187" name="Google Shape;2187;p120"/>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20"/>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2189" name="Google Shape;2189;p120"/>
          <p:cNvGrpSpPr/>
          <p:nvPr/>
        </p:nvGrpSpPr>
        <p:grpSpPr>
          <a:xfrm>
            <a:off x="7683925" y="745396"/>
            <a:ext cx="745132" cy="1877049"/>
            <a:chOff x="7580032" y="910721"/>
            <a:chExt cx="745132" cy="1877049"/>
          </a:xfrm>
        </p:grpSpPr>
        <p:grpSp>
          <p:nvGrpSpPr>
            <p:cNvPr id="2190" name="Google Shape;2190;p120"/>
            <p:cNvGrpSpPr/>
            <p:nvPr/>
          </p:nvGrpSpPr>
          <p:grpSpPr>
            <a:xfrm flipH="1" rot="10800000">
              <a:off x="7580032" y="910721"/>
              <a:ext cx="175800" cy="1877049"/>
              <a:chOff x="7691232" y="2709546"/>
              <a:chExt cx="175800" cy="1877049"/>
            </a:xfrm>
          </p:grpSpPr>
          <p:grpSp>
            <p:nvGrpSpPr>
              <p:cNvPr id="2191" name="Google Shape;2191;p120"/>
              <p:cNvGrpSpPr/>
              <p:nvPr/>
            </p:nvGrpSpPr>
            <p:grpSpPr>
              <a:xfrm>
                <a:off x="7691232" y="3698897"/>
                <a:ext cx="175800" cy="887697"/>
                <a:chOff x="7371757" y="3976747"/>
                <a:chExt cx="175800" cy="887697"/>
              </a:xfrm>
            </p:grpSpPr>
            <p:sp>
              <p:nvSpPr>
                <p:cNvPr id="2192" name="Google Shape;2192;p1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6" name="Google Shape;2196;p120"/>
              <p:cNvGrpSpPr/>
              <p:nvPr/>
            </p:nvGrpSpPr>
            <p:grpSpPr>
              <a:xfrm>
                <a:off x="7691232" y="2709546"/>
                <a:ext cx="175800" cy="887697"/>
                <a:chOff x="7371757" y="3976747"/>
                <a:chExt cx="175800" cy="887697"/>
              </a:xfrm>
            </p:grpSpPr>
            <p:sp>
              <p:nvSpPr>
                <p:cNvPr id="2197" name="Google Shape;2197;p1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1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1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01" name="Google Shape;2201;p120"/>
            <p:cNvGrpSpPr/>
            <p:nvPr/>
          </p:nvGrpSpPr>
          <p:grpSpPr>
            <a:xfrm flipH="1" rot="10800000">
              <a:off x="7867490" y="910721"/>
              <a:ext cx="457675" cy="1877049"/>
              <a:chOff x="7691232" y="2709546"/>
              <a:chExt cx="457675" cy="1877049"/>
            </a:xfrm>
          </p:grpSpPr>
          <p:grpSp>
            <p:nvGrpSpPr>
              <p:cNvPr id="2202" name="Google Shape;2202;p120"/>
              <p:cNvGrpSpPr/>
              <p:nvPr/>
            </p:nvGrpSpPr>
            <p:grpSpPr>
              <a:xfrm>
                <a:off x="7691232" y="3698897"/>
                <a:ext cx="457675" cy="887697"/>
                <a:chOff x="7371757" y="3976747"/>
                <a:chExt cx="457675" cy="887697"/>
              </a:xfrm>
            </p:grpSpPr>
            <p:sp>
              <p:nvSpPr>
                <p:cNvPr id="2203" name="Google Shape;2203;p1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12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2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12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12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1" name="Google Shape;2211;p120"/>
              <p:cNvGrpSpPr/>
              <p:nvPr/>
            </p:nvGrpSpPr>
            <p:grpSpPr>
              <a:xfrm>
                <a:off x="7691232" y="2709546"/>
                <a:ext cx="457675" cy="887697"/>
                <a:chOff x="7371757" y="3976747"/>
                <a:chExt cx="457675" cy="887697"/>
              </a:xfrm>
            </p:grpSpPr>
            <p:sp>
              <p:nvSpPr>
                <p:cNvPr id="2212" name="Google Shape;2212;p1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1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1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1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2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2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12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12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20" name="Shape 2220"/>
        <p:cNvGrpSpPr/>
        <p:nvPr/>
      </p:nvGrpSpPr>
      <p:grpSpPr>
        <a:xfrm>
          <a:off x="0" y="0"/>
          <a:ext cx="0" cy="0"/>
          <a:chOff x="0" y="0"/>
          <a:chExt cx="0" cy="0"/>
        </a:xfrm>
      </p:grpSpPr>
      <p:sp>
        <p:nvSpPr>
          <p:cNvPr id="2221" name="Google Shape;2221;p121"/>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222" name="Google Shape;2222;p121"/>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23" name="Google Shape;2223;p121"/>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4" name="Google Shape;2224;p121"/>
          <p:cNvGrpSpPr/>
          <p:nvPr/>
        </p:nvGrpSpPr>
        <p:grpSpPr>
          <a:xfrm>
            <a:off x="562032" y="1301880"/>
            <a:ext cx="739550" cy="887697"/>
            <a:chOff x="7371757" y="3976747"/>
            <a:chExt cx="739550" cy="887697"/>
          </a:xfrm>
        </p:grpSpPr>
        <p:sp>
          <p:nvSpPr>
            <p:cNvPr id="2225" name="Google Shape;2225;p12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12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12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2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2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2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12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2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12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12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12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12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37" name="Shape 2237"/>
        <p:cNvGrpSpPr/>
        <p:nvPr/>
      </p:nvGrpSpPr>
      <p:grpSpPr>
        <a:xfrm>
          <a:off x="0" y="0"/>
          <a:ext cx="0" cy="0"/>
          <a:chOff x="0" y="0"/>
          <a:chExt cx="0" cy="0"/>
        </a:xfrm>
      </p:grpSpPr>
      <p:sp>
        <p:nvSpPr>
          <p:cNvPr id="2238" name="Google Shape;2238;p122"/>
          <p:cNvSpPr/>
          <p:nvPr>
            <p:ph idx="2" type="pic"/>
          </p:nvPr>
        </p:nvSpPr>
        <p:spPr>
          <a:xfrm>
            <a:off x="-25" y="-13725"/>
            <a:ext cx="9144000" cy="5157300"/>
          </a:xfrm>
          <a:prstGeom prst="rect">
            <a:avLst/>
          </a:prstGeom>
          <a:noFill/>
          <a:ln>
            <a:noFill/>
          </a:ln>
        </p:spPr>
      </p:sp>
      <p:sp>
        <p:nvSpPr>
          <p:cNvPr id="2239" name="Google Shape;2239;p122"/>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40" name="Shape 2240"/>
        <p:cNvGrpSpPr/>
        <p:nvPr/>
      </p:nvGrpSpPr>
      <p:grpSpPr>
        <a:xfrm>
          <a:off x="0" y="0"/>
          <a:ext cx="0" cy="0"/>
          <a:chOff x="0" y="0"/>
          <a:chExt cx="0" cy="0"/>
        </a:xfrm>
      </p:grpSpPr>
      <p:sp>
        <p:nvSpPr>
          <p:cNvPr id="2241" name="Google Shape;2241;p123"/>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2" name="Google Shape;2242;p123"/>
          <p:cNvGrpSpPr/>
          <p:nvPr/>
        </p:nvGrpSpPr>
        <p:grpSpPr>
          <a:xfrm>
            <a:off x="4553003" y="363602"/>
            <a:ext cx="3863079" cy="4414018"/>
            <a:chOff x="4553003" y="363602"/>
            <a:chExt cx="3863079" cy="4414018"/>
          </a:xfrm>
        </p:grpSpPr>
        <p:grpSp>
          <p:nvGrpSpPr>
            <p:cNvPr id="2243" name="Google Shape;2243;p123"/>
            <p:cNvGrpSpPr/>
            <p:nvPr/>
          </p:nvGrpSpPr>
          <p:grpSpPr>
            <a:xfrm flipH="1" rot="10800000">
              <a:off x="7958407" y="2900571"/>
              <a:ext cx="457675" cy="1877049"/>
              <a:chOff x="7691232" y="2709546"/>
              <a:chExt cx="457675" cy="1877049"/>
            </a:xfrm>
          </p:grpSpPr>
          <p:grpSp>
            <p:nvGrpSpPr>
              <p:cNvPr id="2244" name="Google Shape;2244;p123"/>
              <p:cNvGrpSpPr/>
              <p:nvPr/>
            </p:nvGrpSpPr>
            <p:grpSpPr>
              <a:xfrm>
                <a:off x="7691232" y="3698897"/>
                <a:ext cx="457675" cy="887697"/>
                <a:chOff x="7371757" y="3976747"/>
                <a:chExt cx="457675" cy="887697"/>
              </a:xfrm>
            </p:grpSpPr>
            <p:sp>
              <p:nvSpPr>
                <p:cNvPr id="2245" name="Google Shape;2245;p1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1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1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12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12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12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12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3" name="Google Shape;2253;p123"/>
              <p:cNvGrpSpPr/>
              <p:nvPr/>
            </p:nvGrpSpPr>
            <p:grpSpPr>
              <a:xfrm>
                <a:off x="7691232" y="2709546"/>
                <a:ext cx="457675" cy="887697"/>
                <a:chOff x="7371757" y="3976747"/>
                <a:chExt cx="457675" cy="887697"/>
              </a:xfrm>
            </p:grpSpPr>
            <p:sp>
              <p:nvSpPr>
                <p:cNvPr id="2254" name="Google Shape;2254;p1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1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1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12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12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12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12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62" name="Google Shape;2262;p123"/>
            <p:cNvGrpSpPr/>
            <p:nvPr/>
          </p:nvGrpSpPr>
          <p:grpSpPr>
            <a:xfrm>
              <a:off x="4553003" y="363602"/>
              <a:ext cx="887795" cy="175887"/>
              <a:chOff x="2284850" y="131975"/>
              <a:chExt cx="1720200" cy="340800"/>
            </a:xfrm>
          </p:grpSpPr>
          <p:sp>
            <p:nvSpPr>
              <p:cNvPr id="2263" name="Google Shape;2263;p12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12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12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12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67" name="Google Shape;2267;p123"/>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2268" name="Google Shape;2268;p123"/>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2269" name="Shape 2269"/>
        <p:cNvGrpSpPr/>
        <p:nvPr/>
      </p:nvGrpSpPr>
      <p:grpSpPr>
        <a:xfrm>
          <a:off x="0" y="0"/>
          <a:ext cx="0" cy="0"/>
          <a:chOff x="0" y="0"/>
          <a:chExt cx="0" cy="0"/>
        </a:xfrm>
      </p:grpSpPr>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270" name="Shape 2270"/>
        <p:cNvGrpSpPr/>
        <p:nvPr/>
      </p:nvGrpSpPr>
      <p:grpSpPr>
        <a:xfrm>
          <a:off x="0" y="0"/>
          <a:ext cx="0" cy="0"/>
          <a:chOff x="0" y="0"/>
          <a:chExt cx="0" cy="0"/>
        </a:xfrm>
      </p:grpSpPr>
      <p:sp>
        <p:nvSpPr>
          <p:cNvPr id="2271" name="Google Shape;2271;p125"/>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72" name="Google Shape;2272;p125"/>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3" name="Google Shape;2273;p125"/>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4" name="Google Shape;2274;p125"/>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5" name="Google Shape;2275;p125"/>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6" name="Google Shape;2276;p125"/>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77" name="Google Shape;2277;p125"/>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78" name="Google Shape;2278;p125"/>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79" name="Google Shape;2279;p125"/>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80" name="Google Shape;2280;p125"/>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81" name="Google Shape;2281;p125"/>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82" name="Google Shape;2282;p125"/>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83" name="Google Shape;2283;p125"/>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84" name="Google Shape;2284;p125"/>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5" name="Google Shape;2285;p125"/>
          <p:cNvGrpSpPr/>
          <p:nvPr/>
        </p:nvGrpSpPr>
        <p:grpSpPr>
          <a:xfrm>
            <a:off x="269328" y="4815227"/>
            <a:ext cx="887795" cy="175887"/>
            <a:chOff x="2284850" y="131975"/>
            <a:chExt cx="1720200" cy="340800"/>
          </a:xfrm>
        </p:grpSpPr>
        <p:sp>
          <p:nvSpPr>
            <p:cNvPr id="2286" name="Google Shape;2286;p12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12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12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2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0" name="Google Shape;2290;p125"/>
          <p:cNvGrpSpPr/>
          <p:nvPr/>
        </p:nvGrpSpPr>
        <p:grpSpPr>
          <a:xfrm>
            <a:off x="7958582" y="3067871"/>
            <a:ext cx="975375" cy="1877049"/>
            <a:chOff x="7167632" y="2744946"/>
            <a:chExt cx="975375" cy="1877049"/>
          </a:xfrm>
        </p:grpSpPr>
        <p:grpSp>
          <p:nvGrpSpPr>
            <p:cNvPr id="2291" name="Google Shape;2291;p125"/>
            <p:cNvGrpSpPr/>
            <p:nvPr/>
          </p:nvGrpSpPr>
          <p:grpSpPr>
            <a:xfrm>
              <a:off x="7700682" y="2744946"/>
              <a:ext cx="175800" cy="1877049"/>
              <a:chOff x="7691232" y="2709546"/>
              <a:chExt cx="175800" cy="1877049"/>
            </a:xfrm>
          </p:grpSpPr>
          <p:grpSp>
            <p:nvGrpSpPr>
              <p:cNvPr id="2292" name="Google Shape;2292;p125"/>
              <p:cNvGrpSpPr/>
              <p:nvPr/>
            </p:nvGrpSpPr>
            <p:grpSpPr>
              <a:xfrm>
                <a:off x="7691232" y="3698897"/>
                <a:ext cx="175800" cy="887697"/>
                <a:chOff x="7371757" y="3976747"/>
                <a:chExt cx="175800" cy="887697"/>
              </a:xfrm>
            </p:grpSpPr>
            <p:sp>
              <p:nvSpPr>
                <p:cNvPr id="2293" name="Google Shape;2293;p12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2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2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12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7" name="Google Shape;2297;p125"/>
              <p:cNvGrpSpPr/>
              <p:nvPr/>
            </p:nvGrpSpPr>
            <p:grpSpPr>
              <a:xfrm>
                <a:off x="7691232" y="2709546"/>
                <a:ext cx="175800" cy="887697"/>
                <a:chOff x="7371757" y="3976747"/>
                <a:chExt cx="175800" cy="887697"/>
              </a:xfrm>
            </p:grpSpPr>
            <p:sp>
              <p:nvSpPr>
                <p:cNvPr id="2298" name="Google Shape;2298;p12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2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12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12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02" name="Google Shape;2302;p125"/>
            <p:cNvGrpSpPr/>
            <p:nvPr/>
          </p:nvGrpSpPr>
          <p:grpSpPr>
            <a:xfrm>
              <a:off x="7434157" y="2744946"/>
              <a:ext cx="175800" cy="1877049"/>
              <a:chOff x="7691232" y="2709546"/>
              <a:chExt cx="175800" cy="1877049"/>
            </a:xfrm>
          </p:grpSpPr>
          <p:grpSp>
            <p:nvGrpSpPr>
              <p:cNvPr id="2303" name="Google Shape;2303;p125"/>
              <p:cNvGrpSpPr/>
              <p:nvPr/>
            </p:nvGrpSpPr>
            <p:grpSpPr>
              <a:xfrm>
                <a:off x="7691232" y="3698897"/>
                <a:ext cx="175800" cy="887697"/>
                <a:chOff x="7371757" y="3976747"/>
                <a:chExt cx="175800" cy="887697"/>
              </a:xfrm>
            </p:grpSpPr>
            <p:sp>
              <p:nvSpPr>
                <p:cNvPr id="2304" name="Google Shape;2304;p12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12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12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12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8" name="Google Shape;2308;p125"/>
              <p:cNvGrpSpPr/>
              <p:nvPr/>
            </p:nvGrpSpPr>
            <p:grpSpPr>
              <a:xfrm>
                <a:off x="7691232" y="2709546"/>
                <a:ext cx="175800" cy="887697"/>
                <a:chOff x="7371757" y="3976747"/>
                <a:chExt cx="175800" cy="887697"/>
              </a:xfrm>
            </p:grpSpPr>
            <p:sp>
              <p:nvSpPr>
                <p:cNvPr id="2309" name="Google Shape;2309;p12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12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12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12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13" name="Google Shape;2313;p125"/>
            <p:cNvGrpSpPr/>
            <p:nvPr/>
          </p:nvGrpSpPr>
          <p:grpSpPr>
            <a:xfrm>
              <a:off x="7167632" y="2744946"/>
              <a:ext cx="175800" cy="1877049"/>
              <a:chOff x="7691232" y="2709546"/>
              <a:chExt cx="175800" cy="1877049"/>
            </a:xfrm>
          </p:grpSpPr>
          <p:grpSp>
            <p:nvGrpSpPr>
              <p:cNvPr id="2314" name="Google Shape;2314;p125"/>
              <p:cNvGrpSpPr/>
              <p:nvPr/>
            </p:nvGrpSpPr>
            <p:grpSpPr>
              <a:xfrm>
                <a:off x="7691232" y="3698897"/>
                <a:ext cx="175800" cy="887697"/>
                <a:chOff x="7371757" y="3976747"/>
                <a:chExt cx="175800" cy="887697"/>
              </a:xfrm>
            </p:grpSpPr>
            <p:sp>
              <p:nvSpPr>
                <p:cNvPr id="2315" name="Google Shape;2315;p12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12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12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12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9" name="Google Shape;2319;p125"/>
              <p:cNvGrpSpPr/>
              <p:nvPr/>
            </p:nvGrpSpPr>
            <p:grpSpPr>
              <a:xfrm>
                <a:off x="7691232" y="2709546"/>
                <a:ext cx="175800" cy="887697"/>
                <a:chOff x="7371757" y="3976747"/>
                <a:chExt cx="175800" cy="887697"/>
              </a:xfrm>
            </p:grpSpPr>
            <p:sp>
              <p:nvSpPr>
                <p:cNvPr id="2320" name="Google Shape;2320;p12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12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12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12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24" name="Google Shape;2324;p125"/>
            <p:cNvGrpSpPr/>
            <p:nvPr/>
          </p:nvGrpSpPr>
          <p:grpSpPr>
            <a:xfrm>
              <a:off x="7967207" y="2744946"/>
              <a:ext cx="175800" cy="1877049"/>
              <a:chOff x="7691232" y="2709546"/>
              <a:chExt cx="175800" cy="1877049"/>
            </a:xfrm>
          </p:grpSpPr>
          <p:grpSp>
            <p:nvGrpSpPr>
              <p:cNvPr id="2325" name="Google Shape;2325;p125"/>
              <p:cNvGrpSpPr/>
              <p:nvPr/>
            </p:nvGrpSpPr>
            <p:grpSpPr>
              <a:xfrm>
                <a:off x="7691232" y="3698897"/>
                <a:ext cx="175800" cy="887697"/>
                <a:chOff x="7371757" y="3976747"/>
                <a:chExt cx="175800" cy="887697"/>
              </a:xfrm>
            </p:grpSpPr>
            <p:sp>
              <p:nvSpPr>
                <p:cNvPr id="2326" name="Google Shape;2326;p12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12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12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12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0" name="Google Shape;2330;p125"/>
              <p:cNvGrpSpPr/>
              <p:nvPr/>
            </p:nvGrpSpPr>
            <p:grpSpPr>
              <a:xfrm>
                <a:off x="7691232" y="2709546"/>
                <a:ext cx="175800" cy="887697"/>
                <a:chOff x="7371757" y="3976747"/>
                <a:chExt cx="175800" cy="887697"/>
              </a:xfrm>
            </p:grpSpPr>
            <p:sp>
              <p:nvSpPr>
                <p:cNvPr id="2331" name="Google Shape;2331;p12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12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12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12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335" name="Shape 2335"/>
        <p:cNvGrpSpPr/>
        <p:nvPr/>
      </p:nvGrpSpPr>
      <p:grpSpPr>
        <a:xfrm>
          <a:off x="0" y="0"/>
          <a:ext cx="0" cy="0"/>
          <a:chOff x="0" y="0"/>
          <a:chExt cx="0" cy="0"/>
        </a:xfrm>
      </p:grpSpPr>
      <p:sp>
        <p:nvSpPr>
          <p:cNvPr id="2336" name="Google Shape;2336;p1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337" name="Google Shape;2337;p126"/>
          <p:cNvGrpSpPr/>
          <p:nvPr/>
        </p:nvGrpSpPr>
        <p:grpSpPr>
          <a:xfrm>
            <a:off x="-20657" y="150"/>
            <a:ext cx="9164657" cy="5143500"/>
            <a:chOff x="-20657" y="150"/>
            <a:chExt cx="9164657" cy="5143500"/>
          </a:xfrm>
        </p:grpSpPr>
        <p:cxnSp>
          <p:nvCxnSpPr>
            <p:cNvPr id="2338" name="Google Shape;2338;p126"/>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2339" name="Google Shape;2339;p126"/>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0" name="Google Shape;2340;p126"/>
            <p:cNvGrpSpPr/>
            <p:nvPr/>
          </p:nvGrpSpPr>
          <p:grpSpPr>
            <a:xfrm>
              <a:off x="7542978" y="176248"/>
              <a:ext cx="887795" cy="175887"/>
              <a:chOff x="2284850" y="131975"/>
              <a:chExt cx="1720200" cy="340800"/>
            </a:xfrm>
          </p:grpSpPr>
          <p:sp>
            <p:nvSpPr>
              <p:cNvPr id="2341" name="Google Shape;2341;p12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12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12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12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2345" name="Shape 2345"/>
        <p:cNvGrpSpPr/>
        <p:nvPr/>
      </p:nvGrpSpPr>
      <p:grpSpPr>
        <a:xfrm>
          <a:off x="0" y="0"/>
          <a:ext cx="0" cy="0"/>
          <a:chOff x="0" y="0"/>
          <a:chExt cx="0" cy="0"/>
        </a:xfrm>
      </p:grpSpPr>
      <p:sp>
        <p:nvSpPr>
          <p:cNvPr id="2346" name="Google Shape;2346;p127"/>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2347" name="Google Shape;2347;p127"/>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2348" name="Google Shape;2348;p127"/>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9" name="Google Shape;2349;p127"/>
          <p:cNvGrpSpPr/>
          <p:nvPr/>
        </p:nvGrpSpPr>
        <p:grpSpPr>
          <a:xfrm flipH="1">
            <a:off x="7966220" y="4782198"/>
            <a:ext cx="887795" cy="175887"/>
            <a:chOff x="2284850" y="131975"/>
            <a:chExt cx="1720200" cy="340800"/>
          </a:xfrm>
        </p:grpSpPr>
        <p:sp>
          <p:nvSpPr>
            <p:cNvPr id="2350" name="Google Shape;2350;p12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12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12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12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2354" name="Shape 2354"/>
        <p:cNvGrpSpPr/>
        <p:nvPr/>
      </p:nvGrpSpPr>
      <p:grpSpPr>
        <a:xfrm>
          <a:off x="0" y="0"/>
          <a:ext cx="0" cy="0"/>
          <a:chOff x="0" y="0"/>
          <a:chExt cx="0" cy="0"/>
        </a:xfrm>
      </p:grpSpPr>
      <p:sp>
        <p:nvSpPr>
          <p:cNvPr id="2355" name="Google Shape;2355;p1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2356" name="Google Shape;2356;p128"/>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2357" name="Google Shape;2357;p128"/>
          <p:cNvGrpSpPr/>
          <p:nvPr/>
        </p:nvGrpSpPr>
        <p:grpSpPr>
          <a:xfrm>
            <a:off x="4128103" y="186798"/>
            <a:ext cx="887795" cy="175887"/>
            <a:chOff x="2284850" y="131975"/>
            <a:chExt cx="1720200" cy="340800"/>
          </a:xfrm>
        </p:grpSpPr>
        <p:sp>
          <p:nvSpPr>
            <p:cNvPr id="2358" name="Google Shape;2358;p12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12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12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12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2" name="Google Shape;2362;p128"/>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363" name="Shape 2363"/>
        <p:cNvGrpSpPr/>
        <p:nvPr/>
      </p:nvGrpSpPr>
      <p:grpSpPr>
        <a:xfrm>
          <a:off x="0" y="0"/>
          <a:ext cx="0" cy="0"/>
          <a:chOff x="0" y="0"/>
          <a:chExt cx="0" cy="0"/>
        </a:xfrm>
      </p:grpSpPr>
      <p:sp>
        <p:nvSpPr>
          <p:cNvPr id="2364" name="Google Shape;2364;p129"/>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2365" name="Google Shape;2365;p129"/>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2366" name="Google Shape;2366;p12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7" name="Google Shape;2367;p129"/>
          <p:cNvGrpSpPr/>
          <p:nvPr/>
        </p:nvGrpSpPr>
        <p:grpSpPr>
          <a:xfrm flipH="1" rot="10800000">
            <a:off x="7946332" y="1013372"/>
            <a:ext cx="739550" cy="887697"/>
            <a:chOff x="7371757" y="3976747"/>
            <a:chExt cx="739550" cy="887697"/>
          </a:xfrm>
        </p:grpSpPr>
        <p:sp>
          <p:nvSpPr>
            <p:cNvPr id="2368" name="Google Shape;2368;p12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12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12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12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12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12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12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12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12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12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12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12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380" name="Shape 2380"/>
        <p:cNvGrpSpPr/>
        <p:nvPr/>
      </p:nvGrpSpPr>
      <p:grpSpPr>
        <a:xfrm>
          <a:off x="0" y="0"/>
          <a:ext cx="0" cy="0"/>
          <a:chOff x="0" y="0"/>
          <a:chExt cx="0" cy="0"/>
        </a:xfrm>
      </p:grpSpPr>
      <p:sp>
        <p:nvSpPr>
          <p:cNvPr id="2381" name="Google Shape;2381;p130"/>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82" name="Google Shape;2382;p130"/>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2383" name="Google Shape;2383;p130"/>
          <p:cNvGrpSpPr/>
          <p:nvPr/>
        </p:nvGrpSpPr>
        <p:grpSpPr>
          <a:xfrm>
            <a:off x="759093" y="449071"/>
            <a:ext cx="7652479" cy="3799448"/>
            <a:chOff x="759093" y="449071"/>
            <a:chExt cx="7652479" cy="3799448"/>
          </a:xfrm>
        </p:grpSpPr>
        <p:grpSp>
          <p:nvGrpSpPr>
            <p:cNvPr id="2384" name="Google Shape;2384;p130"/>
            <p:cNvGrpSpPr/>
            <p:nvPr/>
          </p:nvGrpSpPr>
          <p:grpSpPr>
            <a:xfrm flipH="1">
              <a:off x="7523777" y="449071"/>
              <a:ext cx="887795" cy="175887"/>
              <a:chOff x="2284850" y="131975"/>
              <a:chExt cx="1720200" cy="340800"/>
            </a:xfrm>
          </p:grpSpPr>
          <p:sp>
            <p:nvSpPr>
              <p:cNvPr id="2385" name="Google Shape;2385;p13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13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13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13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9" name="Google Shape;2389;p130"/>
            <p:cNvGrpSpPr/>
            <p:nvPr/>
          </p:nvGrpSpPr>
          <p:grpSpPr>
            <a:xfrm flipH="1">
              <a:off x="759093" y="3360822"/>
              <a:ext cx="457675" cy="887697"/>
              <a:chOff x="7653632" y="3976747"/>
              <a:chExt cx="457675" cy="887697"/>
            </a:xfrm>
          </p:grpSpPr>
          <p:sp>
            <p:nvSpPr>
              <p:cNvPr id="2390" name="Google Shape;2390;p13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13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13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13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13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13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3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13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98" name="Google Shape;2398;p130"/>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99" name="Google Shape;2399;p130"/>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00" name="Google Shape;2400;p130"/>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401" name="Shape 2401"/>
        <p:cNvGrpSpPr/>
        <p:nvPr/>
      </p:nvGrpSpPr>
      <p:grpSpPr>
        <a:xfrm>
          <a:off x="0" y="0"/>
          <a:ext cx="0" cy="0"/>
          <a:chOff x="0" y="0"/>
          <a:chExt cx="0" cy="0"/>
        </a:xfrm>
      </p:grpSpPr>
      <p:sp>
        <p:nvSpPr>
          <p:cNvPr id="2402" name="Google Shape;2402;p131"/>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03" name="Google Shape;2403;p131"/>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04" name="Google Shape;2404;p131"/>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405" name="Shape 2405"/>
        <p:cNvGrpSpPr/>
        <p:nvPr/>
      </p:nvGrpSpPr>
      <p:grpSpPr>
        <a:xfrm>
          <a:off x="0" y="0"/>
          <a:ext cx="0" cy="0"/>
          <a:chOff x="0" y="0"/>
          <a:chExt cx="0" cy="0"/>
        </a:xfrm>
      </p:grpSpPr>
      <p:sp>
        <p:nvSpPr>
          <p:cNvPr id="2406" name="Google Shape;2406;p132"/>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7" name="Google Shape;2407;p132"/>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2408" name="Google Shape;2408;p132"/>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09" name="Google Shape;2409;p132"/>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410" name="Google Shape;2410;p132"/>
          <p:cNvGrpSpPr/>
          <p:nvPr/>
        </p:nvGrpSpPr>
        <p:grpSpPr>
          <a:xfrm>
            <a:off x="324243" y="3769347"/>
            <a:ext cx="707325" cy="887697"/>
            <a:chOff x="324243" y="3769347"/>
            <a:chExt cx="707325" cy="887697"/>
          </a:xfrm>
        </p:grpSpPr>
        <p:grpSp>
          <p:nvGrpSpPr>
            <p:cNvPr id="2411" name="Google Shape;2411;p132"/>
            <p:cNvGrpSpPr/>
            <p:nvPr/>
          </p:nvGrpSpPr>
          <p:grpSpPr>
            <a:xfrm rot="10800000">
              <a:off x="324243" y="3769347"/>
              <a:ext cx="175800" cy="887697"/>
              <a:chOff x="7935507" y="3976747"/>
              <a:chExt cx="175800" cy="887697"/>
            </a:xfrm>
          </p:grpSpPr>
          <p:sp>
            <p:nvSpPr>
              <p:cNvPr id="2412" name="Google Shape;2412;p13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13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13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13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6" name="Google Shape;2416;p132"/>
            <p:cNvGrpSpPr/>
            <p:nvPr/>
          </p:nvGrpSpPr>
          <p:grpSpPr>
            <a:xfrm rot="10800000">
              <a:off x="855768" y="3769347"/>
              <a:ext cx="175800" cy="887697"/>
              <a:chOff x="7371757" y="3976747"/>
              <a:chExt cx="175800" cy="887697"/>
            </a:xfrm>
          </p:grpSpPr>
          <p:sp>
            <p:nvSpPr>
              <p:cNvPr id="2417" name="Google Shape;2417;p13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13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13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3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1" name="Google Shape;2421;p132"/>
            <p:cNvGrpSpPr/>
            <p:nvPr/>
          </p:nvGrpSpPr>
          <p:grpSpPr>
            <a:xfrm rot="10800000">
              <a:off x="590005" y="3769347"/>
              <a:ext cx="175800" cy="887697"/>
              <a:chOff x="7935507" y="3976747"/>
              <a:chExt cx="175800" cy="887697"/>
            </a:xfrm>
          </p:grpSpPr>
          <p:sp>
            <p:nvSpPr>
              <p:cNvPr id="2422" name="Google Shape;2422;p13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13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13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13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2426" name="Shape 2426"/>
        <p:cNvGrpSpPr/>
        <p:nvPr/>
      </p:nvGrpSpPr>
      <p:grpSpPr>
        <a:xfrm>
          <a:off x="0" y="0"/>
          <a:ext cx="0" cy="0"/>
          <a:chOff x="0" y="0"/>
          <a:chExt cx="0" cy="0"/>
        </a:xfrm>
      </p:grpSpPr>
      <p:cxnSp>
        <p:nvCxnSpPr>
          <p:cNvPr id="2427" name="Google Shape;2427;p133"/>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2428" name="Google Shape;2428;p133"/>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9" name="Google Shape;2429;p133"/>
          <p:cNvGrpSpPr/>
          <p:nvPr/>
        </p:nvGrpSpPr>
        <p:grpSpPr>
          <a:xfrm>
            <a:off x="7958407" y="2900571"/>
            <a:ext cx="739550" cy="1877049"/>
            <a:chOff x="7691232" y="2709546"/>
            <a:chExt cx="739550" cy="1877049"/>
          </a:xfrm>
        </p:grpSpPr>
        <p:grpSp>
          <p:nvGrpSpPr>
            <p:cNvPr id="2430" name="Google Shape;2430;p133"/>
            <p:cNvGrpSpPr/>
            <p:nvPr/>
          </p:nvGrpSpPr>
          <p:grpSpPr>
            <a:xfrm>
              <a:off x="7691232" y="3698897"/>
              <a:ext cx="739550" cy="887697"/>
              <a:chOff x="7371757" y="3976747"/>
              <a:chExt cx="739550" cy="887697"/>
            </a:xfrm>
          </p:grpSpPr>
          <p:sp>
            <p:nvSpPr>
              <p:cNvPr id="2431" name="Google Shape;2431;p13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13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13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13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13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13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13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13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3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13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13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13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3" name="Google Shape;2443;p133"/>
            <p:cNvGrpSpPr/>
            <p:nvPr/>
          </p:nvGrpSpPr>
          <p:grpSpPr>
            <a:xfrm>
              <a:off x="7691232" y="2709546"/>
              <a:ext cx="739550" cy="887697"/>
              <a:chOff x="7371757" y="3976747"/>
              <a:chExt cx="739550" cy="887697"/>
            </a:xfrm>
          </p:grpSpPr>
          <p:sp>
            <p:nvSpPr>
              <p:cNvPr id="2444" name="Google Shape;2444;p13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13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13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13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13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13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13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13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13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13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13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13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56" name="Google Shape;2456;p133"/>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57" name="Google Shape;2457;p133"/>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2458" name="Shape 2458"/>
        <p:cNvGrpSpPr/>
        <p:nvPr/>
      </p:nvGrpSpPr>
      <p:grpSpPr>
        <a:xfrm>
          <a:off x="0" y="0"/>
          <a:ext cx="0" cy="0"/>
          <a:chOff x="0" y="0"/>
          <a:chExt cx="0" cy="0"/>
        </a:xfrm>
      </p:grpSpPr>
      <p:sp>
        <p:nvSpPr>
          <p:cNvPr id="2459" name="Google Shape;2459;p13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60" name="Google Shape;2460;p134"/>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2461" name="Google Shape;2461;p134"/>
          <p:cNvGrpSpPr/>
          <p:nvPr/>
        </p:nvGrpSpPr>
        <p:grpSpPr>
          <a:xfrm>
            <a:off x="269328" y="269127"/>
            <a:ext cx="8249354" cy="1636293"/>
            <a:chOff x="269328" y="269127"/>
            <a:chExt cx="8249354" cy="1636293"/>
          </a:xfrm>
        </p:grpSpPr>
        <p:grpSp>
          <p:nvGrpSpPr>
            <p:cNvPr id="2462" name="Google Shape;2462;p134"/>
            <p:cNvGrpSpPr/>
            <p:nvPr/>
          </p:nvGrpSpPr>
          <p:grpSpPr>
            <a:xfrm flipH="1" rot="10800000">
              <a:off x="8061007" y="1017722"/>
              <a:ext cx="457675" cy="887697"/>
              <a:chOff x="7371757" y="3976747"/>
              <a:chExt cx="457675" cy="887697"/>
            </a:xfrm>
          </p:grpSpPr>
          <p:sp>
            <p:nvSpPr>
              <p:cNvPr id="2463" name="Google Shape;2463;p13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13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13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13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13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13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13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13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1" name="Google Shape;2471;p134"/>
            <p:cNvGrpSpPr/>
            <p:nvPr/>
          </p:nvGrpSpPr>
          <p:grpSpPr>
            <a:xfrm>
              <a:off x="269328" y="269127"/>
              <a:ext cx="887795" cy="175887"/>
              <a:chOff x="2284850" y="131975"/>
              <a:chExt cx="1720200" cy="340800"/>
            </a:xfrm>
          </p:grpSpPr>
          <p:sp>
            <p:nvSpPr>
              <p:cNvPr id="2472" name="Google Shape;2472;p13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13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13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13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76" name="Google Shape;2476;p134"/>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77" name="Google Shape;2477;p134"/>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2478" name="Shape 2478"/>
        <p:cNvGrpSpPr/>
        <p:nvPr/>
      </p:nvGrpSpPr>
      <p:grpSpPr>
        <a:xfrm>
          <a:off x="0" y="0"/>
          <a:ext cx="0" cy="0"/>
          <a:chOff x="0" y="0"/>
          <a:chExt cx="0" cy="0"/>
        </a:xfrm>
      </p:grpSpPr>
      <p:sp>
        <p:nvSpPr>
          <p:cNvPr id="2479" name="Google Shape;2479;p135"/>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80" name="Google Shape;2480;p135"/>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2481" name="Google Shape;2481;p13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82" name="Google Shape;2482;p135"/>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2483" name="Google Shape;2483;p135"/>
          <p:cNvGrpSpPr/>
          <p:nvPr/>
        </p:nvGrpSpPr>
        <p:grpSpPr>
          <a:xfrm>
            <a:off x="269328" y="269127"/>
            <a:ext cx="887795" cy="175887"/>
            <a:chOff x="2284850" y="131975"/>
            <a:chExt cx="1720200" cy="340800"/>
          </a:xfrm>
        </p:grpSpPr>
        <p:sp>
          <p:nvSpPr>
            <p:cNvPr id="2484" name="Google Shape;2484;p13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13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13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13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8" name="Google Shape;2488;p135"/>
          <p:cNvGrpSpPr/>
          <p:nvPr/>
        </p:nvGrpSpPr>
        <p:grpSpPr>
          <a:xfrm>
            <a:off x="7920045" y="3001872"/>
            <a:ext cx="433111" cy="1871372"/>
            <a:chOff x="8038657" y="1017722"/>
            <a:chExt cx="433111" cy="1871372"/>
          </a:xfrm>
        </p:grpSpPr>
        <p:grpSp>
          <p:nvGrpSpPr>
            <p:cNvPr id="2489" name="Google Shape;2489;p135"/>
            <p:cNvGrpSpPr/>
            <p:nvPr/>
          </p:nvGrpSpPr>
          <p:grpSpPr>
            <a:xfrm>
              <a:off x="8038657" y="1017722"/>
              <a:ext cx="175800" cy="887697"/>
              <a:chOff x="7371757" y="3976747"/>
              <a:chExt cx="175800" cy="887697"/>
            </a:xfrm>
          </p:grpSpPr>
          <p:sp>
            <p:nvSpPr>
              <p:cNvPr id="2490" name="Google Shape;2490;p13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13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13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13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4" name="Google Shape;2494;p135"/>
            <p:cNvGrpSpPr/>
            <p:nvPr/>
          </p:nvGrpSpPr>
          <p:grpSpPr>
            <a:xfrm>
              <a:off x="8295968" y="1017722"/>
              <a:ext cx="175800" cy="887697"/>
              <a:chOff x="7935507" y="3976747"/>
              <a:chExt cx="175800" cy="887697"/>
            </a:xfrm>
          </p:grpSpPr>
          <p:sp>
            <p:nvSpPr>
              <p:cNvPr id="2495" name="Google Shape;2495;p13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13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13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13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9" name="Google Shape;2499;p135"/>
            <p:cNvGrpSpPr/>
            <p:nvPr/>
          </p:nvGrpSpPr>
          <p:grpSpPr>
            <a:xfrm>
              <a:off x="8038657" y="2001397"/>
              <a:ext cx="175800" cy="887697"/>
              <a:chOff x="7371757" y="3976747"/>
              <a:chExt cx="175800" cy="887697"/>
            </a:xfrm>
          </p:grpSpPr>
          <p:sp>
            <p:nvSpPr>
              <p:cNvPr id="2500" name="Google Shape;2500;p13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13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13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13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4" name="Google Shape;2504;p135"/>
            <p:cNvGrpSpPr/>
            <p:nvPr/>
          </p:nvGrpSpPr>
          <p:grpSpPr>
            <a:xfrm>
              <a:off x="8295968" y="2001397"/>
              <a:ext cx="175800" cy="887697"/>
              <a:chOff x="7935507" y="3976747"/>
              <a:chExt cx="175800" cy="887697"/>
            </a:xfrm>
          </p:grpSpPr>
          <p:sp>
            <p:nvSpPr>
              <p:cNvPr id="2505" name="Google Shape;2505;p13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13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13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13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509" name="Shape 2509"/>
        <p:cNvGrpSpPr/>
        <p:nvPr/>
      </p:nvGrpSpPr>
      <p:grpSpPr>
        <a:xfrm>
          <a:off x="0" y="0"/>
          <a:ext cx="0" cy="0"/>
          <a:chOff x="0" y="0"/>
          <a:chExt cx="0" cy="0"/>
        </a:xfrm>
      </p:grpSpPr>
      <p:sp>
        <p:nvSpPr>
          <p:cNvPr id="2510" name="Google Shape;2510;p13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11" name="Google Shape;2511;p136"/>
          <p:cNvGrpSpPr/>
          <p:nvPr/>
        </p:nvGrpSpPr>
        <p:grpSpPr>
          <a:xfrm>
            <a:off x="3539353" y="688497"/>
            <a:ext cx="5261204" cy="4003441"/>
            <a:chOff x="3539353" y="688497"/>
            <a:chExt cx="5261204" cy="4003441"/>
          </a:xfrm>
        </p:grpSpPr>
        <p:grpSp>
          <p:nvGrpSpPr>
            <p:cNvPr id="2512" name="Google Shape;2512;p136"/>
            <p:cNvGrpSpPr/>
            <p:nvPr/>
          </p:nvGrpSpPr>
          <p:grpSpPr>
            <a:xfrm flipH="1" rot="10800000">
              <a:off x="8061007" y="688497"/>
              <a:ext cx="739550" cy="887697"/>
              <a:chOff x="7371757" y="3976747"/>
              <a:chExt cx="739550" cy="887697"/>
            </a:xfrm>
          </p:grpSpPr>
          <p:sp>
            <p:nvSpPr>
              <p:cNvPr id="2513" name="Google Shape;2513;p13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13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13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13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13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3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13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13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13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13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13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13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5" name="Google Shape;2525;p136"/>
            <p:cNvGrpSpPr/>
            <p:nvPr/>
          </p:nvGrpSpPr>
          <p:grpSpPr>
            <a:xfrm>
              <a:off x="3539353" y="4516052"/>
              <a:ext cx="887795" cy="175887"/>
              <a:chOff x="2284850" y="131975"/>
              <a:chExt cx="1720200" cy="340800"/>
            </a:xfrm>
          </p:grpSpPr>
          <p:sp>
            <p:nvSpPr>
              <p:cNvPr id="2526" name="Google Shape;2526;p13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13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13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13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30" name="Google Shape;2530;p136"/>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31" name="Google Shape;2531;p136"/>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32" name="Google Shape;2532;p136"/>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33" name="Google Shape;2533;p136"/>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34" name="Google Shape;2534;p136"/>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535" name="Shape 2535"/>
        <p:cNvGrpSpPr/>
        <p:nvPr/>
      </p:nvGrpSpPr>
      <p:grpSpPr>
        <a:xfrm>
          <a:off x="0" y="0"/>
          <a:ext cx="0" cy="0"/>
          <a:chOff x="0" y="0"/>
          <a:chExt cx="0" cy="0"/>
        </a:xfrm>
      </p:grpSpPr>
      <p:sp>
        <p:nvSpPr>
          <p:cNvPr id="2536" name="Google Shape;2536;p137"/>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37" name="Google Shape;2537;p137"/>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2538" name="Google Shape;2538;p137"/>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2539" name="Google Shape;2539;p137"/>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137"/>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541" name="Shape 2541"/>
        <p:cNvGrpSpPr/>
        <p:nvPr/>
      </p:nvGrpSpPr>
      <p:grpSpPr>
        <a:xfrm>
          <a:off x="0" y="0"/>
          <a:ext cx="0" cy="0"/>
          <a:chOff x="0" y="0"/>
          <a:chExt cx="0" cy="0"/>
        </a:xfrm>
      </p:grpSpPr>
      <p:sp>
        <p:nvSpPr>
          <p:cNvPr id="2542" name="Google Shape;2542;p138"/>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3" name="Google Shape;2543;p138"/>
          <p:cNvGrpSpPr/>
          <p:nvPr/>
        </p:nvGrpSpPr>
        <p:grpSpPr>
          <a:xfrm flipH="1">
            <a:off x="7986880" y="4515911"/>
            <a:ext cx="887795" cy="175887"/>
            <a:chOff x="2284850" y="131975"/>
            <a:chExt cx="1720200" cy="340800"/>
          </a:xfrm>
        </p:grpSpPr>
        <p:sp>
          <p:nvSpPr>
            <p:cNvPr id="2544" name="Google Shape;2544;p13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13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13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13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48" name="Google Shape;2548;p138"/>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49" name="Google Shape;2549;p138"/>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50" name="Google Shape;2550;p138"/>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51" name="Google Shape;2551;p138"/>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52" name="Google Shape;2552;p138"/>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53" name="Google Shape;2553;p138"/>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54" name="Google Shape;2554;p138"/>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555" name="Shape 2555"/>
        <p:cNvGrpSpPr/>
        <p:nvPr/>
      </p:nvGrpSpPr>
      <p:grpSpPr>
        <a:xfrm>
          <a:off x="0" y="0"/>
          <a:ext cx="0" cy="0"/>
          <a:chOff x="0" y="0"/>
          <a:chExt cx="0" cy="0"/>
        </a:xfrm>
      </p:grpSpPr>
      <p:sp>
        <p:nvSpPr>
          <p:cNvPr id="2556" name="Google Shape;2556;p13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7" name="Google Shape;2557;p139"/>
          <p:cNvGrpSpPr/>
          <p:nvPr/>
        </p:nvGrpSpPr>
        <p:grpSpPr>
          <a:xfrm>
            <a:off x="269328" y="197352"/>
            <a:ext cx="8249354" cy="3899618"/>
            <a:chOff x="269328" y="197352"/>
            <a:chExt cx="8249354" cy="3899618"/>
          </a:xfrm>
        </p:grpSpPr>
        <p:grpSp>
          <p:nvGrpSpPr>
            <p:cNvPr id="2558" name="Google Shape;2558;p139"/>
            <p:cNvGrpSpPr/>
            <p:nvPr/>
          </p:nvGrpSpPr>
          <p:grpSpPr>
            <a:xfrm>
              <a:off x="8061007" y="3209272"/>
              <a:ext cx="457675" cy="887697"/>
              <a:chOff x="7371757" y="3976747"/>
              <a:chExt cx="457675" cy="887697"/>
            </a:xfrm>
          </p:grpSpPr>
          <p:sp>
            <p:nvSpPr>
              <p:cNvPr id="2559" name="Google Shape;2559;p13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13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13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13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13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13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13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13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7" name="Google Shape;2567;p139"/>
            <p:cNvGrpSpPr/>
            <p:nvPr/>
          </p:nvGrpSpPr>
          <p:grpSpPr>
            <a:xfrm>
              <a:off x="269328" y="197352"/>
              <a:ext cx="887795" cy="175887"/>
              <a:chOff x="2284850" y="131975"/>
              <a:chExt cx="1720200" cy="340800"/>
            </a:xfrm>
          </p:grpSpPr>
          <p:sp>
            <p:nvSpPr>
              <p:cNvPr id="2568" name="Google Shape;2568;p13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13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13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13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72" name="Google Shape;2572;p139"/>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73" name="Google Shape;2573;p139"/>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4" name="Google Shape;2574;p139"/>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5" name="Google Shape;2575;p139"/>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6" name="Google Shape;2576;p139"/>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7" name="Google Shape;2577;p139"/>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78" name="Google Shape;2578;p139"/>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79" name="Google Shape;2579;p139"/>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80" name="Google Shape;2580;p139"/>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581" name="Shape 2581"/>
        <p:cNvGrpSpPr/>
        <p:nvPr/>
      </p:nvGrpSpPr>
      <p:grpSpPr>
        <a:xfrm>
          <a:off x="0" y="0"/>
          <a:ext cx="0" cy="0"/>
          <a:chOff x="0" y="0"/>
          <a:chExt cx="0" cy="0"/>
        </a:xfrm>
      </p:grpSpPr>
      <p:sp>
        <p:nvSpPr>
          <p:cNvPr id="2582" name="Google Shape;2582;p140"/>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3" name="Google Shape;2583;p140"/>
          <p:cNvGrpSpPr/>
          <p:nvPr/>
        </p:nvGrpSpPr>
        <p:grpSpPr>
          <a:xfrm flipH="1">
            <a:off x="3091253" y="4774223"/>
            <a:ext cx="887795" cy="175887"/>
            <a:chOff x="2284850" y="131975"/>
            <a:chExt cx="1720200" cy="340800"/>
          </a:xfrm>
        </p:grpSpPr>
        <p:sp>
          <p:nvSpPr>
            <p:cNvPr id="2584" name="Google Shape;2584;p14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14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14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14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88" name="Google Shape;2588;p1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89" name="Google Shape;2589;p140"/>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0" name="Google Shape;2590;p140"/>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1" name="Google Shape;2591;p140"/>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2" name="Google Shape;2592;p140"/>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3" name="Google Shape;2593;p140"/>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4" name="Google Shape;2594;p140"/>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5" name="Google Shape;2595;p140"/>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96" name="Google Shape;2596;p140"/>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97" name="Google Shape;2597;p140"/>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98" name="Google Shape;2598;p140"/>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99" name="Google Shape;2599;p140"/>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00" name="Google Shape;2600;p140"/>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601" name="Shape 2601"/>
        <p:cNvGrpSpPr/>
        <p:nvPr/>
      </p:nvGrpSpPr>
      <p:grpSpPr>
        <a:xfrm>
          <a:off x="0" y="0"/>
          <a:ext cx="0" cy="0"/>
          <a:chOff x="0" y="0"/>
          <a:chExt cx="0" cy="0"/>
        </a:xfrm>
      </p:grpSpPr>
      <p:sp>
        <p:nvSpPr>
          <p:cNvPr id="2602" name="Google Shape;2602;p141"/>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3" name="Google Shape;2603;p141"/>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2604" name="Google Shape;2604;p141"/>
          <p:cNvGrpSpPr/>
          <p:nvPr/>
        </p:nvGrpSpPr>
        <p:grpSpPr>
          <a:xfrm flipH="1">
            <a:off x="7829752" y="4831427"/>
            <a:ext cx="887795" cy="175887"/>
            <a:chOff x="2284850" y="131975"/>
            <a:chExt cx="1720200" cy="340800"/>
          </a:xfrm>
        </p:grpSpPr>
        <p:sp>
          <p:nvSpPr>
            <p:cNvPr id="2605" name="Google Shape;2605;p14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14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14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14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09" name="Google Shape;2609;p141"/>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10" name="Google Shape;2610;p141"/>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611" name="Google Shape;2611;p141"/>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12" name="Google Shape;2612;p141"/>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613" name="Google Shape;2613;p141"/>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14" name="Google Shape;2614;p141"/>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2615" name="Google Shape;2615;p141"/>
          <p:cNvGrpSpPr/>
          <p:nvPr/>
        </p:nvGrpSpPr>
        <p:grpSpPr>
          <a:xfrm>
            <a:off x="300632" y="445022"/>
            <a:ext cx="958892" cy="887697"/>
            <a:chOff x="272293" y="445022"/>
            <a:chExt cx="958892" cy="887697"/>
          </a:xfrm>
        </p:grpSpPr>
        <p:grpSp>
          <p:nvGrpSpPr>
            <p:cNvPr id="2616" name="Google Shape;2616;p141"/>
            <p:cNvGrpSpPr/>
            <p:nvPr/>
          </p:nvGrpSpPr>
          <p:grpSpPr>
            <a:xfrm rot="10800000">
              <a:off x="272293" y="445022"/>
              <a:ext cx="175800" cy="887697"/>
              <a:chOff x="7935507" y="3976747"/>
              <a:chExt cx="175800" cy="887697"/>
            </a:xfrm>
          </p:grpSpPr>
          <p:sp>
            <p:nvSpPr>
              <p:cNvPr id="2617" name="Google Shape;2617;p14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4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14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14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1" name="Google Shape;2621;p141"/>
            <p:cNvGrpSpPr/>
            <p:nvPr/>
          </p:nvGrpSpPr>
          <p:grpSpPr>
            <a:xfrm rot="10800000">
              <a:off x="533323" y="445022"/>
              <a:ext cx="175800" cy="887697"/>
              <a:chOff x="7935507" y="3976747"/>
              <a:chExt cx="175800" cy="887697"/>
            </a:xfrm>
          </p:grpSpPr>
          <p:sp>
            <p:nvSpPr>
              <p:cNvPr id="2622" name="Google Shape;2622;p14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14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4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14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6" name="Google Shape;2626;p141"/>
            <p:cNvGrpSpPr/>
            <p:nvPr/>
          </p:nvGrpSpPr>
          <p:grpSpPr>
            <a:xfrm rot="10800000">
              <a:off x="794354" y="445022"/>
              <a:ext cx="175800" cy="887697"/>
              <a:chOff x="7935507" y="3976747"/>
              <a:chExt cx="175800" cy="887697"/>
            </a:xfrm>
          </p:grpSpPr>
          <p:sp>
            <p:nvSpPr>
              <p:cNvPr id="2627" name="Google Shape;2627;p14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14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14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4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1" name="Google Shape;2631;p141"/>
            <p:cNvGrpSpPr/>
            <p:nvPr/>
          </p:nvGrpSpPr>
          <p:grpSpPr>
            <a:xfrm rot="10800000">
              <a:off x="1055385" y="445022"/>
              <a:ext cx="175800" cy="887697"/>
              <a:chOff x="7935507" y="3976747"/>
              <a:chExt cx="175800" cy="887697"/>
            </a:xfrm>
          </p:grpSpPr>
          <p:sp>
            <p:nvSpPr>
              <p:cNvPr id="2632" name="Google Shape;2632;p14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14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14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4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636" name="Shape 2636"/>
        <p:cNvGrpSpPr/>
        <p:nvPr/>
      </p:nvGrpSpPr>
      <p:grpSpPr>
        <a:xfrm>
          <a:off x="0" y="0"/>
          <a:ext cx="0" cy="0"/>
          <a:chOff x="0" y="0"/>
          <a:chExt cx="0" cy="0"/>
        </a:xfrm>
      </p:grpSpPr>
      <p:cxnSp>
        <p:nvCxnSpPr>
          <p:cNvPr id="2637" name="Google Shape;2637;p142"/>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2638" name="Google Shape;2638;p142"/>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39" name="Google Shape;2639;p142"/>
          <p:cNvGrpSpPr/>
          <p:nvPr/>
        </p:nvGrpSpPr>
        <p:grpSpPr>
          <a:xfrm flipH="1">
            <a:off x="896577" y="269148"/>
            <a:ext cx="887795" cy="175887"/>
            <a:chOff x="2284850" y="131975"/>
            <a:chExt cx="1720200" cy="340800"/>
          </a:xfrm>
        </p:grpSpPr>
        <p:sp>
          <p:nvSpPr>
            <p:cNvPr id="2640" name="Google Shape;2640;p14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14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4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14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4" name="Google Shape;2644;p142"/>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45" name="Google Shape;2645;p142"/>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646" name="Google Shape;2646;p142"/>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647" name="Google Shape;2647;p142"/>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48" name="Google Shape;2648;p142"/>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649" name="Google Shape;2649;p142"/>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650" name="Google Shape;2650;p142"/>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51" name="Google Shape;2651;p142"/>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652" name="Google Shape;2652;p142"/>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653" name="Google Shape;2653;p142"/>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654" name="Shape 2654"/>
        <p:cNvGrpSpPr/>
        <p:nvPr/>
      </p:nvGrpSpPr>
      <p:grpSpPr>
        <a:xfrm>
          <a:off x="0" y="0"/>
          <a:ext cx="0" cy="0"/>
          <a:chOff x="0" y="0"/>
          <a:chExt cx="0" cy="0"/>
        </a:xfrm>
      </p:grpSpPr>
      <p:sp>
        <p:nvSpPr>
          <p:cNvPr id="2655" name="Google Shape;2655;p143"/>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6" name="Google Shape;2656;p143"/>
          <p:cNvGrpSpPr/>
          <p:nvPr/>
        </p:nvGrpSpPr>
        <p:grpSpPr>
          <a:xfrm flipH="1">
            <a:off x="754543" y="777996"/>
            <a:ext cx="739550" cy="1877049"/>
            <a:chOff x="7691232" y="2709546"/>
            <a:chExt cx="739550" cy="1877049"/>
          </a:xfrm>
        </p:grpSpPr>
        <p:grpSp>
          <p:nvGrpSpPr>
            <p:cNvPr id="2657" name="Google Shape;2657;p143"/>
            <p:cNvGrpSpPr/>
            <p:nvPr/>
          </p:nvGrpSpPr>
          <p:grpSpPr>
            <a:xfrm>
              <a:off x="7691232" y="3698897"/>
              <a:ext cx="739550" cy="887697"/>
              <a:chOff x="7371757" y="3976747"/>
              <a:chExt cx="739550" cy="887697"/>
            </a:xfrm>
          </p:grpSpPr>
          <p:sp>
            <p:nvSpPr>
              <p:cNvPr id="2658" name="Google Shape;2658;p14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14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4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14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14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14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14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14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14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14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14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14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0" name="Google Shape;2670;p143"/>
            <p:cNvGrpSpPr/>
            <p:nvPr/>
          </p:nvGrpSpPr>
          <p:grpSpPr>
            <a:xfrm>
              <a:off x="7691232" y="2709546"/>
              <a:ext cx="739550" cy="887697"/>
              <a:chOff x="7371757" y="3976747"/>
              <a:chExt cx="739550" cy="887697"/>
            </a:xfrm>
          </p:grpSpPr>
          <p:sp>
            <p:nvSpPr>
              <p:cNvPr id="2671" name="Google Shape;2671;p14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14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14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14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14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14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14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14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14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14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14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14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83" name="Google Shape;2683;p143"/>
          <p:cNvGrpSpPr/>
          <p:nvPr/>
        </p:nvGrpSpPr>
        <p:grpSpPr>
          <a:xfrm flipH="1">
            <a:off x="3391227" y="4753102"/>
            <a:ext cx="887795" cy="175887"/>
            <a:chOff x="2284850" y="131975"/>
            <a:chExt cx="1720200" cy="340800"/>
          </a:xfrm>
        </p:grpSpPr>
        <p:sp>
          <p:nvSpPr>
            <p:cNvPr id="2684" name="Google Shape;2684;p14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14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14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14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8" name="Google Shape;2688;p143"/>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2689" name="Google Shape;2689;p143"/>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90" name="Google Shape;2690;p143"/>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91" name="Shape 2691"/>
        <p:cNvGrpSpPr/>
        <p:nvPr/>
      </p:nvGrpSpPr>
      <p:grpSpPr>
        <a:xfrm>
          <a:off x="0" y="0"/>
          <a:ext cx="0" cy="0"/>
          <a:chOff x="0" y="0"/>
          <a:chExt cx="0" cy="0"/>
        </a:xfrm>
      </p:grpSpPr>
      <p:cxnSp>
        <p:nvCxnSpPr>
          <p:cNvPr id="2692" name="Google Shape;2692;p144"/>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2693" name="Google Shape;2693;p144"/>
          <p:cNvGrpSpPr/>
          <p:nvPr/>
        </p:nvGrpSpPr>
        <p:grpSpPr>
          <a:xfrm>
            <a:off x="269328" y="3823073"/>
            <a:ext cx="887795" cy="175887"/>
            <a:chOff x="-5191947" y="7177654"/>
            <a:chExt cx="1720200" cy="340800"/>
          </a:xfrm>
        </p:grpSpPr>
        <p:sp>
          <p:nvSpPr>
            <p:cNvPr id="2694" name="Google Shape;2694;p144"/>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144"/>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144"/>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144"/>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8" name="Google Shape;2698;p144"/>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699" name="Shape 2699"/>
        <p:cNvGrpSpPr/>
        <p:nvPr/>
      </p:nvGrpSpPr>
      <p:grpSpPr>
        <a:xfrm>
          <a:off x="0" y="0"/>
          <a:ext cx="0" cy="0"/>
          <a:chOff x="0" y="0"/>
          <a:chExt cx="0" cy="0"/>
        </a:xfrm>
      </p:grpSpPr>
      <p:cxnSp>
        <p:nvCxnSpPr>
          <p:cNvPr id="2700" name="Google Shape;2700;p145"/>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2701" name="Google Shape;2701;p145"/>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2" name="Google Shape;2702;p145"/>
          <p:cNvGrpSpPr/>
          <p:nvPr/>
        </p:nvGrpSpPr>
        <p:grpSpPr>
          <a:xfrm>
            <a:off x="1553061" y="1633371"/>
            <a:ext cx="3369104" cy="3282565"/>
            <a:chOff x="1553061" y="1633371"/>
            <a:chExt cx="3369104" cy="3282565"/>
          </a:xfrm>
        </p:grpSpPr>
        <p:grpSp>
          <p:nvGrpSpPr>
            <p:cNvPr id="2703" name="Google Shape;2703;p145"/>
            <p:cNvGrpSpPr/>
            <p:nvPr/>
          </p:nvGrpSpPr>
          <p:grpSpPr>
            <a:xfrm rot="10800000">
              <a:off x="1553061" y="1633371"/>
              <a:ext cx="457675" cy="1877049"/>
              <a:chOff x="7973107" y="2709546"/>
              <a:chExt cx="457675" cy="1877049"/>
            </a:xfrm>
          </p:grpSpPr>
          <p:grpSp>
            <p:nvGrpSpPr>
              <p:cNvPr id="2704" name="Google Shape;2704;p145"/>
              <p:cNvGrpSpPr/>
              <p:nvPr/>
            </p:nvGrpSpPr>
            <p:grpSpPr>
              <a:xfrm>
                <a:off x="7973107" y="3698897"/>
                <a:ext cx="457675" cy="887697"/>
                <a:chOff x="7653632" y="3976747"/>
                <a:chExt cx="457675" cy="887697"/>
              </a:xfrm>
            </p:grpSpPr>
            <p:sp>
              <p:nvSpPr>
                <p:cNvPr id="2705" name="Google Shape;2705;p14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14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14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14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14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14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14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14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3" name="Google Shape;2713;p145"/>
              <p:cNvGrpSpPr/>
              <p:nvPr/>
            </p:nvGrpSpPr>
            <p:grpSpPr>
              <a:xfrm>
                <a:off x="7973107" y="2709546"/>
                <a:ext cx="457675" cy="887697"/>
                <a:chOff x="7653632" y="3976747"/>
                <a:chExt cx="457675" cy="887697"/>
              </a:xfrm>
            </p:grpSpPr>
            <p:sp>
              <p:nvSpPr>
                <p:cNvPr id="2714" name="Google Shape;2714;p14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14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4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4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14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14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14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14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22" name="Google Shape;2722;p145"/>
            <p:cNvGrpSpPr/>
            <p:nvPr/>
          </p:nvGrpSpPr>
          <p:grpSpPr>
            <a:xfrm flipH="1">
              <a:off x="4034370" y="4740048"/>
              <a:ext cx="887795" cy="175887"/>
              <a:chOff x="-5191947" y="7177654"/>
              <a:chExt cx="1720200" cy="340800"/>
            </a:xfrm>
          </p:grpSpPr>
          <p:sp>
            <p:nvSpPr>
              <p:cNvPr id="2723" name="Google Shape;2723;p145"/>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145"/>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145"/>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145"/>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30" name="Shape 2730"/>
        <p:cNvGrpSpPr/>
        <p:nvPr/>
      </p:nvGrpSpPr>
      <p:grpSpPr>
        <a:xfrm>
          <a:off x="0" y="0"/>
          <a:ext cx="0" cy="0"/>
          <a:chOff x="0" y="0"/>
          <a:chExt cx="0" cy="0"/>
        </a:xfrm>
      </p:grpSpPr>
      <p:sp>
        <p:nvSpPr>
          <p:cNvPr id="2731" name="Google Shape;2731;p147"/>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2732" name="Google Shape;2732;p147"/>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733" name="Google Shape;2733;p14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34" name="Google Shape;2734;p147"/>
          <p:cNvGrpSpPr/>
          <p:nvPr/>
        </p:nvGrpSpPr>
        <p:grpSpPr>
          <a:xfrm>
            <a:off x="7371757" y="3976747"/>
            <a:ext cx="739550" cy="887697"/>
            <a:chOff x="7371757" y="3976747"/>
            <a:chExt cx="739550" cy="887697"/>
          </a:xfrm>
        </p:grpSpPr>
        <p:sp>
          <p:nvSpPr>
            <p:cNvPr id="2735" name="Google Shape;2735;p14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14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14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14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4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4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14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14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14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14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14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14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47" name="Shape 2747"/>
        <p:cNvGrpSpPr/>
        <p:nvPr/>
      </p:nvGrpSpPr>
      <p:grpSpPr>
        <a:xfrm>
          <a:off x="0" y="0"/>
          <a:ext cx="0" cy="0"/>
          <a:chOff x="0" y="0"/>
          <a:chExt cx="0" cy="0"/>
        </a:xfrm>
      </p:grpSpPr>
      <p:sp>
        <p:nvSpPr>
          <p:cNvPr id="2748" name="Google Shape;2748;p148"/>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49" name="Google Shape;2749;p148"/>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750" name="Google Shape;2750;p148"/>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1" name="Google Shape;2751;p148"/>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2" name="Google Shape;2752;p148"/>
          <p:cNvGrpSpPr/>
          <p:nvPr/>
        </p:nvGrpSpPr>
        <p:grpSpPr>
          <a:xfrm flipH="1" rot="10800000">
            <a:off x="6851382" y="1633371"/>
            <a:ext cx="457675" cy="1877049"/>
            <a:chOff x="7691232" y="2709546"/>
            <a:chExt cx="457675" cy="1877049"/>
          </a:xfrm>
        </p:grpSpPr>
        <p:grpSp>
          <p:nvGrpSpPr>
            <p:cNvPr id="2753" name="Google Shape;2753;p148"/>
            <p:cNvGrpSpPr/>
            <p:nvPr/>
          </p:nvGrpSpPr>
          <p:grpSpPr>
            <a:xfrm>
              <a:off x="7691232" y="3698897"/>
              <a:ext cx="457675" cy="887697"/>
              <a:chOff x="7371757" y="3976747"/>
              <a:chExt cx="457675" cy="887697"/>
            </a:xfrm>
          </p:grpSpPr>
          <p:sp>
            <p:nvSpPr>
              <p:cNvPr id="2754" name="Google Shape;2754;p14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14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14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4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4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4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14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14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2" name="Google Shape;2762;p148"/>
            <p:cNvGrpSpPr/>
            <p:nvPr/>
          </p:nvGrpSpPr>
          <p:grpSpPr>
            <a:xfrm>
              <a:off x="7691232" y="2709546"/>
              <a:ext cx="457675" cy="887697"/>
              <a:chOff x="7371757" y="3976747"/>
              <a:chExt cx="457675" cy="887697"/>
            </a:xfrm>
          </p:grpSpPr>
          <p:sp>
            <p:nvSpPr>
              <p:cNvPr id="2763" name="Google Shape;2763;p14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14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4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14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14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14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14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14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71" name="Shape 2771"/>
        <p:cNvGrpSpPr/>
        <p:nvPr/>
      </p:nvGrpSpPr>
      <p:grpSpPr>
        <a:xfrm>
          <a:off x="0" y="0"/>
          <a:ext cx="0" cy="0"/>
          <a:chOff x="0" y="0"/>
          <a:chExt cx="0" cy="0"/>
        </a:xfrm>
      </p:grpSpPr>
      <p:sp>
        <p:nvSpPr>
          <p:cNvPr id="2772" name="Google Shape;2772;p149"/>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73" name="Google Shape;2773;p149"/>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2774" name="Google Shape;2774;p149"/>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2775" name="Google Shape;2775;p14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6" name="Google Shape;2776;p149"/>
          <p:cNvGrpSpPr/>
          <p:nvPr/>
        </p:nvGrpSpPr>
        <p:grpSpPr>
          <a:xfrm>
            <a:off x="1202653" y="2683622"/>
            <a:ext cx="6827579" cy="2242691"/>
            <a:chOff x="1202653" y="2683622"/>
            <a:chExt cx="6827579" cy="2242691"/>
          </a:xfrm>
        </p:grpSpPr>
        <p:grpSp>
          <p:nvGrpSpPr>
            <p:cNvPr id="2777" name="Google Shape;2777;p149"/>
            <p:cNvGrpSpPr/>
            <p:nvPr/>
          </p:nvGrpSpPr>
          <p:grpSpPr>
            <a:xfrm>
              <a:off x="7854432" y="2683622"/>
              <a:ext cx="175800" cy="887697"/>
              <a:chOff x="7371757" y="3976747"/>
              <a:chExt cx="175800" cy="887697"/>
            </a:xfrm>
          </p:grpSpPr>
          <p:sp>
            <p:nvSpPr>
              <p:cNvPr id="2778" name="Google Shape;2778;p14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14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14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4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2" name="Google Shape;2782;p149"/>
            <p:cNvGrpSpPr/>
            <p:nvPr/>
          </p:nvGrpSpPr>
          <p:grpSpPr>
            <a:xfrm>
              <a:off x="1202653" y="4750427"/>
              <a:ext cx="887795" cy="175887"/>
              <a:chOff x="2284850" y="131975"/>
              <a:chExt cx="1720200" cy="340800"/>
            </a:xfrm>
          </p:grpSpPr>
          <p:sp>
            <p:nvSpPr>
              <p:cNvPr id="2783" name="Google Shape;2783;p14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4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14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14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87" name="Shape 2787"/>
        <p:cNvGrpSpPr/>
        <p:nvPr/>
      </p:nvGrpSpPr>
      <p:grpSpPr>
        <a:xfrm>
          <a:off x="0" y="0"/>
          <a:ext cx="0" cy="0"/>
          <a:chOff x="0" y="0"/>
          <a:chExt cx="0" cy="0"/>
        </a:xfrm>
      </p:grpSpPr>
      <p:sp>
        <p:nvSpPr>
          <p:cNvPr id="2788" name="Google Shape;2788;p15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9" name="Google Shape;2789;p150"/>
          <p:cNvGrpSpPr/>
          <p:nvPr/>
        </p:nvGrpSpPr>
        <p:grpSpPr>
          <a:xfrm>
            <a:off x="5956178" y="1566397"/>
            <a:ext cx="2637804" cy="3321791"/>
            <a:chOff x="5956178" y="1566397"/>
            <a:chExt cx="2637804" cy="3321791"/>
          </a:xfrm>
        </p:grpSpPr>
        <p:grpSp>
          <p:nvGrpSpPr>
            <p:cNvPr id="2790" name="Google Shape;2790;p150"/>
            <p:cNvGrpSpPr/>
            <p:nvPr/>
          </p:nvGrpSpPr>
          <p:grpSpPr>
            <a:xfrm flipH="1" rot="10800000">
              <a:off x="7854432" y="1566397"/>
              <a:ext cx="739550" cy="887697"/>
              <a:chOff x="7371757" y="3976747"/>
              <a:chExt cx="739550" cy="887697"/>
            </a:xfrm>
          </p:grpSpPr>
          <p:sp>
            <p:nvSpPr>
              <p:cNvPr id="2791" name="Google Shape;2791;p15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15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15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15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15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15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15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15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15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15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15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15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3" name="Google Shape;2803;p150"/>
            <p:cNvGrpSpPr/>
            <p:nvPr/>
          </p:nvGrpSpPr>
          <p:grpSpPr>
            <a:xfrm>
              <a:off x="5956178" y="4712302"/>
              <a:ext cx="887795" cy="175887"/>
              <a:chOff x="2284850" y="131975"/>
              <a:chExt cx="1720200" cy="340800"/>
            </a:xfrm>
          </p:grpSpPr>
          <p:sp>
            <p:nvSpPr>
              <p:cNvPr id="2804" name="Google Shape;2804;p15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15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15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15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08" name="Google Shape;2808;p150"/>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09" name="Google Shape;2809;p150"/>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10" name="Google Shape;2810;p150"/>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11" name="Google Shape;2811;p150"/>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12" name="Google Shape;2812;p150"/>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13" name="Shape 2813"/>
        <p:cNvGrpSpPr/>
        <p:nvPr/>
      </p:nvGrpSpPr>
      <p:grpSpPr>
        <a:xfrm>
          <a:off x="0" y="0"/>
          <a:ext cx="0" cy="0"/>
          <a:chOff x="0" y="0"/>
          <a:chExt cx="0" cy="0"/>
        </a:xfrm>
      </p:grpSpPr>
      <p:sp>
        <p:nvSpPr>
          <p:cNvPr id="2814" name="Google Shape;2814;p1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2815" name="Google Shape;2815;p151"/>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2816" name="Google Shape;2816;p151"/>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17" name="Google Shape;2817;p151"/>
          <p:cNvGrpSpPr/>
          <p:nvPr/>
        </p:nvGrpSpPr>
        <p:grpSpPr>
          <a:xfrm flipH="1">
            <a:off x="7966220" y="186773"/>
            <a:ext cx="887795" cy="175887"/>
            <a:chOff x="2284850" y="131975"/>
            <a:chExt cx="1720200" cy="340800"/>
          </a:xfrm>
        </p:grpSpPr>
        <p:sp>
          <p:nvSpPr>
            <p:cNvPr id="2818" name="Google Shape;2818;p15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5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15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5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22" name="Shape 2822"/>
        <p:cNvGrpSpPr/>
        <p:nvPr/>
      </p:nvGrpSpPr>
      <p:grpSpPr>
        <a:xfrm>
          <a:off x="0" y="0"/>
          <a:ext cx="0" cy="0"/>
          <a:chOff x="0" y="0"/>
          <a:chExt cx="0" cy="0"/>
        </a:xfrm>
      </p:grpSpPr>
      <p:sp>
        <p:nvSpPr>
          <p:cNvPr id="2823" name="Google Shape;2823;p152"/>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24" name="Google Shape;2824;p152"/>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2825" name="Google Shape;2825;p152"/>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6" name="Google Shape;2826;p152"/>
          <p:cNvGrpSpPr/>
          <p:nvPr/>
        </p:nvGrpSpPr>
        <p:grpSpPr>
          <a:xfrm>
            <a:off x="269328" y="716196"/>
            <a:ext cx="8517204" cy="3970118"/>
            <a:chOff x="269328" y="716196"/>
            <a:chExt cx="8517204" cy="3970118"/>
          </a:xfrm>
        </p:grpSpPr>
        <p:grpSp>
          <p:nvGrpSpPr>
            <p:cNvPr id="2827" name="Google Shape;2827;p152"/>
            <p:cNvGrpSpPr/>
            <p:nvPr/>
          </p:nvGrpSpPr>
          <p:grpSpPr>
            <a:xfrm>
              <a:off x="8328857" y="716196"/>
              <a:ext cx="457675" cy="1877049"/>
              <a:chOff x="7691232" y="2709546"/>
              <a:chExt cx="457675" cy="1877049"/>
            </a:xfrm>
          </p:grpSpPr>
          <p:grpSp>
            <p:nvGrpSpPr>
              <p:cNvPr id="2828" name="Google Shape;2828;p152"/>
              <p:cNvGrpSpPr/>
              <p:nvPr/>
            </p:nvGrpSpPr>
            <p:grpSpPr>
              <a:xfrm>
                <a:off x="7691232" y="3698897"/>
                <a:ext cx="457675" cy="887697"/>
                <a:chOff x="7371757" y="3976747"/>
                <a:chExt cx="457675" cy="887697"/>
              </a:xfrm>
            </p:grpSpPr>
            <p:sp>
              <p:nvSpPr>
                <p:cNvPr id="2829" name="Google Shape;2829;p15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15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15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5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5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15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5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15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7" name="Google Shape;2837;p152"/>
              <p:cNvGrpSpPr/>
              <p:nvPr/>
            </p:nvGrpSpPr>
            <p:grpSpPr>
              <a:xfrm>
                <a:off x="7691232" y="2709546"/>
                <a:ext cx="457675" cy="887697"/>
                <a:chOff x="7371757" y="3976747"/>
                <a:chExt cx="457675" cy="887697"/>
              </a:xfrm>
            </p:grpSpPr>
            <p:sp>
              <p:nvSpPr>
                <p:cNvPr id="2838" name="Google Shape;2838;p15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5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15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15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5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15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15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5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46" name="Google Shape;2846;p152"/>
            <p:cNvGrpSpPr/>
            <p:nvPr/>
          </p:nvGrpSpPr>
          <p:grpSpPr>
            <a:xfrm>
              <a:off x="269328" y="4510427"/>
              <a:ext cx="887795" cy="175887"/>
              <a:chOff x="2284850" y="131975"/>
              <a:chExt cx="1720200" cy="340800"/>
            </a:xfrm>
          </p:grpSpPr>
          <p:sp>
            <p:nvSpPr>
              <p:cNvPr id="2847" name="Google Shape;2847;p15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15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5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15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51" name="Shape 2851"/>
        <p:cNvGrpSpPr/>
        <p:nvPr/>
      </p:nvGrpSpPr>
      <p:grpSpPr>
        <a:xfrm>
          <a:off x="0" y="0"/>
          <a:ext cx="0" cy="0"/>
          <a:chOff x="0" y="0"/>
          <a:chExt cx="0" cy="0"/>
        </a:xfrm>
      </p:grpSpPr>
      <p:sp>
        <p:nvSpPr>
          <p:cNvPr id="2852" name="Google Shape;2852;p153"/>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153"/>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2854" name="Google Shape;2854;p153"/>
          <p:cNvGrpSpPr/>
          <p:nvPr/>
        </p:nvGrpSpPr>
        <p:grpSpPr>
          <a:xfrm>
            <a:off x="7683925" y="745396"/>
            <a:ext cx="745132" cy="1877049"/>
            <a:chOff x="7580032" y="910721"/>
            <a:chExt cx="745132" cy="1877049"/>
          </a:xfrm>
        </p:grpSpPr>
        <p:grpSp>
          <p:nvGrpSpPr>
            <p:cNvPr id="2855" name="Google Shape;2855;p153"/>
            <p:cNvGrpSpPr/>
            <p:nvPr/>
          </p:nvGrpSpPr>
          <p:grpSpPr>
            <a:xfrm flipH="1" rot="10800000">
              <a:off x="7580032" y="910721"/>
              <a:ext cx="175800" cy="1877049"/>
              <a:chOff x="7691232" y="2709546"/>
              <a:chExt cx="175800" cy="1877049"/>
            </a:xfrm>
          </p:grpSpPr>
          <p:grpSp>
            <p:nvGrpSpPr>
              <p:cNvPr id="2856" name="Google Shape;2856;p153"/>
              <p:cNvGrpSpPr/>
              <p:nvPr/>
            </p:nvGrpSpPr>
            <p:grpSpPr>
              <a:xfrm>
                <a:off x="7691232" y="3698897"/>
                <a:ext cx="175800" cy="887697"/>
                <a:chOff x="7371757" y="3976747"/>
                <a:chExt cx="175800" cy="887697"/>
              </a:xfrm>
            </p:grpSpPr>
            <p:sp>
              <p:nvSpPr>
                <p:cNvPr id="2857" name="Google Shape;2857;p15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15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15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15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1" name="Google Shape;2861;p153"/>
              <p:cNvGrpSpPr/>
              <p:nvPr/>
            </p:nvGrpSpPr>
            <p:grpSpPr>
              <a:xfrm>
                <a:off x="7691232" y="2709546"/>
                <a:ext cx="175800" cy="887697"/>
                <a:chOff x="7371757" y="3976747"/>
                <a:chExt cx="175800" cy="887697"/>
              </a:xfrm>
            </p:grpSpPr>
            <p:sp>
              <p:nvSpPr>
                <p:cNvPr id="2862" name="Google Shape;2862;p15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15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15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15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66" name="Google Shape;2866;p153"/>
            <p:cNvGrpSpPr/>
            <p:nvPr/>
          </p:nvGrpSpPr>
          <p:grpSpPr>
            <a:xfrm flipH="1" rot="10800000">
              <a:off x="7867490" y="910721"/>
              <a:ext cx="457675" cy="1877049"/>
              <a:chOff x="7691232" y="2709546"/>
              <a:chExt cx="457675" cy="1877049"/>
            </a:xfrm>
          </p:grpSpPr>
          <p:grpSp>
            <p:nvGrpSpPr>
              <p:cNvPr id="2867" name="Google Shape;2867;p153"/>
              <p:cNvGrpSpPr/>
              <p:nvPr/>
            </p:nvGrpSpPr>
            <p:grpSpPr>
              <a:xfrm>
                <a:off x="7691232" y="3698897"/>
                <a:ext cx="457675" cy="887697"/>
                <a:chOff x="7371757" y="3976747"/>
                <a:chExt cx="457675" cy="887697"/>
              </a:xfrm>
            </p:grpSpPr>
            <p:sp>
              <p:nvSpPr>
                <p:cNvPr id="2868" name="Google Shape;2868;p15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15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15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15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15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15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5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15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6" name="Google Shape;2876;p153"/>
              <p:cNvGrpSpPr/>
              <p:nvPr/>
            </p:nvGrpSpPr>
            <p:grpSpPr>
              <a:xfrm>
                <a:off x="7691232" y="2709546"/>
                <a:ext cx="457675" cy="887697"/>
                <a:chOff x="7371757" y="3976747"/>
                <a:chExt cx="457675" cy="887697"/>
              </a:xfrm>
            </p:grpSpPr>
            <p:sp>
              <p:nvSpPr>
                <p:cNvPr id="2877" name="Google Shape;2877;p15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15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15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15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5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5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15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15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85" name="Shape 2885"/>
        <p:cNvGrpSpPr/>
        <p:nvPr/>
      </p:nvGrpSpPr>
      <p:grpSpPr>
        <a:xfrm>
          <a:off x="0" y="0"/>
          <a:ext cx="0" cy="0"/>
          <a:chOff x="0" y="0"/>
          <a:chExt cx="0" cy="0"/>
        </a:xfrm>
      </p:grpSpPr>
      <p:sp>
        <p:nvSpPr>
          <p:cNvPr id="2886" name="Google Shape;2886;p154"/>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887" name="Google Shape;2887;p154"/>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88" name="Google Shape;2888;p154"/>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9" name="Google Shape;2889;p154"/>
          <p:cNvGrpSpPr/>
          <p:nvPr/>
        </p:nvGrpSpPr>
        <p:grpSpPr>
          <a:xfrm>
            <a:off x="562032" y="1301880"/>
            <a:ext cx="739550" cy="887697"/>
            <a:chOff x="7371757" y="3976747"/>
            <a:chExt cx="739550" cy="887697"/>
          </a:xfrm>
        </p:grpSpPr>
        <p:sp>
          <p:nvSpPr>
            <p:cNvPr id="2890" name="Google Shape;2890;p15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15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15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15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15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15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15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15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15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15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15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15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02" name="Shape 2902"/>
        <p:cNvGrpSpPr/>
        <p:nvPr/>
      </p:nvGrpSpPr>
      <p:grpSpPr>
        <a:xfrm>
          <a:off x="0" y="0"/>
          <a:ext cx="0" cy="0"/>
          <a:chOff x="0" y="0"/>
          <a:chExt cx="0" cy="0"/>
        </a:xfrm>
      </p:grpSpPr>
      <p:sp>
        <p:nvSpPr>
          <p:cNvPr id="2903" name="Google Shape;2903;p155"/>
          <p:cNvSpPr/>
          <p:nvPr>
            <p:ph idx="2" type="pic"/>
          </p:nvPr>
        </p:nvSpPr>
        <p:spPr>
          <a:xfrm>
            <a:off x="-25" y="-13725"/>
            <a:ext cx="9144000" cy="5157300"/>
          </a:xfrm>
          <a:prstGeom prst="rect">
            <a:avLst/>
          </a:prstGeom>
          <a:noFill/>
          <a:ln>
            <a:noFill/>
          </a:ln>
        </p:spPr>
      </p:sp>
      <p:sp>
        <p:nvSpPr>
          <p:cNvPr id="2904" name="Google Shape;2904;p155"/>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905" name="Shape 2905"/>
        <p:cNvGrpSpPr/>
        <p:nvPr/>
      </p:nvGrpSpPr>
      <p:grpSpPr>
        <a:xfrm>
          <a:off x="0" y="0"/>
          <a:ext cx="0" cy="0"/>
          <a:chOff x="0" y="0"/>
          <a:chExt cx="0" cy="0"/>
        </a:xfrm>
      </p:grpSpPr>
      <p:sp>
        <p:nvSpPr>
          <p:cNvPr id="2906" name="Google Shape;2906;p156"/>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7" name="Google Shape;2907;p156"/>
          <p:cNvGrpSpPr/>
          <p:nvPr/>
        </p:nvGrpSpPr>
        <p:grpSpPr>
          <a:xfrm>
            <a:off x="4553003" y="363602"/>
            <a:ext cx="3863079" cy="4414018"/>
            <a:chOff x="4553003" y="363602"/>
            <a:chExt cx="3863079" cy="4414018"/>
          </a:xfrm>
        </p:grpSpPr>
        <p:grpSp>
          <p:nvGrpSpPr>
            <p:cNvPr id="2908" name="Google Shape;2908;p156"/>
            <p:cNvGrpSpPr/>
            <p:nvPr/>
          </p:nvGrpSpPr>
          <p:grpSpPr>
            <a:xfrm flipH="1" rot="10800000">
              <a:off x="7958407" y="2900571"/>
              <a:ext cx="457675" cy="1877049"/>
              <a:chOff x="7691232" y="2709546"/>
              <a:chExt cx="457675" cy="1877049"/>
            </a:xfrm>
          </p:grpSpPr>
          <p:grpSp>
            <p:nvGrpSpPr>
              <p:cNvPr id="2909" name="Google Shape;2909;p156"/>
              <p:cNvGrpSpPr/>
              <p:nvPr/>
            </p:nvGrpSpPr>
            <p:grpSpPr>
              <a:xfrm>
                <a:off x="7691232" y="3698897"/>
                <a:ext cx="457675" cy="887697"/>
                <a:chOff x="7371757" y="3976747"/>
                <a:chExt cx="457675" cy="887697"/>
              </a:xfrm>
            </p:grpSpPr>
            <p:sp>
              <p:nvSpPr>
                <p:cNvPr id="2910" name="Google Shape;2910;p1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1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1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5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5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15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15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8" name="Google Shape;2918;p156"/>
              <p:cNvGrpSpPr/>
              <p:nvPr/>
            </p:nvGrpSpPr>
            <p:grpSpPr>
              <a:xfrm>
                <a:off x="7691232" y="2709546"/>
                <a:ext cx="457675" cy="887697"/>
                <a:chOff x="7371757" y="3976747"/>
                <a:chExt cx="457675" cy="887697"/>
              </a:xfrm>
            </p:grpSpPr>
            <p:sp>
              <p:nvSpPr>
                <p:cNvPr id="2919" name="Google Shape;2919;p1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1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15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15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15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5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27" name="Google Shape;2927;p156"/>
            <p:cNvGrpSpPr/>
            <p:nvPr/>
          </p:nvGrpSpPr>
          <p:grpSpPr>
            <a:xfrm>
              <a:off x="4553003" y="363602"/>
              <a:ext cx="887795" cy="175887"/>
              <a:chOff x="2284850" y="131975"/>
              <a:chExt cx="1720200" cy="340800"/>
            </a:xfrm>
          </p:grpSpPr>
          <p:sp>
            <p:nvSpPr>
              <p:cNvPr id="2928" name="Google Shape;2928;p15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15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5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15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32" name="Google Shape;2932;p156"/>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2933" name="Google Shape;2933;p156"/>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2934" name="Shape 2934"/>
        <p:cNvGrpSpPr/>
        <p:nvPr/>
      </p:nvGrpSpPr>
      <p:grpSpPr>
        <a:xfrm>
          <a:off x="0" y="0"/>
          <a:ext cx="0" cy="0"/>
          <a:chOff x="0" y="0"/>
          <a:chExt cx="0" cy="0"/>
        </a:xfrm>
      </p:grpSpPr>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935" name="Shape 2935"/>
        <p:cNvGrpSpPr/>
        <p:nvPr/>
      </p:nvGrpSpPr>
      <p:grpSpPr>
        <a:xfrm>
          <a:off x="0" y="0"/>
          <a:ext cx="0" cy="0"/>
          <a:chOff x="0" y="0"/>
          <a:chExt cx="0" cy="0"/>
        </a:xfrm>
      </p:grpSpPr>
      <p:sp>
        <p:nvSpPr>
          <p:cNvPr id="2936" name="Google Shape;2936;p158"/>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937" name="Google Shape;2937;p158"/>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8" name="Google Shape;2938;p158"/>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9" name="Google Shape;2939;p158"/>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40" name="Google Shape;2940;p158"/>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41" name="Google Shape;2941;p158"/>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42" name="Google Shape;2942;p158"/>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43" name="Google Shape;2943;p158"/>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44" name="Google Shape;2944;p158"/>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45" name="Google Shape;2945;p158"/>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46" name="Google Shape;2946;p158"/>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47" name="Google Shape;2947;p158"/>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48" name="Google Shape;2948;p158"/>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49" name="Google Shape;2949;p158"/>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0" name="Google Shape;2950;p158"/>
          <p:cNvGrpSpPr/>
          <p:nvPr/>
        </p:nvGrpSpPr>
        <p:grpSpPr>
          <a:xfrm>
            <a:off x="269328" y="4815227"/>
            <a:ext cx="887795" cy="175887"/>
            <a:chOff x="2284850" y="131975"/>
            <a:chExt cx="1720200" cy="340800"/>
          </a:xfrm>
        </p:grpSpPr>
        <p:sp>
          <p:nvSpPr>
            <p:cNvPr id="2951" name="Google Shape;2951;p15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5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15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5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5" name="Google Shape;2955;p158"/>
          <p:cNvGrpSpPr/>
          <p:nvPr/>
        </p:nvGrpSpPr>
        <p:grpSpPr>
          <a:xfrm>
            <a:off x="7958582" y="3067871"/>
            <a:ext cx="975375" cy="1877049"/>
            <a:chOff x="7167632" y="2744946"/>
            <a:chExt cx="975375" cy="1877049"/>
          </a:xfrm>
        </p:grpSpPr>
        <p:grpSp>
          <p:nvGrpSpPr>
            <p:cNvPr id="2956" name="Google Shape;2956;p158"/>
            <p:cNvGrpSpPr/>
            <p:nvPr/>
          </p:nvGrpSpPr>
          <p:grpSpPr>
            <a:xfrm>
              <a:off x="7700682" y="2744946"/>
              <a:ext cx="175800" cy="1877049"/>
              <a:chOff x="7691232" y="2709546"/>
              <a:chExt cx="175800" cy="1877049"/>
            </a:xfrm>
          </p:grpSpPr>
          <p:grpSp>
            <p:nvGrpSpPr>
              <p:cNvPr id="2957" name="Google Shape;2957;p158"/>
              <p:cNvGrpSpPr/>
              <p:nvPr/>
            </p:nvGrpSpPr>
            <p:grpSpPr>
              <a:xfrm>
                <a:off x="7691232" y="3698897"/>
                <a:ext cx="175800" cy="887697"/>
                <a:chOff x="7371757" y="3976747"/>
                <a:chExt cx="175800" cy="887697"/>
              </a:xfrm>
            </p:grpSpPr>
            <p:sp>
              <p:nvSpPr>
                <p:cNvPr id="2958" name="Google Shape;2958;p15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15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5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5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2" name="Google Shape;2962;p158"/>
              <p:cNvGrpSpPr/>
              <p:nvPr/>
            </p:nvGrpSpPr>
            <p:grpSpPr>
              <a:xfrm>
                <a:off x="7691232" y="2709546"/>
                <a:ext cx="175800" cy="887697"/>
                <a:chOff x="7371757" y="3976747"/>
                <a:chExt cx="175800" cy="887697"/>
              </a:xfrm>
            </p:grpSpPr>
            <p:sp>
              <p:nvSpPr>
                <p:cNvPr id="2963" name="Google Shape;2963;p15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15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5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15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67" name="Google Shape;2967;p158"/>
            <p:cNvGrpSpPr/>
            <p:nvPr/>
          </p:nvGrpSpPr>
          <p:grpSpPr>
            <a:xfrm>
              <a:off x="7434157" y="2744946"/>
              <a:ext cx="175800" cy="1877049"/>
              <a:chOff x="7691232" y="2709546"/>
              <a:chExt cx="175800" cy="1877049"/>
            </a:xfrm>
          </p:grpSpPr>
          <p:grpSp>
            <p:nvGrpSpPr>
              <p:cNvPr id="2968" name="Google Shape;2968;p158"/>
              <p:cNvGrpSpPr/>
              <p:nvPr/>
            </p:nvGrpSpPr>
            <p:grpSpPr>
              <a:xfrm>
                <a:off x="7691232" y="3698897"/>
                <a:ext cx="175800" cy="887697"/>
                <a:chOff x="7371757" y="3976747"/>
                <a:chExt cx="175800" cy="887697"/>
              </a:xfrm>
            </p:grpSpPr>
            <p:sp>
              <p:nvSpPr>
                <p:cNvPr id="2969" name="Google Shape;2969;p15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5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5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15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3" name="Google Shape;2973;p158"/>
              <p:cNvGrpSpPr/>
              <p:nvPr/>
            </p:nvGrpSpPr>
            <p:grpSpPr>
              <a:xfrm>
                <a:off x="7691232" y="2709546"/>
                <a:ext cx="175800" cy="887697"/>
                <a:chOff x="7371757" y="3976747"/>
                <a:chExt cx="175800" cy="887697"/>
              </a:xfrm>
            </p:grpSpPr>
            <p:sp>
              <p:nvSpPr>
                <p:cNvPr id="2974" name="Google Shape;2974;p15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5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15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15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78" name="Google Shape;2978;p158"/>
            <p:cNvGrpSpPr/>
            <p:nvPr/>
          </p:nvGrpSpPr>
          <p:grpSpPr>
            <a:xfrm>
              <a:off x="7167632" y="2744946"/>
              <a:ext cx="175800" cy="1877049"/>
              <a:chOff x="7691232" y="2709546"/>
              <a:chExt cx="175800" cy="1877049"/>
            </a:xfrm>
          </p:grpSpPr>
          <p:grpSp>
            <p:nvGrpSpPr>
              <p:cNvPr id="2979" name="Google Shape;2979;p158"/>
              <p:cNvGrpSpPr/>
              <p:nvPr/>
            </p:nvGrpSpPr>
            <p:grpSpPr>
              <a:xfrm>
                <a:off x="7691232" y="3698897"/>
                <a:ext cx="175800" cy="887697"/>
                <a:chOff x="7371757" y="3976747"/>
                <a:chExt cx="175800" cy="887697"/>
              </a:xfrm>
            </p:grpSpPr>
            <p:sp>
              <p:nvSpPr>
                <p:cNvPr id="2980" name="Google Shape;2980;p15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15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5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15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4" name="Google Shape;2984;p158"/>
              <p:cNvGrpSpPr/>
              <p:nvPr/>
            </p:nvGrpSpPr>
            <p:grpSpPr>
              <a:xfrm>
                <a:off x="7691232" y="2709546"/>
                <a:ext cx="175800" cy="887697"/>
                <a:chOff x="7371757" y="3976747"/>
                <a:chExt cx="175800" cy="887697"/>
              </a:xfrm>
            </p:grpSpPr>
            <p:sp>
              <p:nvSpPr>
                <p:cNvPr id="2985" name="Google Shape;2985;p15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15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15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15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89" name="Google Shape;2989;p158"/>
            <p:cNvGrpSpPr/>
            <p:nvPr/>
          </p:nvGrpSpPr>
          <p:grpSpPr>
            <a:xfrm>
              <a:off x="7967207" y="2744946"/>
              <a:ext cx="175800" cy="1877049"/>
              <a:chOff x="7691232" y="2709546"/>
              <a:chExt cx="175800" cy="1877049"/>
            </a:xfrm>
          </p:grpSpPr>
          <p:grpSp>
            <p:nvGrpSpPr>
              <p:cNvPr id="2990" name="Google Shape;2990;p158"/>
              <p:cNvGrpSpPr/>
              <p:nvPr/>
            </p:nvGrpSpPr>
            <p:grpSpPr>
              <a:xfrm>
                <a:off x="7691232" y="3698897"/>
                <a:ext cx="175800" cy="887697"/>
                <a:chOff x="7371757" y="3976747"/>
                <a:chExt cx="175800" cy="887697"/>
              </a:xfrm>
            </p:grpSpPr>
            <p:sp>
              <p:nvSpPr>
                <p:cNvPr id="2991" name="Google Shape;2991;p15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15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15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15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5" name="Google Shape;2995;p158"/>
              <p:cNvGrpSpPr/>
              <p:nvPr/>
            </p:nvGrpSpPr>
            <p:grpSpPr>
              <a:xfrm>
                <a:off x="7691232" y="2709546"/>
                <a:ext cx="175800" cy="887697"/>
                <a:chOff x="7371757" y="3976747"/>
                <a:chExt cx="175800" cy="887697"/>
              </a:xfrm>
            </p:grpSpPr>
            <p:sp>
              <p:nvSpPr>
                <p:cNvPr id="2996" name="Google Shape;2996;p15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15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15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5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000" name="Shape 3000"/>
        <p:cNvGrpSpPr/>
        <p:nvPr/>
      </p:nvGrpSpPr>
      <p:grpSpPr>
        <a:xfrm>
          <a:off x="0" y="0"/>
          <a:ext cx="0" cy="0"/>
          <a:chOff x="0" y="0"/>
          <a:chExt cx="0" cy="0"/>
        </a:xfrm>
      </p:grpSpPr>
      <p:sp>
        <p:nvSpPr>
          <p:cNvPr id="3001" name="Google Shape;3001;p1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002" name="Google Shape;3002;p159"/>
          <p:cNvGrpSpPr/>
          <p:nvPr/>
        </p:nvGrpSpPr>
        <p:grpSpPr>
          <a:xfrm>
            <a:off x="-20657" y="150"/>
            <a:ext cx="9164657" cy="5143500"/>
            <a:chOff x="-20657" y="150"/>
            <a:chExt cx="9164657" cy="5143500"/>
          </a:xfrm>
        </p:grpSpPr>
        <p:cxnSp>
          <p:nvCxnSpPr>
            <p:cNvPr id="3003" name="Google Shape;3003;p159"/>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3004" name="Google Shape;3004;p159"/>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5" name="Google Shape;3005;p159"/>
            <p:cNvGrpSpPr/>
            <p:nvPr/>
          </p:nvGrpSpPr>
          <p:grpSpPr>
            <a:xfrm>
              <a:off x="7542978" y="176248"/>
              <a:ext cx="887795" cy="175887"/>
              <a:chOff x="2284850" y="131975"/>
              <a:chExt cx="1720200" cy="340800"/>
            </a:xfrm>
          </p:grpSpPr>
          <p:sp>
            <p:nvSpPr>
              <p:cNvPr id="3006" name="Google Shape;3006;p15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15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15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15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010" name="Shape 3010"/>
        <p:cNvGrpSpPr/>
        <p:nvPr/>
      </p:nvGrpSpPr>
      <p:grpSpPr>
        <a:xfrm>
          <a:off x="0" y="0"/>
          <a:ext cx="0" cy="0"/>
          <a:chOff x="0" y="0"/>
          <a:chExt cx="0" cy="0"/>
        </a:xfrm>
      </p:grpSpPr>
      <p:sp>
        <p:nvSpPr>
          <p:cNvPr id="3011" name="Google Shape;3011;p160"/>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012" name="Google Shape;3012;p160"/>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3013" name="Google Shape;3013;p160"/>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4" name="Google Shape;3014;p160"/>
          <p:cNvGrpSpPr/>
          <p:nvPr/>
        </p:nvGrpSpPr>
        <p:grpSpPr>
          <a:xfrm flipH="1">
            <a:off x="7966220" y="4782198"/>
            <a:ext cx="887795" cy="175887"/>
            <a:chOff x="2284850" y="131975"/>
            <a:chExt cx="1720200" cy="340800"/>
          </a:xfrm>
        </p:grpSpPr>
        <p:sp>
          <p:nvSpPr>
            <p:cNvPr id="3015" name="Google Shape;3015;p16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6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16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16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019" name="Shape 3019"/>
        <p:cNvGrpSpPr/>
        <p:nvPr/>
      </p:nvGrpSpPr>
      <p:grpSpPr>
        <a:xfrm>
          <a:off x="0" y="0"/>
          <a:ext cx="0" cy="0"/>
          <a:chOff x="0" y="0"/>
          <a:chExt cx="0" cy="0"/>
        </a:xfrm>
      </p:grpSpPr>
      <p:sp>
        <p:nvSpPr>
          <p:cNvPr id="3020" name="Google Shape;3020;p1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021" name="Google Shape;3021;p161"/>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3022" name="Google Shape;3022;p161"/>
          <p:cNvGrpSpPr/>
          <p:nvPr/>
        </p:nvGrpSpPr>
        <p:grpSpPr>
          <a:xfrm>
            <a:off x="4128103" y="186798"/>
            <a:ext cx="887795" cy="175887"/>
            <a:chOff x="2284850" y="131975"/>
            <a:chExt cx="1720200" cy="340800"/>
          </a:xfrm>
        </p:grpSpPr>
        <p:sp>
          <p:nvSpPr>
            <p:cNvPr id="3023" name="Google Shape;3023;p16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6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16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16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7" name="Google Shape;3027;p161"/>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028" name="Shape 3028"/>
        <p:cNvGrpSpPr/>
        <p:nvPr/>
      </p:nvGrpSpPr>
      <p:grpSpPr>
        <a:xfrm>
          <a:off x="0" y="0"/>
          <a:ext cx="0" cy="0"/>
          <a:chOff x="0" y="0"/>
          <a:chExt cx="0" cy="0"/>
        </a:xfrm>
      </p:grpSpPr>
      <p:sp>
        <p:nvSpPr>
          <p:cNvPr id="3029" name="Google Shape;3029;p162"/>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030" name="Google Shape;3030;p162"/>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3031" name="Google Shape;3031;p16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2" name="Google Shape;3032;p162"/>
          <p:cNvGrpSpPr/>
          <p:nvPr/>
        </p:nvGrpSpPr>
        <p:grpSpPr>
          <a:xfrm flipH="1" rot="10800000">
            <a:off x="7946332" y="1013372"/>
            <a:ext cx="739550" cy="887697"/>
            <a:chOff x="7371757" y="3976747"/>
            <a:chExt cx="739550" cy="887697"/>
          </a:xfrm>
        </p:grpSpPr>
        <p:sp>
          <p:nvSpPr>
            <p:cNvPr id="3033" name="Google Shape;3033;p16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16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16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6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6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16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16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6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16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16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16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16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045" name="Shape 3045"/>
        <p:cNvGrpSpPr/>
        <p:nvPr/>
      </p:nvGrpSpPr>
      <p:grpSpPr>
        <a:xfrm>
          <a:off x="0" y="0"/>
          <a:ext cx="0" cy="0"/>
          <a:chOff x="0" y="0"/>
          <a:chExt cx="0" cy="0"/>
        </a:xfrm>
      </p:grpSpPr>
      <p:sp>
        <p:nvSpPr>
          <p:cNvPr id="3046" name="Google Shape;3046;p163"/>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47" name="Google Shape;3047;p163"/>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3048" name="Google Shape;3048;p163"/>
          <p:cNvGrpSpPr/>
          <p:nvPr/>
        </p:nvGrpSpPr>
        <p:grpSpPr>
          <a:xfrm>
            <a:off x="759093" y="449071"/>
            <a:ext cx="7652479" cy="3799448"/>
            <a:chOff x="759093" y="449071"/>
            <a:chExt cx="7652479" cy="3799448"/>
          </a:xfrm>
        </p:grpSpPr>
        <p:grpSp>
          <p:nvGrpSpPr>
            <p:cNvPr id="3049" name="Google Shape;3049;p163"/>
            <p:cNvGrpSpPr/>
            <p:nvPr/>
          </p:nvGrpSpPr>
          <p:grpSpPr>
            <a:xfrm flipH="1">
              <a:off x="7523777" y="449071"/>
              <a:ext cx="887795" cy="175887"/>
              <a:chOff x="2284850" y="131975"/>
              <a:chExt cx="1720200" cy="340800"/>
            </a:xfrm>
          </p:grpSpPr>
          <p:sp>
            <p:nvSpPr>
              <p:cNvPr id="3050" name="Google Shape;3050;p16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16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16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16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4" name="Google Shape;3054;p163"/>
            <p:cNvGrpSpPr/>
            <p:nvPr/>
          </p:nvGrpSpPr>
          <p:grpSpPr>
            <a:xfrm flipH="1">
              <a:off x="759093" y="3360822"/>
              <a:ext cx="457675" cy="887697"/>
              <a:chOff x="7653632" y="3976747"/>
              <a:chExt cx="457675" cy="887697"/>
            </a:xfrm>
          </p:grpSpPr>
          <p:sp>
            <p:nvSpPr>
              <p:cNvPr id="3055" name="Google Shape;3055;p16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16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16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16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16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16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16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16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63" name="Google Shape;3063;p163"/>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64" name="Google Shape;3064;p163"/>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65" name="Google Shape;3065;p163"/>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066" name="Shape 3066"/>
        <p:cNvGrpSpPr/>
        <p:nvPr/>
      </p:nvGrpSpPr>
      <p:grpSpPr>
        <a:xfrm>
          <a:off x="0" y="0"/>
          <a:ext cx="0" cy="0"/>
          <a:chOff x="0" y="0"/>
          <a:chExt cx="0" cy="0"/>
        </a:xfrm>
      </p:grpSpPr>
      <p:sp>
        <p:nvSpPr>
          <p:cNvPr id="3067" name="Google Shape;3067;p164"/>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68" name="Google Shape;3068;p164"/>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69" name="Google Shape;3069;p164"/>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070" name="Shape 3070"/>
        <p:cNvGrpSpPr/>
        <p:nvPr/>
      </p:nvGrpSpPr>
      <p:grpSpPr>
        <a:xfrm>
          <a:off x="0" y="0"/>
          <a:ext cx="0" cy="0"/>
          <a:chOff x="0" y="0"/>
          <a:chExt cx="0" cy="0"/>
        </a:xfrm>
      </p:grpSpPr>
      <p:sp>
        <p:nvSpPr>
          <p:cNvPr id="3071" name="Google Shape;3071;p165"/>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72" name="Google Shape;3072;p165"/>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3073" name="Google Shape;3073;p165"/>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74" name="Google Shape;3074;p165"/>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075" name="Google Shape;3075;p165"/>
          <p:cNvGrpSpPr/>
          <p:nvPr/>
        </p:nvGrpSpPr>
        <p:grpSpPr>
          <a:xfrm>
            <a:off x="324243" y="3769347"/>
            <a:ext cx="707325" cy="887697"/>
            <a:chOff x="324243" y="3769347"/>
            <a:chExt cx="707325" cy="887697"/>
          </a:xfrm>
        </p:grpSpPr>
        <p:grpSp>
          <p:nvGrpSpPr>
            <p:cNvPr id="3076" name="Google Shape;3076;p165"/>
            <p:cNvGrpSpPr/>
            <p:nvPr/>
          </p:nvGrpSpPr>
          <p:grpSpPr>
            <a:xfrm rot="10800000">
              <a:off x="324243" y="3769347"/>
              <a:ext cx="175800" cy="887697"/>
              <a:chOff x="7935507" y="3976747"/>
              <a:chExt cx="175800" cy="887697"/>
            </a:xfrm>
          </p:grpSpPr>
          <p:sp>
            <p:nvSpPr>
              <p:cNvPr id="3077" name="Google Shape;3077;p16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16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16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16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1" name="Google Shape;3081;p165"/>
            <p:cNvGrpSpPr/>
            <p:nvPr/>
          </p:nvGrpSpPr>
          <p:grpSpPr>
            <a:xfrm rot="10800000">
              <a:off x="855768" y="3769347"/>
              <a:ext cx="175800" cy="887697"/>
              <a:chOff x="7371757" y="3976747"/>
              <a:chExt cx="175800" cy="887697"/>
            </a:xfrm>
          </p:grpSpPr>
          <p:sp>
            <p:nvSpPr>
              <p:cNvPr id="3082" name="Google Shape;3082;p16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16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16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16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6" name="Google Shape;3086;p165"/>
            <p:cNvGrpSpPr/>
            <p:nvPr/>
          </p:nvGrpSpPr>
          <p:grpSpPr>
            <a:xfrm rot="10800000">
              <a:off x="590005" y="3769347"/>
              <a:ext cx="175800" cy="887697"/>
              <a:chOff x="7935507" y="3976747"/>
              <a:chExt cx="175800" cy="887697"/>
            </a:xfrm>
          </p:grpSpPr>
          <p:sp>
            <p:nvSpPr>
              <p:cNvPr id="3087" name="Google Shape;3087;p16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16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16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16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3091" name="Shape 3091"/>
        <p:cNvGrpSpPr/>
        <p:nvPr/>
      </p:nvGrpSpPr>
      <p:grpSpPr>
        <a:xfrm>
          <a:off x="0" y="0"/>
          <a:ext cx="0" cy="0"/>
          <a:chOff x="0" y="0"/>
          <a:chExt cx="0" cy="0"/>
        </a:xfrm>
      </p:grpSpPr>
      <p:cxnSp>
        <p:nvCxnSpPr>
          <p:cNvPr id="3092" name="Google Shape;3092;p166"/>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3093" name="Google Shape;3093;p166"/>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4" name="Google Shape;3094;p166"/>
          <p:cNvGrpSpPr/>
          <p:nvPr/>
        </p:nvGrpSpPr>
        <p:grpSpPr>
          <a:xfrm>
            <a:off x="7958407" y="2900571"/>
            <a:ext cx="739550" cy="1877049"/>
            <a:chOff x="7691232" y="2709546"/>
            <a:chExt cx="739550" cy="1877049"/>
          </a:xfrm>
        </p:grpSpPr>
        <p:grpSp>
          <p:nvGrpSpPr>
            <p:cNvPr id="3095" name="Google Shape;3095;p166"/>
            <p:cNvGrpSpPr/>
            <p:nvPr/>
          </p:nvGrpSpPr>
          <p:grpSpPr>
            <a:xfrm>
              <a:off x="7691232" y="3698897"/>
              <a:ext cx="739550" cy="887697"/>
              <a:chOff x="7371757" y="3976747"/>
              <a:chExt cx="739550" cy="887697"/>
            </a:xfrm>
          </p:grpSpPr>
          <p:sp>
            <p:nvSpPr>
              <p:cNvPr id="3096" name="Google Shape;3096;p16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16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16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16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16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16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16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16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16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16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16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16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8" name="Google Shape;3108;p166"/>
            <p:cNvGrpSpPr/>
            <p:nvPr/>
          </p:nvGrpSpPr>
          <p:grpSpPr>
            <a:xfrm>
              <a:off x="7691232" y="2709546"/>
              <a:ext cx="739550" cy="887697"/>
              <a:chOff x="7371757" y="3976747"/>
              <a:chExt cx="739550" cy="887697"/>
            </a:xfrm>
          </p:grpSpPr>
          <p:sp>
            <p:nvSpPr>
              <p:cNvPr id="3109" name="Google Shape;3109;p16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6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16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16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16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16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16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16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16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16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16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16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21" name="Google Shape;3121;p166"/>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22" name="Google Shape;3122;p166"/>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3123" name="Shape 3123"/>
        <p:cNvGrpSpPr/>
        <p:nvPr/>
      </p:nvGrpSpPr>
      <p:grpSpPr>
        <a:xfrm>
          <a:off x="0" y="0"/>
          <a:ext cx="0" cy="0"/>
          <a:chOff x="0" y="0"/>
          <a:chExt cx="0" cy="0"/>
        </a:xfrm>
      </p:grpSpPr>
      <p:sp>
        <p:nvSpPr>
          <p:cNvPr id="3124" name="Google Shape;3124;p16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25" name="Google Shape;3125;p167"/>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3126" name="Google Shape;3126;p167"/>
          <p:cNvGrpSpPr/>
          <p:nvPr/>
        </p:nvGrpSpPr>
        <p:grpSpPr>
          <a:xfrm>
            <a:off x="269328" y="269127"/>
            <a:ext cx="8249354" cy="1636293"/>
            <a:chOff x="269328" y="269127"/>
            <a:chExt cx="8249354" cy="1636293"/>
          </a:xfrm>
        </p:grpSpPr>
        <p:grpSp>
          <p:nvGrpSpPr>
            <p:cNvPr id="3127" name="Google Shape;3127;p167"/>
            <p:cNvGrpSpPr/>
            <p:nvPr/>
          </p:nvGrpSpPr>
          <p:grpSpPr>
            <a:xfrm flipH="1" rot="10800000">
              <a:off x="8061007" y="1017722"/>
              <a:ext cx="457675" cy="887697"/>
              <a:chOff x="7371757" y="3976747"/>
              <a:chExt cx="457675" cy="887697"/>
            </a:xfrm>
          </p:grpSpPr>
          <p:sp>
            <p:nvSpPr>
              <p:cNvPr id="3128" name="Google Shape;3128;p16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16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6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16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16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16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16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16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6" name="Google Shape;3136;p167"/>
            <p:cNvGrpSpPr/>
            <p:nvPr/>
          </p:nvGrpSpPr>
          <p:grpSpPr>
            <a:xfrm>
              <a:off x="269328" y="269127"/>
              <a:ext cx="887795" cy="175887"/>
              <a:chOff x="2284850" y="131975"/>
              <a:chExt cx="1720200" cy="340800"/>
            </a:xfrm>
          </p:grpSpPr>
          <p:sp>
            <p:nvSpPr>
              <p:cNvPr id="3137" name="Google Shape;3137;p16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16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16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16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41" name="Google Shape;3141;p167"/>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42" name="Google Shape;3142;p167"/>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3143" name="Shape 3143"/>
        <p:cNvGrpSpPr/>
        <p:nvPr/>
      </p:nvGrpSpPr>
      <p:grpSpPr>
        <a:xfrm>
          <a:off x="0" y="0"/>
          <a:ext cx="0" cy="0"/>
          <a:chOff x="0" y="0"/>
          <a:chExt cx="0" cy="0"/>
        </a:xfrm>
      </p:grpSpPr>
      <p:sp>
        <p:nvSpPr>
          <p:cNvPr id="3144" name="Google Shape;3144;p168"/>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45" name="Google Shape;3145;p168"/>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3146" name="Google Shape;3146;p16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47" name="Google Shape;3147;p168"/>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3148" name="Google Shape;3148;p168"/>
          <p:cNvGrpSpPr/>
          <p:nvPr/>
        </p:nvGrpSpPr>
        <p:grpSpPr>
          <a:xfrm>
            <a:off x="269328" y="269127"/>
            <a:ext cx="887795" cy="175887"/>
            <a:chOff x="2284850" y="131975"/>
            <a:chExt cx="1720200" cy="340800"/>
          </a:xfrm>
        </p:grpSpPr>
        <p:sp>
          <p:nvSpPr>
            <p:cNvPr id="3149" name="Google Shape;3149;p16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16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16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16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3" name="Google Shape;3153;p168"/>
          <p:cNvGrpSpPr/>
          <p:nvPr/>
        </p:nvGrpSpPr>
        <p:grpSpPr>
          <a:xfrm>
            <a:off x="7920045" y="3001872"/>
            <a:ext cx="433111" cy="1871372"/>
            <a:chOff x="8038657" y="1017722"/>
            <a:chExt cx="433111" cy="1871372"/>
          </a:xfrm>
        </p:grpSpPr>
        <p:grpSp>
          <p:nvGrpSpPr>
            <p:cNvPr id="3154" name="Google Shape;3154;p168"/>
            <p:cNvGrpSpPr/>
            <p:nvPr/>
          </p:nvGrpSpPr>
          <p:grpSpPr>
            <a:xfrm>
              <a:off x="8038657" y="1017722"/>
              <a:ext cx="175800" cy="887697"/>
              <a:chOff x="7371757" y="3976747"/>
              <a:chExt cx="175800" cy="887697"/>
            </a:xfrm>
          </p:grpSpPr>
          <p:sp>
            <p:nvSpPr>
              <p:cNvPr id="3155" name="Google Shape;3155;p16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16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16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16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9" name="Google Shape;3159;p168"/>
            <p:cNvGrpSpPr/>
            <p:nvPr/>
          </p:nvGrpSpPr>
          <p:grpSpPr>
            <a:xfrm>
              <a:off x="8295968" y="1017722"/>
              <a:ext cx="175800" cy="887697"/>
              <a:chOff x="7935507" y="3976747"/>
              <a:chExt cx="175800" cy="887697"/>
            </a:xfrm>
          </p:grpSpPr>
          <p:sp>
            <p:nvSpPr>
              <p:cNvPr id="3160" name="Google Shape;3160;p16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16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16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16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4" name="Google Shape;3164;p168"/>
            <p:cNvGrpSpPr/>
            <p:nvPr/>
          </p:nvGrpSpPr>
          <p:grpSpPr>
            <a:xfrm>
              <a:off x="8038657" y="2001397"/>
              <a:ext cx="175800" cy="887697"/>
              <a:chOff x="7371757" y="3976747"/>
              <a:chExt cx="175800" cy="887697"/>
            </a:xfrm>
          </p:grpSpPr>
          <p:sp>
            <p:nvSpPr>
              <p:cNvPr id="3165" name="Google Shape;3165;p16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16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16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16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9" name="Google Shape;3169;p168"/>
            <p:cNvGrpSpPr/>
            <p:nvPr/>
          </p:nvGrpSpPr>
          <p:grpSpPr>
            <a:xfrm>
              <a:off x="8295968" y="2001397"/>
              <a:ext cx="175800" cy="887697"/>
              <a:chOff x="7935507" y="3976747"/>
              <a:chExt cx="175800" cy="887697"/>
            </a:xfrm>
          </p:grpSpPr>
          <p:sp>
            <p:nvSpPr>
              <p:cNvPr id="3170" name="Google Shape;3170;p16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16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16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16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174" name="Shape 3174"/>
        <p:cNvGrpSpPr/>
        <p:nvPr/>
      </p:nvGrpSpPr>
      <p:grpSpPr>
        <a:xfrm>
          <a:off x="0" y="0"/>
          <a:ext cx="0" cy="0"/>
          <a:chOff x="0" y="0"/>
          <a:chExt cx="0" cy="0"/>
        </a:xfrm>
      </p:grpSpPr>
      <p:sp>
        <p:nvSpPr>
          <p:cNvPr id="3175" name="Google Shape;3175;p16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6" name="Google Shape;3176;p169"/>
          <p:cNvGrpSpPr/>
          <p:nvPr/>
        </p:nvGrpSpPr>
        <p:grpSpPr>
          <a:xfrm>
            <a:off x="3539353" y="688497"/>
            <a:ext cx="5261204" cy="4003441"/>
            <a:chOff x="3539353" y="688497"/>
            <a:chExt cx="5261204" cy="4003441"/>
          </a:xfrm>
        </p:grpSpPr>
        <p:grpSp>
          <p:nvGrpSpPr>
            <p:cNvPr id="3177" name="Google Shape;3177;p169"/>
            <p:cNvGrpSpPr/>
            <p:nvPr/>
          </p:nvGrpSpPr>
          <p:grpSpPr>
            <a:xfrm flipH="1" rot="10800000">
              <a:off x="8061007" y="688497"/>
              <a:ext cx="739550" cy="887697"/>
              <a:chOff x="7371757" y="3976747"/>
              <a:chExt cx="739550" cy="887697"/>
            </a:xfrm>
          </p:grpSpPr>
          <p:sp>
            <p:nvSpPr>
              <p:cNvPr id="3178" name="Google Shape;3178;p16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16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16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16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16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16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16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6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16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16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16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16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0" name="Google Shape;3190;p169"/>
            <p:cNvGrpSpPr/>
            <p:nvPr/>
          </p:nvGrpSpPr>
          <p:grpSpPr>
            <a:xfrm>
              <a:off x="3539353" y="4516052"/>
              <a:ext cx="887795" cy="175887"/>
              <a:chOff x="2284850" y="131975"/>
              <a:chExt cx="1720200" cy="340800"/>
            </a:xfrm>
          </p:grpSpPr>
          <p:sp>
            <p:nvSpPr>
              <p:cNvPr id="3191" name="Google Shape;3191;p16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16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16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16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95" name="Google Shape;3195;p169"/>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96" name="Google Shape;3196;p169"/>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97" name="Google Shape;3197;p169"/>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98" name="Google Shape;3198;p169"/>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199" name="Google Shape;3199;p169"/>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200" name="Shape 3200"/>
        <p:cNvGrpSpPr/>
        <p:nvPr/>
      </p:nvGrpSpPr>
      <p:grpSpPr>
        <a:xfrm>
          <a:off x="0" y="0"/>
          <a:ext cx="0" cy="0"/>
          <a:chOff x="0" y="0"/>
          <a:chExt cx="0" cy="0"/>
        </a:xfrm>
      </p:grpSpPr>
      <p:sp>
        <p:nvSpPr>
          <p:cNvPr id="3201" name="Google Shape;3201;p170"/>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02" name="Google Shape;3202;p170"/>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3203" name="Google Shape;3203;p170"/>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3204" name="Google Shape;3204;p170"/>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170"/>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206" name="Shape 3206"/>
        <p:cNvGrpSpPr/>
        <p:nvPr/>
      </p:nvGrpSpPr>
      <p:grpSpPr>
        <a:xfrm>
          <a:off x="0" y="0"/>
          <a:ext cx="0" cy="0"/>
          <a:chOff x="0" y="0"/>
          <a:chExt cx="0" cy="0"/>
        </a:xfrm>
      </p:grpSpPr>
      <p:sp>
        <p:nvSpPr>
          <p:cNvPr id="3207" name="Google Shape;3207;p171"/>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08" name="Google Shape;3208;p171"/>
          <p:cNvGrpSpPr/>
          <p:nvPr/>
        </p:nvGrpSpPr>
        <p:grpSpPr>
          <a:xfrm flipH="1">
            <a:off x="7986880" y="4515911"/>
            <a:ext cx="887795" cy="175887"/>
            <a:chOff x="2284850" y="131975"/>
            <a:chExt cx="1720200" cy="340800"/>
          </a:xfrm>
        </p:grpSpPr>
        <p:sp>
          <p:nvSpPr>
            <p:cNvPr id="3209" name="Google Shape;3209;p17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17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17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17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3" name="Google Shape;3213;p171"/>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14" name="Google Shape;3214;p171"/>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15" name="Google Shape;3215;p171"/>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16" name="Google Shape;3216;p171"/>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17" name="Google Shape;3217;p171"/>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18" name="Google Shape;3218;p171"/>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19" name="Google Shape;3219;p171"/>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220" name="Shape 3220"/>
        <p:cNvGrpSpPr/>
        <p:nvPr/>
      </p:nvGrpSpPr>
      <p:grpSpPr>
        <a:xfrm>
          <a:off x="0" y="0"/>
          <a:ext cx="0" cy="0"/>
          <a:chOff x="0" y="0"/>
          <a:chExt cx="0" cy="0"/>
        </a:xfrm>
      </p:grpSpPr>
      <p:sp>
        <p:nvSpPr>
          <p:cNvPr id="3221" name="Google Shape;3221;p17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22" name="Google Shape;3222;p172"/>
          <p:cNvGrpSpPr/>
          <p:nvPr/>
        </p:nvGrpSpPr>
        <p:grpSpPr>
          <a:xfrm>
            <a:off x="269328" y="197352"/>
            <a:ext cx="8249354" cy="3899618"/>
            <a:chOff x="269328" y="197352"/>
            <a:chExt cx="8249354" cy="3899618"/>
          </a:xfrm>
        </p:grpSpPr>
        <p:grpSp>
          <p:nvGrpSpPr>
            <p:cNvPr id="3223" name="Google Shape;3223;p172"/>
            <p:cNvGrpSpPr/>
            <p:nvPr/>
          </p:nvGrpSpPr>
          <p:grpSpPr>
            <a:xfrm>
              <a:off x="8061007" y="3209272"/>
              <a:ext cx="457675" cy="887697"/>
              <a:chOff x="7371757" y="3976747"/>
              <a:chExt cx="457675" cy="887697"/>
            </a:xfrm>
          </p:grpSpPr>
          <p:sp>
            <p:nvSpPr>
              <p:cNvPr id="3224" name="Google Shape;3224;p17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17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17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17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17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17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17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17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2" name="Google Shape;3232;p172"/>
            <p:cNvGrpSpPr/>
            <p:nvPr/>
          </p:nvGrpSpPr>
          <p:grpSpPr>
            <a:xfrm>
              <a:off x="269328" y="197352"/>
              <a:ext cx="887795" cy="175887"/>
              <a:chOff x="2284850" y="131975"/>
              <a:chExt cx="1720200" cy="340800"/>
            </a:xfrm>
          </p:grpSpPr>
          <p:sp>
            <p:nvSpPr>
              <p:cNvPr id="3233" name="Google Shape;3233;p17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17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17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17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37" name="Google Shape;3237;p172"/>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38" name="Google Shape;3238;p172"/>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39" name="Google Shape;3239;p172"/>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40" name="Google Shape;3240;p172"/>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41" name="Google Shape;3241;p172"/>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42" name="Google Shape;3242;p172"/>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43" name="Google Shape;3243;p172"/>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44" name="Google Shape;3244;p172"/>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45" name="Google Shape;3245;p172"/>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246" name="Shape 3246"/>
        <p:cNvGrpSpPr/>
        <p:nvPr/>
      </p:nvGrpSpPr>
      <p:grpSpPr>
        <a:xfrm>
          <a:off x="0" y="0"/>
          <a:ext cx="0" cy="0"/>
          <a:chOff x="0" y="0"/>
          <a:chExt cx="0" cy="0"/>
        </a:xfrm>
      </p:grpSpPr>
      <p:sp>
        <p:nvSpPr>
          <p:cNvPr id="3247" name="Google Shape;3247;p173"/>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48" name="Google Shape;3248;p173"/>
          <p:cNvGrpSpPr/>
          <p:nvPr/>
        </p:nvGrpSpPr>
        <p:grpSpPr>
          <a:xfrm flipH="1">
            <a:off x="3091253" y="4774223"/>
            <a:ext cx="887795" cy="175887"/>
            <a:chOff x="2284850" y="131975"/>
            <a:chExt cx="1720200" cy="340800"/>
          </a:xfrm>
        </p:grpSpPr>
        <p:sp>
          <p:nvSpPr>
            <p:cNvPr id="3249" name="Google Shape;3249;p17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17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17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17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3" name="Google Shape;3253;p17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54" name="Google Shape;3254;p173"/>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55" name="Google Shape;3255;p173"/>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56" name="Google Shape;3256;p173"/>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57" name="Google Shape;3257;p173"/>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58" name="Google Shape;3258;p173"/>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59" name="Google Shape;3259;p173"/>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60" name="Google Shape;3260;p173"/>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61" name="Google Shape;3261;p173"/>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62" name="Google Shape;3262;p173"/>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63" name="Google Shape;3263;p173"/>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64" name="Google Shape;3264;p173"/>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65" name="Google Shape;3265;p173"/>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266" name="Shape 3266"/>
        <p:cNvGrpSpPr/>
        <p:nvPr/>
      </p:nvGrpSpPr>
      <p:grpSpPr>
        <a:xfrm>
          <a:off x="0" y="0"/>
          <a:ext cx="0" cy="0"/>
          <a:chOff x="0" y="0"/>
          <a:chExt cx="0" cy="0"/>
        </a:xfrm>
      </p:grpSpPr>
      <p:sp>
        <p:nvSpPr>
          <p:cNvPr id="3267" name="Google Shape;3267;p174"/>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68" name="Google Shape;3268;p174"/>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3269" name="Google Shape;3269;p174"/>
          <p:cNvGrpSpPr/>
          <p:nvPr/>
        </p:nvGrpSpPr>
        <p:grpSpPr>
          <a:xfrm flipH="1">
            <a:off x="7829752" y="4831427"/>
            <a:ext cx="887795" cy="175887"/>
            <a:chOff x="2284850" y="131975"/>
            <a:chExt cx="1720200" cy="340800"/>
          </a:xfrm>
        </p:grpSpPr>
        <p:sp>
          <p:nvSpPr>
            <p:cNvPr id="3270" name="Google Shape;3270;p17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17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17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17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4" name="Google Shape;3274;p174"/>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275" name="Google Shape;3275;p174"/>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276" name="Google Shape;3276;p174"/>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277" name="Google Shape;3277;p174"/>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278" name="Google Shape;3278;p174"/>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279" name="Google Shape;3279;p174"/>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3280" name="Google Shape;3280;p174"/>
          <p:cNvGrpSpPr/>
          <p:nvPr/>
        </p:nvGrpSpPr>
        <p:grpSpPr>
          <a:xfrm>
            <a:off x="300632" y="445022"/>
            <a:ext cx="958892" cy="887697"/>
            <a:chOff x="272293" y="445022"/>
            <a:chExt cx="958892" cy="887697"/>
          </a:xfrm>
        </p:grpSpPr>
        <p:grpSp>
          <p:nvGrpSpPr>
            <p:cNvPr id="3281" name="Google Shape;3281;p174"/>
            <p:cNvGrpSpPr/>
            <p:nvPr/>
          </p:nvGrpSpPr>
          <p:grpSpPr>
            <a:xfrm rot="10800000">
              <a:off x="272293" y="445022"/>
              <a:ext cx="175800" cy="887697"/>
              <a:chOff x="7935507" y="3976747"/>
              <a:chExt cx="175800" cy="887697"/>
            </a:xfrm>
          </p:grpSpPr>
          <p:sp>
            <p:nvSpPr>
              <p:cNvPr id="3282" name="Google Shape;3282;p17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17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17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17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6" name="Google Shape;3286;p174"/>
            <p:cNvGrpSpPr/>
            <p:nvPr/>
          </p:nvGrpSpPr>
          <p:grpSpPr>
            <a:xfrm rot="10800000">
              <a:off x="533323" y="445022"/>
              <a:ext cx="175800" cy="887697"/>
              <a:chOff x="7935507" y="3976747"/>
              <a:chExt cx="175800" cy="887697"/>
            </a:xfrm>
          </p:grpSpPr>
          <p:sp>
            <p:nvSpPr>
              <p:cNvPr id="3287" name="Google Shape;3287;p17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17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17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17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1" name="Google Shape;3291;p174"/>
            <p:cNvGrpSpPr/>
            <p:nvPr/>
          </p:nvGrpSpPr>
          <p:grpSpPr>
            <a:xfrm rot="10800000">
              <a:off x="794354" y="445022"/>
              <a:ext cx="175800" cy="887697"/>
              <a:chOff x="7935507" y="3976747"/>
              <a:chExt cx="175800" cy="887697"/>
            </a:xfrm>
          </p:grpSpPr>
          <p:sp>
            <p:nvSpPr>
              <p:cNvPr id="3292" name="Google Shape;3292;p17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17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17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17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6" name="Google Shape;3296;p174"/>
            <p:cNvGrpSpPr/>
            <p:nvPr/>
          </p:nvGrpSpPr>
          <p:grpSpPr>
            <a:xfrm rot="10800000">
              <a:off x="1055385" y="445022"/>
              <a:ext cx="175800" cy="887697"/>
              <a:chOff x="7935507" y="3976747"/>
              <a:chExt cx="175800" cy="887697"/>
            </a:xfrm>
          </p:grpSpPr>
          <p:sp>
            <p:nvSpPr>
              <p:cNvPr id="3297" name="Google Shape;3297;p17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7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17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17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3301" name="Shape 3301"/>
        <p:cNvGrpSpPr/>
        <p:nvPr/>
      </p:nvGrpSpPr>
      <p:grpSpPr>
        <a:xfrm>
          <a:off x="0" y="0"/>
          <a:ext cx="0" cy="0"/>
          <a:chOff x="0" y="0"/>
          <a:chExt cx="0" cy="0"/>
        </a:xfrm>
      </p:grpSpPr>
      <p:cxnSp>
        <p:nvCxnSpPr>
          <p:cNvPr id="3302" name="Google Shape;3302;p175"/>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3303" name="Google Shape;3303;p175"/>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04" name="Google Shape;3304;p175"/>
          <p:cNvGrpSpPr/>
          <p:nvPr/>
        </p:nvGrpSpPr>
        <p:grpSpPr>
          <a:xfrm flipH="1">
            <a:off x="896577" y="269148"/>
            <a:ext cx="887795" cy="175887"/>
            <a:chOff x="2284850" y="131975"/>
            <a:chExt cx="1720200" cy="340800"/>
          </a:xfrm>
        </p:grpSpPr>
        <p:sp>
          <p:nvSpPr>
            <p:cNvPr id="3305" name="Google Shape;3305;p17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17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17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17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9" name="Google Shape;3309;p175"/>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310" name="Google Shape;3310;p175"/>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311" name="Google Shape;3311;p175"/>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12" name="Google Shape;3312;p175"/>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313" name="Google Shape;3313;p175"/>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314" name="Google Shape;3314;p175"/>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15" name="Google Shape;3315;p175"/>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316" name="Google Shape;3316;p175"/>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317" name="Google Shape;3317;p175"/>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318" name="Google Shape;3318;p175"/>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319" name="Shape 3319"/>
        <p:cNvGrpSpPr/>
        <p:nvPr/>
      </p:nvGrpSpPr>
      <p:grpSpPr>
        <a:xfrm>
          <a:off x="0" y="0"/>
          <a:ext cx="0" cy="0"/>
          <a:chOff x="0" y="0"/>
          <a:chExt cx="0" cy="0"/>
        </a:xfrm>
      </p:grpSpPr>
      <p:sp>
        <p:nvSpPr>
          <p:cNvPr id="3320" name="Google Shape;3320;p176"/>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1" name="Google Shape;3321;p176"/>
          <p:cNvGrpSpPr/>
          <p:nvPr/>
        </p:nvGrpSpPr>
        <p:grpSpPr>
          <a:xfrm flipH="1">
            <a:off x="754543" y="777996"/>
            <a:ext cx="739550" cy="1877049"/>
            <a:chOff x="7691232" y="2709546"/>
            <a:chExt cx="739550" cy="1877049"/>
          </a:xfrm>
        </p:grpSpPr>
        <p:grpSp>
          <p:nvGrpSpPr>
            <p:cNvPr id="3322" name="Google Shape;3322;p176"/>
            <p:cNvGrpSpPr/>
            <p:nvPr/>
          </p:nvGrpSpPr>
          <p:grpSpPr>
            <a:xfrm>
              <a:off x="7691232" y="3698897"/>
              <a:ext cx="739550" cy="887697"/>
              <a:chOff x="7371757" y="3976747"/>
              <a:chExt cx="739550" cy="887697"/>
            </a:xfrm>
          </p:grpSpPr>
          <p:sp>
            <p:nvSpPr>
              <p:cNvPr id="3323" name="Google Shape;3323;p17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17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17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17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17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17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17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17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17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17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17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17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5" name="Google Shape;3335;p176"/>
            <p:cNvGrpSpPr/>
            <p:nvPr/>
          </p:nvGrpSpPr>
          <p:grpSpPr>
            <a:xfrm>
              <a:off x="7691232" y="2709546"/>
              <a:ext cx="739550" cy="887697"/>
              <a:chOff x="7371757" y="3976747"/>
              <a:chExt cx="739550" cy="887697"/>
            </a:xfrm>
          </p:grpSpPr>
          <p:sp>
            <p:nvSpPr>
              <p:cNvPr id="3336" name="Google Shape;3336;p17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17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17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17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17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17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17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17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17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17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17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17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48" name="Google Shape;3348;p176"/>
          <p:cNvGrpSpPr/>
          <p:nvPr/>
        </p:nvGrpSpPr>
        <p:grpSpPr>
          <a:xfrm flipH="1">
            <a:off x="3391227" y="4753102"/>
            <a:ext cx="887795" cy="175887"/>
            <a:chOff x="2284850" y="131975"/>
            <a:chExt cx="1720200" cy="340800"/>
          </a:xfrm>
        </p:grpSpPr>
        <p:sp>
          <p:nvSpPr>
            <p:cNvPr id="3349" name="Google Shape;3349;p17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17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17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17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3" name="Google Shape;3353;p176"/>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3354" name="Google Shape;3354;p176"/>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55" name="Google Shape;3355;p176"/>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356" name="Shape 3356"/>
        <p:cNvGrpSpPr/>
        <p:nvPr/>
      </p:nvGrpSpPr>
      <p:grpSpPr>
        <a:xfrm>
          <a:off x="0" y="0"/>
          <a:ext cx="0" cy="0"/>
          <a:chOff x="0" y="0"/>
          <a:chExt cx="0" cy="0"/>
        </a:xfrm>
      </p:grpSpPr>
      <p:cxnSp>
        <p:nvCxnSpPr>
          <p:cNvPr id="3357" name="Google Shape;3357;p177"/>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3358" name="Google Shape;3358;p177"/>
          <p:cNvGrpSpPr/>
          <p:nvPr/>
        </p:nvGrpSpPr>
        <p:grpSpPr>
          <a:xfrm>
            <a:off x="269328" y="3823073"/>
            <a:ext cx="887795" cy="175887"/>
            <a:chOff x="-5191947" y="7177654"/>
            <a:chExt cx="1720200" cy="340800"/>
          </a:xfrm>
        </p:grpSpPr>
        <p:sp>
          <p:nvSpPr>
            <p:cNvPr id="3359" name="Google Shape;3359;p177"/>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177"/>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177"/>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177"/>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3" name="Google Shape;3363;p177"/>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364" name="Shape 3364"/>
        <p:cNvGrpSpPr/>
        <p:nvPr/>
      </p:nvGrpSpPr>
      <p:grpSpPr>
        <a:xfrm>
          <a:off x="0" y="0"/>
          <a:ext cx="0" cy="0"/>
          <a:chOff x="0" y="0"/>
          <a:chExt cx="0" cy="0"/>
        </a:xfrm>
      </p:grpSpPr>
      <p:cxnSp>
        <p:nvCxnSpPr>
          <p:cNvPr id="3365" name="Google Shape;3365;p178"/>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3366" name="Google Shape;3366;p178"/>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67" name="Google Shape;3367;p178"/>
          <p:cNvGrpSpPr/>
          <p:nvPr/>
        </p:nvGrpSpPr>
        <p:grpSpPr>
          <a:xfrm>
            <a:off x="1553061" y="1633371"/>
            <a:ext cx="3369104" cy="3282565"/>
            <a:chOff x="1553061" y="1633371"/>
            <a:chExt cx="3369104" cy="3282565"/>
          </a:xfrm>
        </p:grpSpPr>
        <p:grpSp>
          <p:nvGrpSpPr>
            <p:cNvPr id="3368" name="Google Shape;3368;p178"/>
            <p:cNvGrpSpPr/>
            <p:nvPr/>
          </p:nvGrpSpPr>
          <p:grpSpPr>
            <a:xfrm rot="10800000">
              <a:off x="1553061" y="1633371"/>
              <a:ext cx="457675" cy="1877049"/>
              <a:chOff x="7973107" y="2709546"/>
              <a:chExt cx="457675" cy="1877049"/>
            </a:xfrm>
          </p:grpSpPr>
          <p:grpSp>
            <p:nvGrpSpPr>
              <p:cNvPr id="3369" name="Google Shape;3369;p178"/>
              <p:cNvGrpSpPr/>
              <p:nvPr/>
            </p:nvGrpSpPr>
            <p:grpSpPr>
              <a:xfrm>
                <a:off x="7973107" y="3698897"/>
                <a:ext cx="457675" cy="887697"/>
                <a:chOff x="7653632" y="3976747"/>
                <a:chExt cx="457675" cy="887697"/>
              </a:xfrm>
            </p:grpSpPr>
            <p:sp>
              <p:nvSpPr>
                <p:cNvPr id="3370" name="Google Shape;3370;p17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17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17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7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17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17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17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17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8" name="Google Shape;3378;p178"/>
              <p:cNvGrpSpPr/>
              <p:nvPr/>
            </p:nvGrpSpPr>
            <p:grpSpPr>
              <a:xfrm>
                <a:off x="7973107" y="2709546"/>
                <a:ext cx="457675" cy="887697"/>
                <a:chOff x="7653632" y="3976747"/>
                <a:chExt cx="457675" cy="887697"/>
              </a:xfrm>
            </p:grpSpPr>
            <p:sp>
              <p:nvSpPr>
                <p:cNvPr id="3379" name="Google Shape;3379;p17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17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17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17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17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17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17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17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87" name="Google Shape;3387;p178"/>
            <p:cNvGrpSpPr/>
            <p:nvPr/>
          </p:nvGrpSpPr>
          <p:grpSpPr>
            <a:xfrm flipH="1">
              <a:off x="4034370" y="4740048"/>
              <a:ext cx="887795" cy="175887"/>
              <a:chOff x="-5191947" y="7177654"/>
              <a:chExt cx="1720200" cy="340800"/>
            </a:xfrm>
          </p:grpSpPr>
          <p:sp>
            <p:nvSpPr>
              <p:cNvPr id="3388" name="Google Shape;3388;p178"/>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178"/>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178"/>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178"/>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95" name="Shape 3395"/>
        <p:cNvGrpSpPr/>
        <p:nvPr/>
      </p:nvGrpSpPr>
      <p:grpSpPr>
        <a:xfrm>
          <a:off x="0" y="0"/>
          <a:ext cx="0" cy="0"/>
          <a:chOff x="0" y="0"/>
          <a:chExt cx="0" cy="0"/>
        </a:xfrm>
      </p:grpSpPr>
      <p:sp>
        <p:nvSpPr>
          <p:cNvPr id="3396" name="Google Shape;3396;p180"/>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3397" name="Google Shape;3397;p180"/>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3398" name="Google Shape;3398;p18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9" name="Google Shape;3399;p180"/>
          <p:cNvGrpSpPr/>
          <p:nvPr/>
        </p:nvGrpSpPr>
        <p:grpSpPr>
          <a:xfrm>
            <a:off x="7371757" y="3976747"/>
            <a:ext cx="739550" cy="887697"/>
            <a:chOff x="7371757" y="3976747"/>
            <a:chExt cx="739550" cy="887697"/>
          </a:xfrm>
        </p:grpSpPr>
        <p:sp>
          <p:nvSpPr>
            <p:cNvPr id="3400" name="Google Shape;3400;p18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18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18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18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18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18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18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18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18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18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18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18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12" name="Shape 3412"/>
        <p:cNvGrpSpPr/>
        <p:nvPr/>
      </p:nvGrpSpPr>
      <p:grpSpPr>
        <a:xfrm>
          <a:off x="0" y="0"/>
          <a:ext cx="0" cy="0"/>
          <a:chOff x="0" y="0"/>
          <a:chExt cx="0" cy="0"/>
        </a:xfrm>
      </p:grpSpPr>
      <p:sp>
        <p:nvSpPr>
          <p:cNvPr id="3413" name="Google Shape;3413;p181"/>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414" name="Google Shape;3414;p181"/>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415" name="Google Shape;3415;p181"/>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16" name="Google Shape;3416;p181"/>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17" name="Google Shape;3417;p181"/>
          <p:cNvGrpSpPr/>
          <p:nvPr/>
        </p:nvGrpSpPr>
        <p:grpSpPr>
          <a:xfrm flipH="1" rot="10800000">
            <a:off x="6851382" y="1633371"/>
            <a:ext cx="457675" cy="1877049"/>
            <a:chOff x="7691232" y="2709546"/>
            <a:chExt cx="457675" cy="1877049"/>
          </a:xfrm>
        </p:grpSpPr>
        <p:grpSp>
          <p:nvGrpSpPr>
            <p:cNvPr id="3418" name="Google Shape;3418;p181"/>
            <p:cNvGrpSpPr/>
            <p:nvPr/>
          </p:nvGrpSpPr>
          <p:grpSpPr>
            <a:xfrm>
              <a:off x="7691232" y="3698897"/>
              <a:ext cx="457675" cy="887697"/>
              <a:chOff x="7371757" y="3976747"/>
              <a:chExt cx="457675" cy="887697"/>
            </a:xfrm>
          </p:grpSpPr>
          <p:sp>
            <p:nvSpPr>
              <p:cNvPr id="3419" name="Google Shape;3419;p18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18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18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18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18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18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18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18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7" name="Google Shape;3427;p181"/>
            <p:cNvGrpSpPr/>
            <p:nvPr/>
          </p:nvGrpSpPr>
          <p:grpSpPr>
            <a:xfrm>
              <a:off x="7691232" y="2709546"/>
              <a:ext cx="457675" cy="887697"/>
              <a:chOff x="7371757" y="3976747"/>
              <a:chExt cx="457675" cy="887697"/>
            </a:xfrm>
          </p:grpSpPr>
          <p:sp>
            <p:nvSpPr>
              <p:cNvPr id="3428" name="Google Shape;3428;p18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18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18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18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18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18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18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18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36" name="Shape 3436"/>
        <p:cNvGrpSpPr/>
        <p:nvPr/>
      </p:nvGrpSpPr>
      <p:grpSpPr>
        <a:xfrm>
          <a:off x="0" y="0"/>
          <a:ext cx="0" cy="0"/>
          <a:chOff x="0" y="0"/>
          <a:chExt cx="0" cy="0"/>
        </a:xfrm>
      </p:grpSpPr>
      <p:sp>
        <p:nvSpPr>
          <p:cNvPr id="3437" name="Google Shape;3437;p182"/>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38" name="Google Shape;3438;p182"/>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3439" name="Google Shape;3439;p182"/>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3440" name="Google Shape;3440;p18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1" name="Google Shape;3441;p182"/>
          <p:cNvGrpSpPr/>
          <p:nvPr/>
        </p:nvGrpSpPr>
        <p:grpSpPr>
          <a:xfrm>
            <a:off x="1202653" y="2683622"/>
            <a:ext cx="6827579" cy="2242691"/>
            <a:chOff x="1202653" y="2683622"/>
            <a:chExt cx="6827579" cy="2242691"/>
          </a:xfrm>
        </p:grpSpPr>
        <p:grpSp>
          <p:nvGrpSpPr>
            <p:cNvPr id="3442" name="Google Shape;3442;p182"/>
            <p:cNvGrpSpPr/>
            <p:nvPr/>
          </p:nvGrpSpPr>
          <p:grpSpPr>
            <a:xfrm>
              <a:off x="7854432" y="2683622"/>
              <a:ext cx="175800" cy="887697"/>
              <a:chOff x="7371757" y="3976747"/>
              <a:chExt cx="175800" cy="887697"/>
            </a:xfrm>
          </p:grpSpPr>
          <p:sp>
            <p:nvSpPr>
              <p:cNvPr id="3443" name="Google Shape;3443;p18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8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18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18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7" name="Google Shape;3447;p182"/>
            <p:cNvGrpSpPr/>
            <p:nvPr/>
          </p:nvGrpSpPr>
          <p:grpSpPr>
            <a:xfrm>
              <a:off x="1202653" y="4750427"/>
              <a:ext cx="887795" cy="175887"/>
              <a:chOff x="2284850" y="131975"/>
              <a:chExt cx="1720200" cy="340800"/>
            </a:xfrm>
          </p:grpSpPr>
          <p:sp>
            <p:nvSpPr>
              <p:cNvPr id="3448" name="Google Shape;3448;p18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18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18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18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52" name="Shape 3452"/>
        <p:cNvGrpSpPr/>
        <p:nvPr/>
      </p:nvGrpSpPr>
      <p:grpSpPr>
        <a:xfrm>
          <a:off x="0" y="0"/>
          <a:ext cx="0" cy="0"/>
          <a:chOff x="0" y="0"/>
          <a:chExt cx="0" cy="0"/>
        </a:xfrm>
      </p:grpSpPr>
      <p:sp>
        <p:nvSpPr>
          <p:cNvPr id="3453" name="Google Shape;3453;p18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54" name="Google Shape;3454;p183"/>
          <p:cNvGrpSpPr/>
          <p:nvPr/>
        </p:nvGrpSpPr>
        <p:grpSpPr>
          <a:xfrm>
            <a:off x="5956178" y="1566397"/>
            <a:ext cx="2637804" cy="3321791"/>
            <a:chOff x="5956178" y="1566397"/>
            <a:chExt cx="2637804" cy="3321791"/>
          </a:xfrm>
        </p:grpSpPr>
        <p:grpSp>
          <p:nvGrpSpPr>
            <p:cNvPr id="3455" name="Google Shape;3455;p183"/>
            <p:cNvGrpSpPr/>
            <p:nvPr/>
          </p:nvGrpSpPr>
          <p:grpSpPr>
            <a:xfrm flipH="1" rot="10800000">
              <a:off x="7854432" y="1566397"/>
              <a:ext cx="739550" cy="887697"/>
              <a:chOff x="7371757" y="3976747"/>
              <a:chExt cx="739550" cy="887697"/>
            </a:xfrm>
          </p:grpSpPr>
          <p:sp>
            <p:nvSpPr>
              <p:cNvPr id="3456" name="Google Shape;3456;p18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18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18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18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18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18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18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18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18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18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18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18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8" name="Google Shape;3468;p183"/>
            <p:cNvGrpSpPr/>
            <p:nvPr/>
          </p:nvGrpSpPr>
          <p:grpSpPr>
            <a:xfrm>
              <a:off x="5956178" y="4712302"/>
              <a:ext cx="887795" cy="175887"/>
              <a:chOff x="2284850" y="131975"/>
              <a:chExt cx="1720200" cy="340800"/>
            </a:xfrm>
          </p:grpSpPr>
          <p:sp>
            <p:nvSpPr>
              <p:cNvPr id="3469" name="Google Shape;3469;p18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18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18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18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473" name="Google Shape;3473;p183"/>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74" name="Google Shape;3474;p183"/>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475" name="Google Shape;3475;p183"/>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476" name="Google Shape;3476;p183"/>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477" name="Google Shape;3477;p183"/>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78" name="Shape 3478"/>
        <p:cNvGrpSpPr/>
        <p:nvPr/>
      </p:nvGrpSpPr>
      <p:grpSpPr>
        <a:xfrm>
          <a:off x="0" y="0"/>
          <a:ext cx="0" cy="0"/>
          <a:chOff x="0" y="0"/>
          <a:chExt cx="0" cy="0"/>
        </a:xfrm>
      </p:grpSpPr>
      <p:sp>
        <p:nvSpPr>
          <p:cNvPr id="3479" name="Google Shape;3479;p18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480" name="Google Shape;3480;p184"/>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3481" name="Google Shape;3481;p184"/>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2" name="Google Shape;3482;p184"/>
          <p:cNvGrpSpPr/>
          <p:nvPr/>
        </p:nvGrpSpPr>
        <p:grpSpPr>
          <a:xfrm flipH="1">
            <a:off x="7966220" y="186773"/>
            <a:ext cx="887795" cy="175887"/>
            <a:chOff x="2284850" y="131975"/>
            <a:chExt cx="1720200" cy="340800"/>
          </a:xfrm>
        </p:grpSpPr>
        <p:sp>
          <p:nvSpPr>
            <p:cNvPr id="3483" name="Google Shape;3483;p18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18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18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18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87" name="Shape 3487"/>
        <p:cNvGrpSpPr/>
        <p:nvPr/>
      </p:nvGrpSpPr>
      <p:grpSpPr>
        <a:xfrm>
          <a:off x="0" y="0"/>
          <a:ext cx="0" cy="0"/>
          <a:chOff x="0" y="0"/>
          <a:chExt cx="0" cy="0"/>
        </a:xfrm>
      </p:grpSpPr>
      <p:sp>
        <p:nvSpPr>
          <p:cNvPr id="3488" name="Google Shape;3488;p185"/>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89" name="Google Shape;3489;p185"/>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3490" name="Google Shape;3490;p185"/>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1" name="Google Shape;3491;p185"/>
          <p:cNvGrpSpPr/>
          <p:nvPr/>
        </p:nvGrpSpPr>
        <p:grpSpPr>
          <a:xfrm>
            <a:off x="269328" y="716196"/>
            <a:ext cx="8517204" cy="3970118"/>
            <a:chOff x="269328" y="716196"/>
            <a:chExt cx="8517204" cy="3970118"/>
          </a:xfrm>
        </p:grpSpPr>
        <p:grpSp>
          <p:nvGrpSpPr>
            <p:cNvPr id="3492" name="Google Shape;3492;p185"/>
            <p:cNvGrpSpPr/>
            <p:nvPr/>
          </p:nvGrpSpPr>
          <p:grpSpPr>
            <a:xfrm>
              <a:off x="8328857" y="716196"/>
              <a:ext cx="457675" cy="1877049"/>
              <a:chOff x="7691232" y="2709546"/>
              <a:chExt cx="457675" cy="1877049"/>
            </a:xfrm>
          </p:grpSpPr>
          <p:grpSp>
            <p:nvGrpSpPr>
              <p:cNvPr id="3493" name="Google Shape;3493;p185"/>
              <p:cNvGrpSpPr/>
              <p:nvPr/>
            </p:nvGrpSpPr>
            <p:grpSpPr>
              <a:xfrm>
                <a:off x="7691232" y="3698897"/>
                <a:ext cx="457675" cy="887697"/>
                <a:chOff x="7371757" y="3976747"/>
                <a:chExt cx="457675" cy="887697"/>
              </a:xfrm>
            </p:grpSpPr>
            <p:sp>
              <p:nvSpPr>
                <p:cNvPr id="3494" name="Google Shape;3494;p18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18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18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18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18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18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18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18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2" name="Google Shape;3502;p185"/>
              <p:cNvGrpSpPr/>
              <p:nvPr/>
            </p:nvGrpSpPr>
            <p:grpSpPr>
              <a:xfrm>
                <a:off x="7691232" y="2709546"/>
                <a:ext cx="457675" cy="887697"/>
                <a:chOff x="7371757" y="3976747"/>
                <a:chExt cx="457675" cy="887697"/>
              </a:xfrm>
            </p:grpSpPr>
            <p:sp>
              <p:nvSpPr>
                <p:cNvPr id="3503" name="Google Shape;3503;p18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18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18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18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18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18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18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18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11" name="Google Shape;3511;p185"/>
            <p:cNvGrpSpPr/>
            <p:nvPr/>
          </p:nvGrpSpPr>
          <p:grpSpPr>
            <a:xfrm>
              <a:off x="269328" y="4510427"/>
              <a:ext cx="887795" cy="175887"/>
              <a:chOff x="2284850" y="131975"/>
              <a:chExt cx="1720200" cy="340800"/>
            </a:xfrm>
          </p:grpSpPr>
          <p:sp>
            <p:nvSpPr>
              <p:cNvPr id="3512" name="Google Shape;3512;p18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18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18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18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16" name="Shape 3516"/>
        <p:cNvGrpSpPr/>
        <p:nvPr/>
      </p:nvGrpSpPr>
      <p:grpSpPr>
        <a:xfrm>
          <a:off x="0" y="0"/>
          <a:ext cx="0" cy="0"/>
          <a:chOff x="0" y="0"/>
          <a:chExt cx="0" cy="0"/>
        </a:xfrm>
      </p:grpSpPr>
      <p:sp>
        <p:nvSpPr>
          <p:cNvPr id="3517" name="Google Shape;3517;p186"/>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186"/>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3519" name="Google Shape;3519;p186"/>
          <p:cNvGrpSpPr/>
          <p:nvPr/>
        </p:nvGrpSpPr>
        <p:grpSpPr>
          <a:xfrm>
            <a:off x="7683925" y="745396"/>
            <a:ext cx="745132" cy="1877049"/>
            <a:chOff x="7580032" y="910721"/>
            <a:chExt cx="745132" cy="1877049"/>
          </a:xfrm>
        </p:grpSpPr>
        <p:grpSp>
          <p:nvGrpSpPr>
            <p:cNvPr id="3520" name="Google Shape;3520;p186"/>
            <p:cNvGrpSpPr/>
            <p:nvPr/>
          </p:nvGrpSpPr>
          <p:grpSpPr>
            <a:xfrm flipH="1" rot="10800000">
              <a:off x="7580032" y="910721"/>
              <a:ext cx="175800" cy="1877049"/>
              <a:chOff x="7691232" y="2709546"/>
              <a:chExt cx="175800" cy="1877049"/>
            </a:xfrm>
          </p:grpSpPr>
          <p:grpSp>
            <p:nvGrpSpPr>
              <p:cNvPr id="3521" name="Google Shape;3521;p186"/>
              <p:cNvGrpSpPr/>
              <p:nvPr/>
            </p:nvGrpSpPr>
            <p:grpSpPr>
              <a:xfrm>
                <a:off x="7691232" y="3698897"/>
                <a:ext cx="175800" cy="887697"/>
                <a:chOff x="7371757" y="3976747"/>
                <a:chExt cx="175800" cy="887697"/>
              </a:xfrm>
            </p:grpSpPr>
            <p:sp>
              <p:nvSpPr>
                <p:cNvPr id="3522" name="Google Shape;3522;p18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8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18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18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6" name="Google Shape;3526;p186"/>
              <p:cNvGrpSpPr/>
              <p:nvPr/>
            </p:nvGrpSpPr>
            <p:grpSpPr>
              <a:xfrm>
                <a:off x="7691232" y="2709546"/>
                <a:ext cx="175800" cy="887697"/>
                <a:chOff x="7371757" y="3976747"/>
                <a:chExt cx="175800" cy="887697"/>
              </a:xfrm>
            </p:grpSpPr>
            <p:sp>
              <p:nvSpPr>
                <p:cNvPr id="3527" name="Google Shape;3527;p18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18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18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18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31" name="Google Shape;3531;p186"/>
            <p:cNvGrpSpPr/>
            <p:nvPr/>
          </p:nvGrpSpPr>
          <p:grpSpPr>
            <a:xfrm flipH="1" rot="10800000">
              <a:off x="7867490" y="910721"/>
              <a:ext cx="457675" cy="1877049"/>
              <a:chOff x="7691232" y="2709546"/>
              <a:chExt cx="457675" cy="1877049"/>
            </a:xfrm>
          </p:grpSpPr>
          <p:grpSp>
            <p:nvGrpSpPr>
              <p:cNvPr id="3532" name="Google Shape;3532;p186"/>
              <p:cNvGrpSpPr/>
              <p:nvPr/>
            </p:nvGrpSpPr>
            <p:grpSpPr>
              <a:xfrm>
                <a:off x="7691232" y="3698897"/>
                <a:ext cx="457675" cy="887697"/>
                <a:chOff x="7371757" y="3976747"/>
                <a:chExt cx="457675" cy="887697"/>
              </a:xfrm>
            </p:grpSpPr>
            <p:sp>
              <p:nvSpPr>
                <p:cNvPr id="3533" name="Google Shape;3533;p18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18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18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18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18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18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18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18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1" name="Google Shape;3541;p186"/>
              <p:cNvGrpSpPr/>
              <p:nvPr/>
            </p:nvGrpSpPr>
            <p:grpSpPr>
              <a:xfrm>
                <a:off x="7691232" y="2709546"/>
                <a:ext cx="457675" cy="887697"/>
                <a:chOff x="7371757" y="3976747"/>
                <a:chExt cx="457675" cy="887697"/>
              </a:xfrm>
            </p:grpSpPr>
            <p:sp>
              <p:nvSpPr>
                <p:cNvPr id="3542" name="Google Shape;3542;p18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18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18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18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18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18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18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18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50" name="Shape 3550"/>
        <p:cNvGrpSpPr/>
        <p:nvPr/>
      </p:nvGrpSpPr>
      <p:grpSpPr>
        <a:xfrm>
          <a:off x="0" y="0"/>
          <a:ext cx="0" cy="0"/>
          <a:chOff x="0" y="0"/>
          <a:chExt cx="0" cy="0"/>
        </a:xfrm>
      </p:grpSpPr>
      <p:sp>
        <p:nvSpPr>
          <p:cNvPr id="3551" name="Google Shape;3551;p187"/>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552" name="Google Shape;3552;p187"/>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53" name="Google Shape;3553;p187"/>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4" name="Google Shape;3554;p187"/>
          <p:cNvGrpSpPr/>
          <p:nvPr/>
        </p:nvGrpSpPr>
        <p:grpSpPr>
          <a:xfrm>
            <a:off x="562032" y="1301880"/>
            <a:ext cx="739550" cy="887697"/>
            <a:chOff x="7371757" y="3976747"/>
            <a:chExt cx="739550" cy="887697"/>
          </a:xfrm>
        </p:grpSpPr>
        <p:sp>
          <p:nvSpPr>
            <p:cNvPr id="3555" name="Google Shape;3555;p18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18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8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18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18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18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18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18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18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18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18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8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67" name="Shape 3567"/>
        <p:cNvGrpSpPr/>
        <p:nvPr/>
      </p:nvGrpSpPr>
      <p:grpSpPr>
        <a:xfrm>
          <a:off x="0" y="0"/>
          <a:ext cx="0" cy="0"/>
          <a:chOff x="0" y="0"/>
          <a:chExt cx="0" cy="0"/>
        </a:xfrm>
      </p:grpSpPr>
      <p:sp>
        <p:nvSpPr>
          <p:cNvPr id="3568" name="Google Shape;3568;p188"/>
          <p:cNvSpPr/>
          <p:nvPr>
            <p:ph idx="2" type="pic"/>
          </p:nvPr>
        </p:nvSpPr>
        <p:spPr>
          <a:xfrm>
            <a:off x="-25" y="-13725"/>
            <a:ext cx="9144000" cy="5157300"/>
          </a:xfrm>
          <a:prstGeom prst="rect">
            <a:avLst/>
          </a:prstGeom>
          <a:noFill/>
          <a:ln>
            <a:noFill/>
          </a:ln>
        </p:spPr>
      </p:sp>
      <p:sp>
        <p:nvSpPr>
          <p:cNvPr id="3569" name="Google Shape;3569;p188"/>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70" name="Shape 3570"/>
        <p:cNvGrpSpPr/>
        <p:nvPr/>
      </p:nvGrpSpPr>
      <p:grpSpPr>
        <a:xfrm>
          <a:off x="0" y="0"/>
          <a:ext cx="0" cy="0"/>
          <a:chOff x="0" y="0"/>
          <a:chExt cx="0" cy="0"/>
        </a:xfrm>
      </p:grpSpPr>
      <p:sp>
        <p:nvSpPr>
          <p:cNvPr id="3571" name="Google Shape;3571;p189"/>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2" name="Google Shape;3572;p189"/>
          <p:cNvGrpSpPr/>
          <p:nvPr/>
        </p:nvGrpSpPr>
        <p:grpSpPr>
          <a:xfrm>
            <a:off x="4553003" y="363602"/>
            <a:ext cx="3863079" cy="4414018"/>
            <a:chOff x="4553003" y="363602"/>
            <a:chExt cx="3863079" cy="4414018"/>
          </a:xfrm>
        </p:grpSpPr>
        <p:grpSp>
          <p:nvGrpSpPr>
            <p:cNvPr id="3573" name="Google Shape;3573;p189"/>
            <p:cNvGrpSpPr/>
            <p:nvPr/>
          </p:nvGrpSpPr>
          <p:grpSpPr>
            <a:xfrm flipH="1" rot="10800000">
              <a:off x="7958407" y="2900571"/>
              <a:ext cx="457675" cy="1877049"/>
              <a:chOff x="7691232" y="2709546"/>
              <a:chExt cx="457675" cy="1877049"/>
            </a:xfrm>
          </p:grpSpPr>
          <p:grpSp>
            <p:nvGrpSpPr>
              <p:cNvPr id="3574" name="Google Shape;3574;p189"/>
              <p:cNvGrpSpPr/>
              <p:nvPr/>
            </p:nvGrpSpPr>
            <p:grpSpPr>
              <a:xfrm>
                <a:off x="7691232" y="3698897"/>
                <a:ext cx="457675" cy="887697"/>
                <a:chOff x="7371757" y="3976747"/>
                <a:chExt cx="457675" cy="887697"/>
              </a:xfrm>
            </p:grpSpPr>
            <p:sp>
              <p:nvSpPr>
                <p:cNvPr id="3575" name="Google Shape;3575;p1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1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1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18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18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18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18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3" name="Google Shape;3583;p189"/>
              <p:cNvGrpSpPr/>
              <p:nvPr/>
            </p:nvGrpSpPr>
            <p:grpSpPr>
              <a:xfrm>
                <a:off x="7691232" y="2709546"/>
                <a:ext cx="457675" cy="887697"/>
                <a:chOff x="7371757" y="3976747"/>
                <a:chExt cx="457675" cy="887697"/>
              </a:xfrm>
            </p:grpSpPr>
            <p:sp>
              <p:nvSpPr>
                <p:cNvPr id="3584" name="Google Shape;3584;p1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1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1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1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18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18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18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8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92" name="Google Shape;3592;p189"/>
            <p:cNvGrpSpPr/>
            <p:nvPr/>
          </p:nvGrpSpPr>
          <p:grpSpPr>
            <a:xfrm>
              <a:off x="4553003" y="363602"/>
              <a:ext cx="887795" cy="175887"/>
              <a:chOff x="2284850" y="131975"/>
              <a:chExt cx="1720200" cy="340800"/>
            </a:xfrm>
          </p:grpSpPr>
          <p:sp>
            <p:nvSpPr>
              <p:cNvPr id="3593" name="Google Shape;3593;p18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18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8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18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97" name="Google Shape;3597;p189"/>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3598" name="Google Shape;3598;p189"/>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3599" name="Shape 3599"/>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600" name="Shape 3600"/>
        <p:cNvGrpSpPr/>
        <p:nvPr/>
      </p:nvGrpSpPr>
      <p:grpSpPr>
        <a:xfrm>
          <a:off x="0" y="0"/>
          <a:ext cx="0" cy="0"/>
          <a:chOff x="0" y="0"/>
          <a:chExt cx="0" cy="0"/>
        </a:xfrm>
      </p:grpSpPr>
      <p:sp>
        <p:nvSpPr>
          <p:cNvPr id="3601" name="Google Shape;3601;p191"/>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02" name="Google Shape;3602;p191"/>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03" name="Google Shape;3603;p191"/>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04" name="Google Shape;3604;p191"/>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05" name="Google Shape;3605;p191"/>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06" name="Google Shape;3606;p191"/>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07" name="Google Shape;3607;p191"/>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08" name="Google Shape;3608;p191"/>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09" name="Google Shape;3609;p191"/>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610" name="Google Shape;3610;p191"/>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11" name="Google Shape;3611;p191"/>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12" name="Google Shape;3612;p191"/>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13" name="Google Shape;3613;p191"/>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614" name="Google Shape;3614;p191"/>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5" name="Google Shape;3615;p191"/>
          <p:cNvGrpSpPr/>
          <p:nvPr/>
        </p:nvGrpSpPr>
        <p:grpSpPr>
          <a:xfrm>
            <a:off x="269328" y="4815227"/>
            <a:ext cx="887795" cy="175887"/>
            <a:chOff x="2284850" y="131975"/>
            <a:chExt cx="1720200" cy="340800"/>
          </a:xfrm>
        </p:grpSpPr>
        <p:sp>
          <p:nvSpPr>
            <p:cNvPr id="3616" name="Google Shape;3616;p19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9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19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19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0" name="Google Shape;3620;p191"/>
          <p:cNvGrpSpPr/>
          <p:nvPr/>
        </p:nvGrpSpPr>
        <p:grpSpPr>
          <a:xfrm>
            <a:off x="7958582" y="3067871"/>
            <a:ext cx="975375" cy="1877049"/>
            <a:chOff x="7167632" y="2744946"/>
            <a:chExt cx="975375" cy="1877049"/>
          </a:xfrm>
        </p:grpSpPr>
        <p:grpSp>
          <p:nvGrpSpPr>
            <p:cNvPr id="3621" name="Google Shape;3621;p191"/>
            <p:cNvGrpSpPr/>
            <p:nvPr/>
          </p:nvGrpSpPr>
          <p:grpSpPr>
            <a:xfrm>
              <a:off x="7700682" y="2744946"/>
              <a:ext cx="175800" cy="1877049"/>
              <a:chOff x="7691232" y="2709546"/>
              <a:chExt cx="175800" cy="1877049"/>
            </a:xfrm>
          </p:grpSpPr>
          <p:grpSp>
            <p:nvGrpSpPr>
              <p:cNvPr id="3622" name="Google Shape;3622;p191"/>
              <p:cNvGrpSpPr/>
              <p:nvPr/>
            </p:nvGrpSpPr>
            <p:grpSpPr>
              <a:xfrm>
                <a:off x="7691232" y="3698897"/>
                <a:ext cx="175800" cy="887697"/>
                <a:chOff x="7371757" y="3976747"/>
                <a:chExt cx="175800" cy="887697"/>
              </a:xfrm>
            </p:grpSpPr>
            <p:sp>
              <p:nvSpPr>
                <p:cNvPr id="3623" name="Google Shape;3623;p19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19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19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19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7" name="Google Shape;3627;p191"/>
              <p:cNvGrpSpPr/>
              <p:nvPr/>
            </p:nvGrpSpPr>
            <p:grpSpPr>
              <a:xfrm>
                <a:off x="7691232" y="2709546"/>
                <a:ext cx="175800" cy="887697"/>
                <a:chOff x="7371757" y="3976747"/>
                <a:chExt cx="175800" cy="887697"/>
              </a:xfrm>
            </p:grpSpPr>
            <p:sp>
              <p:nvSpPr>
                <p:cNvPr id="3628" name="Google Shape;3628;p19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19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19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19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32" name="Google Shape;3632;p191"/>
            <p:cNvGrpSpPr/>
            <p:nvPr/>
          </p:nvGrpSpPr>
          <p:grpSpPr>
            <a:xfrm>
              <a:off x="7434157" y="2744946"/>
              <a:ext cx="175800" cy="1877049"/>
              <a:chOff x="7691232" y="2709546"/>
              <a:chExt cx="175800" cy="1877049"/>
            </a:xfrm>
          </p:grpSpPr>
          <p:grpSp>
            <p:nvGrpSpPr>
              <p:cNvPr id="3633" name="Google Shape;3633;p191"/>
              <p:cNvGrpSpPr/>
              <p:nvPr/>
            </p:nvGrpSpPr>
            <p:grpSpPr>
              <a:xfrm>
                <a:off x="7691232" y="3698897"/>
                <a:ext cx="175800" cy="887697"/>
                <a:chOff x="7371757" y="3976747"/>
                <a:chExt cx="175800" cy="887697"/>
              </a:xfrm>
            </p:grpSpPr>
            <p:sp>
              <p:nvSpPr>
                <p:cNvPr id="3634" name="Google Shape;3634;p19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19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19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19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8" name="Google Shape;3638;p191"/>
              <p:cNvGrpSpPr/>
              <p:nvPr/>
            </p:nvGrpSpPr>
            <p:grpSpPr>
              <a:xfrm>
                <a:off x="7691232" y="2709546"/>
                <a:ext cx="175800" cy="887697"/>
                <a:chOff x="7371757" y="3976747"/>
                <a:chExt cx="175800" cy="887697"/>
              </a:xfrm>
            </p:grpSpPr>
            <p:sp>
              <p:nvSpPr>
                <p:cNvPr id="3639" name="Google Shape;3639;p19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19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19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19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43" name="Google Shape;3643;p191"/>
            <p:cNvGrpSpPr/>
            <p:nvPr/>
          </p:nvGrpSpPr>
          <p:grpSpPr>
            <a:xfrm>
              <a:off x="7167632" y="2744946"/>
              <a:ext cx="175800" cy="1877049"/>
              <a:chOff x="7691232" y="2709546"/>
              <a:chExt cx="175800" cy="1877049"/>
            </a:xfrm>
          </p:grpSpPr>
          <p:grpSp>
            <p:nvGrpSpPr>
              <p:cNvPr id="3644" name="Google Shape;3644;p191"/>
              <p:cNvGrpSpPr/>
              <p:nvPr/>
            </p:nvGrpSpPr>
            <p:grpSpPr>
              <a:xfrm>
                <a:off x="7691232" y="3698897"/>
                <a:ext cx="175800" cy="887697"/>
                <a:chOff x="7371757" y="3976747"/>
                <a:chExt cx="175800" cy="887697"/>
              </a:xfrm>
            </p:grpSpPr>
            <p:sp>
              <p:nvSpPr>
                <p:cNvPr id="3645" name="Google Shape;3645;p19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19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19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19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9" name="Google Shape;3649;p191"/>
              <p:cNvGrpSpPr/>
              <p:nvPr/>
            </p:nvGrpSpPr>
            <p:grpSpPr>
              <a:xfrm>
                <a:off x="7691232" y="2709546"/>
                <a:ext cx="175800" cy="887697"/>
                <a:chOff x="7371757" y="3976747"/>
                <a:chExt cx="175800" cy="887697"/>
              </a:xfrm>
            </p:grpSpPr>
            <p:sp>
              <p:nvSpPr>
                <p:cNvPr id="3650" name="Google Shape;3650;p19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19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19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19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54" name="Google Shape;3654;p191"/>
            <p:cNvGrpSpPr/>
            <p:nvPr/>
          </p:nvGrpSpPr>
          <p:grpSpPr>
            <a:xfrm>
              <a:off x="7967207" y="2744946"/>
              <a:ext cx="175800" cy="1877049"/>
              <a:chOff x="7691232" y="2709546"/>
              <a:chExt cx="175800" cy="1877049"/>
            </a:xfrm>
          </p:grpSpPr>
          <p:grpSp>
            <p:nvGrpSpPr>
              <p:cNvPr id="3655" name="Google Shape;3655;p191"/>
              <p:cNvGrpSpPr/>
              <p:nvPr/>
            </p:nvGrpSpPr>
            <p:grpSpPr>
              <a:xfrm>
                <a:off x="7691232" y="3698897"/>
                <a:ext cx="175800" cy="887697"/>
                <a:chOff x="7371757" y="3976747"/>
                <a:chExt cx="175800" cy="887697"/>
              </a:xfrm>
            </p:grpSpPr>
            <p:sp>
              <p:nvSpPr>
                <p:cNvPr id="3656" name="Google Shape;3656;p19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19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19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19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0" name="Google Shape;3660;p191"/>
              <p:cNvGrpSpPr/>
              <p:nvPr/>
            </p:nvGrpSpPr>
            <p:grpSpPr>
              <a:xfrm>
                <a:off x="7691232" y="2709546"/>
                <a:ext cx="175800" cy="887697"/>
                <a:chOff x="7371757" y="3976747"/>
                <a:chExt cx="175800" cy="887697"/>
              </a:xfrm>
            </p:grpSpPr>
            <p:sp>
              <p:nvSpPr>
                <p:cNvPr id="3661" name="Google Shape;3661;p19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19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19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19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665" name="Shape 3665"/>
        <p:cNvGrpSpPr/>
        <p:nvPr/>
      </p:nvGrpSpPr>
      <p:grpSpPr>
        <a:xfrm>
          <a:off x="0" y="0"/>
          <a:ext cx="0" cy="0"/>
          <a:chOff x="0" y="0"/>
          <a:chExt cx="0" cy="0"/>
        </a:xfrm>
      </p:grpSpPr>
      <p:sp>
        <p:nvSpPr>
          <p:cNvPr id="3666" name="Google Shape;3666;p1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667" name="Google Shape;3667;p192"/>
          <p:cNvGrpSpPr/>
          <p:nvPr/>
        </p:nvGrpSpPr>
        <p:grpSpPr>
          <a:xfrm>
            <a:off x="-20657" y="150"/>
            <a:ext cx="9164657" cy="5143500"/>
            <a:chOff x="-20657" y="150"/>
            <a:chExt cx="9164657" cy="5143500"/>
          </a:xfrm>
        </p:grpSpPr>
        <p:cxnSp>
          <p:nvCxnSpPr>
            <p:cNvPr id="3668" name="Google Shape;3668;p192"/>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3669" name="Google Shape;3669;p192"/>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70" name="Google Shape;3670;p192"/>
            <p:cNvGrpSpPr/>
            <p:nvPr/>
          </p:nvGrpSpPr>
          <p:grpSpPr>
            <a:xfrm>
              <a:off x="7542978" y="176248"/>
              <a:ext cx="887795" cy="175887"/>
              <a:chOff x="2284850" y="131975"/>
              <a:chExt cx="1720200" cy="340800"/>
            </a:xfrm>
          </p:grpSpPr>
          <p:sp>
            <p:nvSpPr>
              <p:cNvPr id="3671" name="Google Shape;3671;p19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19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19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19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675" name="Shape 3675"/>
        <p:cNvGrpSpPr/>
        <p:nvPr/>
      </p:nvGrpSpPr>
      <p:grpSpPr>
        <a:xfrm>
          <a:off x="0" y="0"/>
          <a:ext cx="0" cy="0"/>
          <a:chOff x="0" y="0"/>
          <a:chExt cx="0" cy="0"/>
        </a:xfrm>
      </p:grpSpPr>
      <p:sp>
        <p:nvSpPr>
          <p:cNvPr id="3676" name="Google Shape;3676;p193"/>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677" name="Google Shape;3677;p193"/>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3678" name="Google Shape;3678;p193"/>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79" name="Google Shape;3679;p193"/>
          <p:cNvGrpSpPr/>
          <p:nvPr/>
        </p:nvGrpSpPr>
        <p:grpSpPr>
          <a:xfrm flipH="1">
            <a:off x="7966220" y="4782198"/>
            <a:ext cx="887795" cy="175887"/>
            <a:chOff x="2284850" y="131975"/>
            <a:chExt cx="1720200" cy="340800"/>
          </a:xfrm>
        </p:grpSpPr>
        <p:sp>
          <p:nvSpPr>
            <p:cNvPr id="3680" name="Google Shape;3680;p19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19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19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19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684" name="Shape 3684"/>
        <p:cNvGrpSpPr/>
        <p:nvPr/>
      </p:nvGrpSpPr>
      <p:grpSpPr>
        <a:xfrm>
          <a:off x="0" y="0"/>
          <a:ext cx="0" cy="0"/>
          <a:chOff x="0" y="0"/>
          <a:chExt cx="0" cy="0"/>
        </a:xfrm>
      </p:grpSpPr>
      <p:sp>
        <p:nvSpPr>
          <p:cNvPr id="3685" name="Google Shape;3685;p1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686" name="Google Shape;3686;p194"/>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3687" name="Google Shape;3687;p194"/>
          <p:cNvGrpSpPr/>
          <p:nvPr/>
        </p:nvGrpSpPr>
        <p:grpSpPr>
          <a:xfrm>
            <a:off x="4128103" y="186798"/>
            <a:ext cx="887795" cy="175887"/>
            <a:chOff x="2284850" y="131975"/>
            <a:chExt cx="1720200" cy="340800"/>
          </a:xfrm>
        </p:grpSpPr>
        <p:sp>
          <p:nvSpPr>
            <p:cNvPr id="3688" name="Google Shape;3688;p19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19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19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19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2" name="Google Shape;3692;p194"/>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693" name="Shape 3693"/>
        <p:cNvGrpSpPr/>
        <p:nvPr/>
      </p:nvGrpSpPr>
      <p:grpSpPr>
        <a:xfrm>
          <a:off x="0" y="0"/>
          <a:ext cx="0" cy="0"/>
          <a:chOff x="0" y="0"/>
          <a:chExt cx="0" cy="0"/>
        </a:xfrm>
      </p:grpSpPr>
      <p:sp>
        <p:nvSpPr>
          <p:cNvPr id="3694" name="Google Shape;3694;p195"/>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695" name="Google Shape;3695;p195"/>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3696" name="Google Shape;3696;p19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7" name="Google Shape;3697;p195"/>
          <p:cNvGrpSpPr/>
          <p:nvPr/>
        </p:nvGrpSpPr>
        <p:grpSpPr>
          <a:xfrm flipH="1" rot="10800000">
            <a:off x="7946332" y="1013372"/>
            <a:ext cx="739550" cy="887697"/>
            <a:chOff x="7371757" y="3976747"/>
            <a:chExt cx="739550" cy="887697"/>
          </a:xfrm>
        </p:grpSpPr>
        <p:sp>
          <p:nvSpPr>
            <p:cNvPr id="3698" name="Google Shape;3698;p19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19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19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19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19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19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19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19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19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19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19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19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710" name="Shape 3710"/>
        <p:cNvGrpSpPr/>
        <p:nvPr/>
      </p:nvGrpSpPr>
      <p:grpSpPr>
        <a:xfrm>
          <a:off x="0" y="0"/>
          <a:ext cx="0" cy="0"/>
          <a:chOff x="0" y="0"/>
          <a:chExt cx="0" cy="0"/>
        </a:xfrm>
      </p:grpSpPr>
      <p:sp>
        <p:nvSpPr>
          <p:cNvPr id="3711" name="Google Shape;3711;p196"/>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2" name="Google Shape;3712;p196"/>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3713" name="Google Shape;3713;p196"/>
          <p:cNvGrpSpPr/>
          <p:nvPr/>
        </p:nvGrpSpPr>
        <p:grpSpPr>
          <a:xfrm>
            <a:off x="759093" y="449071"/>
            <a:ext cx="7652479" cy="3799448"/>
            <a:chOff x="759093" y="449071"/>
            <a:chExt cx="7652479" cy="3799448"/>
          </a:xfrm>
        </p:grpSpPr>
        <p:grpSp>
          <p:nvGrpSpPr>
            <p:cNvPr id="3714" name="Google Shape;3714;p196"/>
            <p:cNvGrpSpPr/>
            <p:nvPr/>
          </p:nvGrpSpPr>
          <p:grpSpPr>
            <a:xfrm flipH="1">
              <a:off x="7523777" y="449071"/>
              <a:ext cx="887795" cy="175887"/>
              <a:chOff x="2284850" y="131975"/>
              <a:chExt cx="1720200" cy="340800"/>
            </a:xfrm>
          </p:grpSpPr>
          <p:sp>
            <p:nvSpPr>
              <p:cNvPr id="3715" name="Google Shape;3715;p19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19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19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19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9" name="Google Shape;3719;p196"/>
            <p:cNvGrpSpPr/>
            <p:nvPr/>
          </p:nvGrpSpPr>
          <p:grpSpPr>
            <a:xfrm flipH="1">
              <a:off x="759093" y="3360822"/>
              <a:ext cx="457675" cy="887697"/>
              <a:chOff x="7653632" y="3976747"/>
              <a:chExt cx="457675" cy="887697"/>
            </a:xfrm>
          </p:grpSpPr>
          <p:sp>
            <p:nvSpPr>
              <p:cNvPr id="3720" name="Google Shape;3720;p19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19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19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19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19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19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19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19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28" name="Google Shape;3728;p196"/>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29" name="Google Shape;3729;p196"/>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30" name="Google Shape;3730;p196"/>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731" name="Shape 3731"/>
        <p:cNvGrpSpPr/>
        <p:nvPr/>
      </p:nvGrpSpPr>
      <p:grpSpPr>
        <a:xfrm>
          <a:off x="0" y="0"/>
          <a:ext cx="0" cy="0"/>
          <a:chOff x="0" y="0"/>
          <a:chExt cx="0" cy="0"/>
        </a:xfrm>
      </p:grpSpPr>
      <p:sp>
        <p:nvSpPr>
          <p:cNvPr id="3732" name="Google Shape;3732;p197"/>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33" name="Google Shape;3733;p197"/>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34" name="Google Shape;3734;p197"/>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735" name="Shape 3735"/>
        <p:cNvGrpSpPr/>
        <p:nvPr/>
      </p:nvGrpSpPr>
      <p:grpSpPr>
        <a:xfrm>
          <a:off x="0" y="0"/>
          <a:ext cx="0" cy="0"/>
          <a:chOff x="0" y="0"/>
          <a:chExt cx="0" cy="0"/>
        </a:xfrm>
      </p:grpSpPr>
      <p:sp>
        <p:nvSpPr>
          <p:cNvPr id="3736" name="Google Shape;3736;p198"/>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37" name="Google Shape;3737;p198"/>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3738" name="Google Shape;3738;p198"/>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39" name="Google Shape;3739;p198"/>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740" name="Google Shape;3740;p198"/>
          <p:cNvGrpSpPr/>
          <p:nvPr/>
        </p:nvGrpSpPr>
        <p:grpSpPr>
          <a:xfrm>
            <a:off x="324243" y="3769347"/>
            <a:ext cx="707325" cy="887697"/>
            <a:chOff x="324243" y="3769347"/>
            <a:chExt cx="707325" cy="887697"/>
          </a:xfrm>
        </p:grpSpPr>
        <p:grpSp>
          <p:nvGrpSpPr>
            <p:cNvPr id="3741" name="Google Shape;3741;p198"/>
            <p:cNvGrpSpPr/>
            <p:nvPr/>
          </p:nvGrpSpPr>
          <p:grpSpPr>
            <a:xfrm rot="10800000">
              <a:off x="324243" y="3769347"/>
              <a:ext cx="175800" cy="887697"/>
              <a:chOff x="7935507" y="3976747"/>
              <a:chExt cx="175800" cy="887697"/>
            </a:xfrm>
          </p:grpSpPr>
          <p:sp>
            <p:nvSpPr>
              <p:cNvPr id="3742" name="Google Shape;3742;p19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19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19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19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6" name="Google Shape;3746;p198"/>
            <p:cNvGrpSpPr/>
            <p:nvPr/>
          </p:nvGrpSpPr>
          <p:grpSpPr>
            <a:xfrm rot="10800000">
              <a:off x="855768" y="3769347"/>
              <a:ext cx="175800" cy="887697"/>
              <a:chOff x="7371757" y="3976747"/>
              <a:chExt cx="175800" cy="887697"/>
            </a:xfrm>
          </p:grpSpPr>
          <p:sp>
            <p:nvSpPr>
              <p:cNvPr id="3747" name="Google Shape;3747;p19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19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19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19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1" name="Google Shape;3751;p198"/>
            <p:cNvGrpSpPr/>
            <p:nvPr/>
          </p:nvGrpSpPr>
          <p:grpSpPr>
            <a:xfrm rot="10800000">
              <a:off x="590005" y="3769347"/>
              <a:ext cx="175800" cy="887697"/>
              <a:chOff x="7935507" y="3976747"/>
              <a:chExt cx="175800" cy="887697"/>
            </a:xfrm>
          </p:grpSpPr>
          <p:sp>
            <p:nvSpPr>
              <p:cNvPr id="3752" name="Google Shape;3752;p19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19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19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19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3756" name="Shape 3756"/>
        <p:cNvGrpSpPr/>
        <p:nvPr/>
      </p:nvGrpSpPr>
      <p:grpSpPr>
        <a:xfrm>
          <a:off x="0" y="0"/>
          <a:ext cx="0" cy="0"/>
          <a:chOff x="0" y="0"/>
          <a:chExt cx="0" cy="0"/>
        </a:xfrm>
      </p:grpSpPr>
      <p:cxnSp>
        <p:nvCxnSpPr>
          <p:cNvPr id="3757" name="Google Shape;3757;p199"/>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3758" name="Google Shape;3758;p199"/>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9" name="Google Shape;3759;p199"/>
          <p:cNvGrpSpPr/>
          <p:nvPr/>
        </p:nvGrpSpPr>
        <p:grpSpPr>
          <a:xfrm>
            <a:off x="7958407" y="2900571"/>
            <a:ext cx="739550" cy="1877049"/>
            <a:chOff x="7691232" y="2709546"/>
            <a:chExt cx="739550" cy="1877049"/>
          </a:xfrm>
        </p:grpSpPr>
        <p:grpSp>
          <p:nvGrpSpPr>
            <p:cNvPr id="3760" name="Google Shape;3760;p199"/>
            <p:cNvGrpSpPr/>
            <p:nvPr/>
          </p:nvGrpSpPr>
          <p:grpSpPr>
            <a:xfrm>
              <a:off x="7691232" y="3698897"/>
              <a:ext cx="739550" cy="887697"/>
              <a:chOff x="7371757" y="3976747"/>
              <a:chExt cx="739550" cy="887697"/>
            </a:xfrm>
          </p:grpSpPr>
          <p:sp>
            <p:nvSpPr>
              <p:cNvPr id="3761" name="Google Shape;3761;p19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19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19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19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19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19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19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19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19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19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19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19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3" name="Google Shape;3773;p199"/>
            <p:cNvGrpSpPr/>
            <p:nvPr/>
          </p:nvGrpSpPr>
          <p:grpSpPr>
            <a:xfrm>
              <a:off x="7691232" y="2709546"/>
              <a:ext cx="739550" cy="887697"/>
              <a:chOff x="7371757" y="3976747"/>
              <a:chExt cx="739550" cy="887697"/>
            </a:xfrm>
          </p:grpSpPr>
          <p:sp>
            <p:nvSpPr>
              <p:cNvPr id="3774" name="Google Shape;3774;p19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19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19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19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19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19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19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19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19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19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19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19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86" name="Google Shape;3786;p199"/>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87" name="Google Shape;3787;p199"/>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3788" name="Shape 3788"/>
        <p:cNvGrpSpPr/>
        <p:nvPr/>
      </p:nvGrpSpPr>
      <p:grpSpPr>
        <a:xfrm>
          <a:off x="0" y="0"/>
          <a:ext cx="0" cy="0"/>
          <a:chOff x="0" y="0"/>
          <a:chExt cx="0" cy="0"/>
        </a:xfrm>
      </p:grpSpPr>
      <p:sp>
        <p:nvSpPr>
          <p:cNvPr id="3789" name="Google Shape;3789;p20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90" name="Google Shape;3790;p200"/>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3791" name="Google Shape;3791;p200"/>
          <p:cNvGrpSpPr/>
          <p:nvPr/>
        </p:nvGrpSpPr>
        <p:grpSpPr>
          <a:xfrm>
            <a:off x="269328" y="269127"/>
            <a:ext cx="8249354" cy="1636293"/>
            <a:chOff x="269328" y="269127"/>
            <a:chExt cx="8249354" cy="1636293"/>
          </a:xfrm>
        </p:grpSpPr>
        <p:grpSp>
          <p:nvGrpSpPr>
            <p:cNvPr id="3792" name="Google Shape;3792;p200"/>
            <p:cNvGrpSpPr/>
            <p:nvPr/>
          </p:nvGrpSpPr>
          <p:grpSpPr>
            <a:xfrm flipH="1" rot="10800000">
              <a:off x="8061007" y="1017722"/>
              <a:ext cx="457675" cy="887697"/>
              <a:chOff x="7371757" y="3976747"/>
              <a:chExt cx="457675" cy="887697"/>
            </a:xfrm>
          </p:grpSpPr>
          <p:sp>
            <p:nvSpPr>
              <p:cNvPr id="3793" name="Google Shape;3793;p20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20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20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20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20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20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20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20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1" name="Google Shape;3801;p200"/>
            <p:cNvGrpSpPr/>
            <p:nvPr/>
          </p:nvGrpSpPr>
          <p:grpSpPr>
            <a:xfrm>
              <a:off x="269328" y="269127"/>
              <a:ext cx="887795" cy="175887"/>
              <a:chOff x="2284850" y="131975"/>
              <a:chExt cx="1720200" cy="340800"/>
            </a:xfrm>
          </p:grpSpPr>
          <p:sp>
            <p:nvSpPr>
              <p:cNvPr id="3802" name="Google Shape;3802;p20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20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20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20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06" name="Google Shape;3806;p200"/>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07" name="Google Shape;3807;p200"/>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3808" name="Shape 3808"/>
        <p:cNvGrpSpPr/>
        <p:nvPr/>
      </p:nvGrpSpPr>
      <p:grpSpPr>
        <a:xfrm>
          <a:off x="0" y="0"/>
          <a:ext cx="0" cy="0"/>
          <a:chOff x="0" y="0"/>
          <a:chExt cx="0" cy="0"/>
        </a:xfrm>
      </p:grpSpPr>
      <p:sp>
        <p:nvSpPr>
          <p:cNvPr id="3809" name="Google Shape;3809;p201"/>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10" name="Google Shape;3810;p201"/>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3811" name="Google Shape;3811;p20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12" name="Google Shape;3812;p201"/>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3813" name="Google Shape;3813;p201"/>
          <p:cNvGrpSpPr/>
          <p:nvPr/>
        </p:nvGrpSpPr>
        <p:grpSpPr>
          <a:xfrm>
            <a:off x="269328" y="269127"/>
            <a:ext cx="887795" cy="175887"/>
            <a:chOff x="2284850" y="131975"/>
            <a:chExt cx="1720200" cy="340800"/>
          </a:xfrm>
        </p:grpSpPr>
        <p:sp>
          <p:nvSpPr>
            <p:cNvPr id="3814" name="Google Shape;3814;p20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20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20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20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8" name="Google Shape;3818;p201"/>
          <p:cNvGrpSpPr/>
          <p:nvPr/>
        </p:nvGrpSpPr>
        <p:grpSpPr>
          <a:xfrm>
            <a:off x="7920045" y="3001872"/>
            <a:ext cx="433111" cy="1871372"/>
            <a:chOff x="8038657" y="1017722"/>
            <a:chExt cx="433111" cy="1871372"/>
          </a:xfrm>
        </p:grpSpPr>
        <p:grpSp>
          <p:nvGrpSpPr>
            <p:cNvPr id="3819" name="Google Shape;3819;p201"/>
            <p:cNvGrpSpPr/>
            <p:nvPr/>
          </p:nvGrpSpPr>
          <p:grpSpPr>
            <a:xfrm>
              <a:off x="8038657" y="1017722"/>
              <a:ext cx="175800" cy="887697"/>
              <a:chOff x="7371757" y="3976747"/>
              <a:chExt cx="175800" cy="887697"/>
            </a:xfrm>
          </p:grpSpPr>
          <p:sp>
            <p:nvSpPr>
              <p:cNvPr id="3820" name="Google Shape;3820;p20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20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20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20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4" name="Google Shape;3824;p201"/>
            <p:cNvGrpSpPr/>
            <p:nvPr/>
          </p:nvGrpSpPr>
          <p:grpSpPr>
            <a:xfrm>
              <a:off x="8295968" y="1017722"/>
              <a:ext cx="175800" cy="887697"/>
              <a:chOff x="7935507" y="3976747"/>
              <a:chExt cx="175800" cy="887697"/>
            </a:xfrm>
          </p:grpSpPr>
          <p:sp>
            <p:nvSpPr>
              <p:cNvPr id="3825" name="Google Shape;3825;p20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20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20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20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9" name="Google Shape;3829;p201"/>
            <p:cNvGrpSpPr/>
            <p:nvPr/>
          </p:nvGrpSpPr>
          <p:grpSpPr>
            <a:xfrm>
              <a:off x="8038657" y="2001397"/>
              <a:ext cx="175800" cy="887697"/>
              <a:chOff x="7371757" y="3976747"/>
              <a:chExt cx="175800" cy="887697"/>
            </a:xfrm>
          </p:grpSpPr>
          <p:sp>
            <p:nvSpPr>
              <p:cNvPr id="3830" name="Google Shape;3830;p20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20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20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20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4" name="Google Shape;3834;p201"/>
            <p:cNvGrpSpPr/>
            <p:nvPr/>
          </p:nvGrpSpPr>
          <p:grpSpPr>
            <a:xfrm>
              <a:off x="8295968" y="2001397"/>
              <a:ext cx="175800" cy="887697"/>
              <a:chOff x="7935507" y="3976747"/>
              <a:chExt cx="175800" cy="887697"/>
            </a:xfrm>
          </p:grpSpPr>
          <p:sp>
            <p:nvSpPr>
              <p:cNvPr id="3835" name="Google Shape;3835;p20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20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20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20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839" name="Shape 3839"/>
        <p:cNvGrpSpPr/>
        <p:nvPr/>
      </p:nvGrpSpPr>
      <p:grpSpPr>
        <a:xfrm>
          <a:off x="0" y="0"/>
          <a:ext cx="0" cy="0"/>
          <a:chOff x="0" y="0"/>
          <a:chExt cx="0" cy="0"/>
        </a:xfrm>
      </p:grpSpPr>
      <p:sp>
        <p:nvSpPr>
          <p:cNvPr id="3840" name="Google Shape;3840;p20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1" name="Google Shape;3841;p202"/>
          <p:cNvGrpSpPr/>
          <p:nvPr/>
        </p:nvGrpSpPr>
        <p:grpSpPr>
          <a:xfrm>
            <a:off x="3539353" y="688497"/>
            <a:ext cx="5261204" cy="4003441"/>
            <a:chOff x="3539353" y="688497"/>
            <a:chExt cx="5261204" cy="4003441"/>
          </a:xfrm>
        </p:grpSpPr>
        <p:grpSp>
          <p:nvGrpSpPr>
            <p:cNvPr id="3842" name="Google Shape;3842;p202"/>
            <p:cNvGrpSpPr/>
            <p:nvPr/>
          </p:nvGrpSpPr>
          <p:grpSpPr>
            <a:xfrm flipH="1" rot="10800000">
              <a:off x="8061007" y="688497"/>
              <a:ext cx="739550" cy="887697"/>
              <a:chOff x="7371757" y="3976747"/>
              <a:chExt cx="739550" cy="887697"/>
            </a:xfrm>
          </p:grpSpPr>
          <p:sp>
            <p:nvSpPr>
              <p:cNvPr id="3843" name="Google Shape;3843;p20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20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20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20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20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20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20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20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20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20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20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20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5" name="Google Shape;3855;p202"/>
            <p:cNvGrpSpPr/>
            <p:nvPr/>
          </p:nvGrpSpPr>
          <p:grpSpPr>
            <a:xfrm>
              <a:off x="3539353" y="4516052"/>
              <a:ext cx="887795" cy="175887"/>
              <a:chOff x="2284850" y="131975"/>
              <a:chExt cx="1720200" cy="340800"/>
            </a:xfrm>
          </p:grpSpPr>
          <p:sp>
            <p:nvSpPr>
              <p:cNvPr id="3856" name="Google Shape;3856;p20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20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20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20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60" name="Google Shape;3860;p202"/>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61" name="Google Shape;3861;p202"/>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62" name="Google Shape;3862;p202"/>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63" name="Google Shape;3863;p202"/>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864" name="Google Shape;3864;p202"/>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865" name="Shape 3865"/>
        <p:cNvGrpSpPr/>
        <p:nvPr/>
      </p:nvGrpSpPr>
      <p:grpSpPr>
        <a:xfrm>
          <a:off x="0" y="0"/>
          <a:ext cx="0" cy="0"/>
          <a:chOff x="0" y="0"/>
          <a:chExt cx="0" cy="0"/>
        </a:xfrm>
      </p:grpSpPr>
      <p:sp>
        <p:nvSpPr>
          <p:cNvPr id="3866" name="Google Shape;3866;p203"/>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67" name="Google Shape;3867;p203"/>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3868" name="Google Shape;3868;p203"/>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3869" name="Google Shape;3869;p203"/>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203"/>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871" name="Shape 3871"/>
        <p:cNvGrpSpPr/>
        <p:nvPr/>
      </p:nvGrpSpPr>
      <p:grpSpPr>
        <a:xfrm>
          <a:off x="0" y="0"/>
          <a:ext cx="0" cy="0"/>
          <a:chOff x="0" y="0"/>
          <a:chExt cx="0" cy="0"/>
        </a:xfrm>
      </p:grpSpPr>
      <p:sp>
        <p:nvSpPr>
          <p:cNvPr id="3872" name="Google Shape;3872;p204"/>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3" name="Google Shape;3873;p204"/>
          <p:cNvGrpSpPr/>
          <p:nvPr/>
        </p:nvGrpSpPr>
        <p:grpSpPr>
          <a:xfrm flipH="1">
            <a:off x="7986880" y="4515911"/>
            <a:ext cx="887795" cy="175887"/>
            <a:chOff x="2284850" y="131975"/>
            <a:chExt cx="1720200" cy="340800"/>
          </a:xfrm>
        </p:grpSpPr>
        <p:sp>
          <p:nvSpPr>
            <p:cNvPr id="3874" name="Google Shape;3874;p20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20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20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20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8" name="Google Shape;3878;p204"/>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79" name="Google Shape;3879;p204"/>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80" name="Google Shape;3880;p204"/>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81" name="Google Shape;3881;p204"/>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882" name="Google Shape;3882;p204"/>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883" name="Google Shape;3883;p204"/>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884" name="Google Shape;3884;p204"/>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885" name="Shape 3885"/>
        <p:cNvGrpSpPr/>
        <p:nvPr/>
      </p:nvGrpSpPr>
      <p:grpSpPr>
        <a:xfrm>
          <a:off x="0" y="0"/>
          <a:ext cx="0" cy="0"/>
          <a:chOff x="0" y="0"/>
          <a:chExt cx="0" cy="0"/>
        </a:xfrm>
      </p:grpSpPr>
      <p:sp>
        <p:nvSpPr>
          <p:cNvPr id="3886" name="Google Shape;3886;p20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7" name="Google Shape;3887;p205"/>
          <p:cNvGrpSpPr/>
          <p:nvPr/>
        </p:nvGrpSpPr>
        <p:grpSpPr>
          <a:xfrm>
            <a:off x="269328" y="197352"/>
            <a:ext cx="8249354" cy="3899618"/>
            <a:chOff x="269328" y="197352"/>
            <a:chExt cx="8249354" cy="3899618"/>
          </a:xfrm>
        </p:grpSpPr>
        <p:grpSp>
          <p:nvGrpSpPr>
            <p:cNvPr id="3888" name="Google Shape;3888;p205"/>
            <p:cNvGrpSpPr/>
            <p:nvPr/>
          </p:nvGrpSpPr>
          <p:grpSpPr>
            <a:xfrm>
              <a:off x="8061007" y="3209272"/>
              <a:ext cx="457675" cy="887697"/>
              <a:chOff x="7371757" y="3976747"/>
              <a:chExt cx="457675" cy="887697"/>
            </a:xfrm>
          </p:grpSpPr>
          <p:sp>
            <p:nvSpPr>
              <p:cNvPr id="3889" name="Google Shape;3889;p20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20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20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20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20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20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20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20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7" name="Google Shape;3897;p205"/>
            <p:cNvGrpSpPr/>
            <p:nvPr/>
          </p:nvGrpSpPr>
          <p:grpSpPr>
            <a:xfrm>
              <a:off x="269328" y="197352"/>
              <a:ext cx="887795" cy="175887"/>
              <a:chOff x="2284850" y="131975"/>
              <a:chExt cx="1720200" cy="340800"/>
            </a:xfrm>
          </p:grpSpPr>
          <p:sp>
            <p:nvSpPr>
              <p:cNvPr id="3898" name="Google Shape;3898;p20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20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20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20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02" name="Google Shape;3902;p205"/>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03" name="Google Shape;3903;p205"/>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04" name="Google Shape;3904;p205"/>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05" name="Google Shape;3905;p205"/>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06" name="Google Shape;3906;p205"/>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07" name="Google Shape;3907;p205"/>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08" name="Google Shape;3908;p205"/>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09" name="Google Shape;3909;p205"/>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10" name="Google Shape;3910;p205"/>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911" name="Shape 3911"/>
        <p:cNvGrpSpPr/>
        <p:nvPr/>
      </p:nvGrpSpPr>
      <p:grpSpPr>
        <a:xfrm>
          <a:off x="0" y="0"/>
          <a:ext cx="0" cy="0"/>
          <a:chOff x="0" y="0"/>
          <a:chExt cx="0" cy="0"/>
        </a:xfrm>
      </p:grpSpPr>
      <p:sp>
        <p:nvSpPr>
          <p:cNvPr id="3912" name="Google Shape;3912;p206"/>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3" name="Google Shape;3913;p206"/>
          <p:cNvGrpSpPr/>
          <p:nvPr/>
        </p:nvGrpSpPr>
        <p:grpSpPr>
          <a:xfrm flipH="1">
            <a:off x="3091253" y="4774223"/>
            <a:ext cx="887795" cy="175887"/>
            <a:chOff x="2284850" y="131975"/>
            <a:chExt cx="1720200" cy="340800"/>
          </a:xfrm>
        </p:grpSpPr>
        <p:sp>
          <p:nvSpPr>
            <p:cNvPr id="3914" name="Google Shape;3914;p20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20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20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20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8" name="Google Shape;3918;p2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19" name="Google Shape;3919;p206"/>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20" name="Google Shape;3920;p206"/>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21" name="Google Shape;3921;p206"/>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22" name="Google Shape;3922;p206"/>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23" name="Google Shape;3923;p206"/>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24" name="Google Shape;3924;p206"/>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25" name="Google Shape;3925;p206"/>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26" name="Google Shape;3926;p206"/>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27" name="Google Shape;3927;p206"/>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28" name="Google Shape;3928;p206"/>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29" name="Google Shape;3929;p206"/>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930" name="Google Shape;3930;p206"/>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931" name="Shape 3931"/>
        <p:cNvGrpSpPr/>
        <p:nvPr/>
      </p:nvGrpSpPr>
      <p:grpSpPr>
        <a:xfrm>
          <a:off x="0" y="0"/>
          <a:ext cx="0" cy="0"/>
          <a:chOff x="0" y="0"/>
          <a:chExt cx="0" cy="0"/>
        </a:xfrm>
      </p:grpSpPr>
      <p:sp>
        <p:nvSpPr>
          <p:cNvPr id="3932" name="Google Shape;3932;p207"/>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33" name="Google Shape;3933;p207"/>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3934" name="Google Shape;3934;p207"/>
          <p:cNvGrpSpPr/>
          <p:nvPr/>
        </p:nvGrpSpPr>
        <p:grpSpPr>
          <a:xfrm flipH="1">
            <a:off x="7829752" y="4831427"/>
            <a:ext cx="887795" cy="175887"/>
            <a:chOff x="2284850" y="131975"/>
            <a:chExt cx="1720200" cy="340800"/>
          </a:xfrm>
        </p:grpSpPr>
        <p:sp>
          <p:nvSpPr>
            <p:cNvPr id="3935" name="Google Shape;3935;p20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20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20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20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9" name="Google Shape;3939;p207"/>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940" name="Google Shape;3940;p207"/>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941" name="Google Shape;3941;p207"/>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942" name="Google Shape;3942;p207"/>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943" name="Google Shape;3943;p207"/>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944" name="Google Shape;3944;p207"/>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3945" name="Google Shape;3945;p207"/>
          <p:cNvGrpSpPr/>
          <p:nvPr/>
        </p:nvGrpSpPr>
        <p:grpSpPr>
          <a:xfrm>
            <a:off x="300632" y="445022"/>
            <a:ext cx="958892" cy="887697"/>
            <a:chOff x="272293" y="445022"/>
            <a:chExt cx="958892" cy="887697"/>
          </a:xfrm>
        </p:grpSpPr>
        <p:grpSp>
          <p:nvGrpSpPr>
            <p:cNvPr id="3946" name="Google Shape;3946;p207"/>
            <p:cNvGrpSpPr/>
            <p:nvPr/>
          </p:nvGrpSpPr>
          <p:grpSpPr>
            <a:xfrm rot="10800000">
              <a:off x="272293" y="445022"/>
              <a:ext cx="175800" cy="887697"/>
              <a:chOff x="7935507" y="3976747"/>
              <a:chExt cx="175800" cy="887697"/>
            </a:xfrm>
          </p:grpSpPr>
          <p:sp>
            <p:nvSpPr>
              <p:cNvPr id="3947" name="Google Shape;3947;p20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20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20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20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1" name="Google Shape;3951;p207"/>
            <p:cNvGrpSpPr/>
            <p:nvPr/>
          </p:nvGrpSpPr>
          <p:grpSpPr>
            <a:xfrm rot="10800000">
              <a:off x="533323" y="445022"/>
              <a:ext cx="175800" cy="887697"/>
              <a:chOff x="7935507" y="3976747"/>
              <a:chExt cx="175800" cy="887697"/>
            </a:xfrm>
          </p:grpSpPr>
          <p:sp>
            <p:nvSpPr>
              <p:cNvPr id="3952" name="Google Shape;3952;p20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20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20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20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6" name="Google Shape;3956;p207"/>
            <p:cNvGrpSpPr/>
            <p:nvPr/>
          </p:nvGrpSpPr>
          <p:grpSpPr>
            <a:xfrm rot="10800000">
              <a:off x="794354" y="445022"/>
              <a:ext cx="175800" cy="887697"/>
              <a:chOff x="7935507" y="3976747"/>
              <a:chExt cx="175800" cy="887697"/>
            </a:xfrm>
          </p:grpSpPr>
          <p:sp>
            <p:nvSpPr>
              <p:cNvPr id="3957" name="Google Shape;3957;p20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20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20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20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1" name="Google Shape;3961;p207"/>
            <p:cNvGrpSpPr/>
            <p:nvPr/>
          </p:nvGrpSpPr>
          <p:grpSpPr>
            <a:xfrm rot="10800000">
              <a:off x="1055385" y="445022"/>
              <a:ext cx="175800" cy="887697"/>
              <a:chOff x="7935507" y="3976747"/>
              <a:chExt cx="175800" cy="887697"/>
            </a:xfrm>
          </p:grpSpPr>
          <p:sp>
            <p:nvSpPr>
              <p:cNvPr id="3962" name="Google Shape;3962;p20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20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20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20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3966" name="Shape 3966"/>
        <p:cNvGrpSpPr/>
        <p:nvPr/>
      </p:nvGrpSpPr>
      <p:grpSpPr>
        <a:xfrm>
          <a:off x="0" y="0"/>
          <a:ext cx="0" cy="0"/>
          <a:chOff x="0" y="0"/>
          <a:chExt cx="0" cy="0"/>
        </a:xfrm>
      </p:grpSpPr>
      <p:cxnSp>
        <p:nvCxnSpPr>
          <p:cNvPr id="3967" name="Google Shape;3967;p208"/>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3968" name="Google Shape;3968;p208"/>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9" name="Google Shape;3969;p208"/>
          <p:cNvGrpSpPr/>
          <p:nvPr/>
        </p:nvGrpSpPr>
        <p:grpSpPr>
          <a:xfrm flipH="1">
            <a:off x="896577" y="269148"/>
            <a:ext cx="887795" cy="175887"/>
            <a:chOff x="2284850" y="131975"/>
            <a:chExt cx="1720200" cy="340800"/>
          </a:xfrm>
        </p:grpSpPr>
        <p:sp>
          <p:nvSpPr>
            <p:cNvPr id="3970" name="Google Shape;3970;p20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20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20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20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4" name="Google Shape;3974;p208"/>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975" name="Google Shape;3975;p208"/>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976" name="Google Shape;3976;p208"/>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977" name="Google Shape;3977;p208"/>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978" name="Google Shape;3978;p208"/>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979" name="Google Shape;3979;p208"/>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980" name="Google Shape;3980;p208"/>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981" name="Google Shape;3981;p208"/>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3982" name="Google Shape;3982;p208"/>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983" name="Google Shape;3983;p208"/>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984" name="Shape 3984"/>
        <p:cNvGrpSpPr/>
        <p:nvPr/>
      </p:nvGrpSpPr>
      <p:grpSpPr>
        <a:xfrm>
          <a:off x="0" y="0"/>
          <a:ext cx="0" cy="0"/>
          <a:chOff x="0" y="0"/>
          <a:chExt cx="0" cy="0"/>
        </a:xfrm>
      </p:grpSpPr>
      <p:sp>
        <p:nvSpPr>
          <p:cNvPr id="3985" name="Google Shape;3985;p209"/>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86" name="Google Shape;3986;p209"/>
          <p:cNvGrpSpPr/>
          <p:nvPr/>
        </p:nvGrpSpPr>
        <p:grpSpPr>
          <a:xfrm flipH="1">
            <a:off x="754543" y="777996"/>
            <a:ext cx="739550" cy="1877049"/>
            <a:chOff x="7691232" y="2709546"/>
            <a:chExt cx="739550" cy="1877049"/>
          </a:xfrm>
        </p:grpSpPr>
        <p:grpSp>
          <p:nvGrpSpPr>
            <p:cNvPr id="3987" name="Google Shape;3987;p209"/>
            <p:cNvGrpSpPr/>
            <p:nvPr/>
          </p:nvGrpSpPr>
          <p:grpSpPr>
            <a:xfrm>
              <a:off x="7691232" y="3698897"/>
              <a:ext cx="739550" cy="887697"/>
              <a:chOff x="7371757" y="3976747"/>
              <a:chExt cx="739550" cy="887697"/>
            </a:xfrm>
          </p:grpSpPr>
          <p:sp>
            <p:nvSpPr>
              <p:cNvPr id="3988" name="Google Shape;3988;p20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20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20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20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20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20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20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20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20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20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20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20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0" name="Google Shape;4000;p209"/>
            <p:cNvGrpSpPr/>
            <p:nvPr/>
          </p:nvGrpSpPr>
          <p:grpSpPr>
            <a:xfrm>
              <a:off x="7691232" y="2709546"/>
              <a:ext cx="739550" cy="887697"/>
              <a:chOff x="7371757" y="3976747"/>
              <a:chExt cx="739550" cy="887697"/>
            </a:xfrm>
          </p:grpSpPr>
          <p:sp>
            <p:nvSpPr>
              <p:cNvPr id="4001" name="Google Shape;4001;p20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20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20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20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20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20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20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20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20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20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20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20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13" name="Google Shape;4013;p209"/>
          <p:cNvGrpSpPr/>
          <p:nvPr/>
        </p:nvGrpSpPr>
        <p:grpSpPr>
          <a:xfrm flipH="1">
            <a:off x="3391227" y="4753102"/>
            <a:ext cx="887795" cy="175887"/>
            <a:chOff x="2284850" y="131975"/>
            <a:chExt cx="1720200" cy="340800"/>
          </a:xfrm>
        </p:grpSpPr>
        <p:sp>
          <p:nvSpPr>
            <p:cNvPr id="4014" name="Google Shape;4014;p20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20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20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20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8" name="Google Shape;4018;p209"/>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4019" name="Google Shape;4019;p209"/>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20" name="Google Shape;4020;p209"/>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021" name="Shape 4021"/>
        <p:cNvGrpSpPr/>
        <p:nvPr/>
      </p:nvGrpSpPr>
      <p:grpSpPr>
        <a:xfrm>
          <a:off x="0" y="0"/>
          <a:ext cx="0" cy="0"/>
          <a:chOff x="0" y="0"/>
          <a:chExt cx="0" cy="0"/>
        </a:xfrm>
      </p:grpSpPr>
      <p:cxnSp>
        <p:nvCxnSpPr>
          <p:cNvPr id="4022" name="Google Shape;4022;p210"/>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4023" name="Google Shape;4023;p210"/>
          <p:cNvGrpSpPr/>
          <p:nvPr/>
        </p:nvGrpSpPr>
        <p:grpSpPr>
          <a:xfrm>
            <a:off x="269328" y="3823073"/>
            <a:ext cx="887795" cy="175887"/>
            <a:chOff x="-5191947" y="7177654"/>
            <a:chExt cx="1720200" cy="340800"/>
          </a:xfrm>
        </p:grpSpPr>
        <p:sp>
          <p:nvSpPr>
            <p:cNvPr id="4024" name="Google Shape;4024;p210"/>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210"/>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210"/>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210"/>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28" name="Google Shape;4028;p210"/>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029" name="Shape 4029"/>
        <p:cNvGrpSpPr/>
        <p:nvPr/>
      </p:nvGrpSpPr>
      <p:grpSpPr>
        <a:xfrm>
          <a:off x="0" y="0"/>
          <a:ext cx="0" cy="0"/>
          <a:chOff x="0" y="0"/>
          <a:chExt cx="0" cy="0"/>
        </a:xfrm>
      </p:grpSpPr>
      <p:cxnSp>
        <p:nvCxnSpPr>
          <p:cNvPr id="4030" name="Google Shape;4030;p211"/>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4031" name="Google Shape;4031;p211"/>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2" name="Google Shape;4032;p211"/>
          <p:cNvGrpSpPr/>
          <p:nvPr/>
        </p:nvGrpSpPr>
        <p:grpSpPr>
          <a:xfrm>
            <a:off x="1553061" y="1633371"/>
            <a:ext cx="3369104" cy="3282565"/>
            <a:chOff x="1553061" y="1633371"/>
            <a:chExt cx="3369104" cy="3282565"/>
          </a:xfrm>
        </p:grpSpPr>
        <p:grpSp>
          <p:nvGrpSpPr>
            <p:cNvPr id="4033" name="Google Shape;4033;p211"/>
            <p:cNvGrpSpPr/>
            <p:nvPr/>
          </p:nvGrpSpPr>
          <p:grpSpPr>
            <a:xfrm rot="10800000">
              <a:off x="1553061" y="1633371"/>
              <a:ext cx="457675" cy="1877049"/>
              <a:chOff x="7973107" y="2709546"/>
              <a:chExt cx="457675" cy="1877049"/>
            </a:xfrm>
          </p:grpSpPr>
          <p:grpSp>
            <p:nvGrpSpPr>
              <p:cNvPr id="4034" name="Google Shape;4034;p211"/>
              <p:cNvGrpSpPr/>
              <p:nvPr/>
            </p:nvGrpSpPr>
            <p:grpSpPr>
              <a:xfrm>
                <a:off x="7973107" y="3698897"/>
                <a:ext cx="457675" cy="887697"/>
                <a:chOff x="7653632" y="3976747"/>
                <a:chExt cx="457675" cy="887697"/>
              </a:xfrm>
            </p:grpSpPr>
            <p:sp>
              <p:nvSpPr>
                <p:cNvPr id="4035" name="Google Shape;4035;p21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21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21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21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21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21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21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21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3" name="Google Shape;4043;p211"/>
              <p:cNvGrpSpPr/>
              <p:nvPr/>
            </p:nvGrpSpPr>
            <p:grpSpPr>
              <a:xfrm>
                <a:off x="7973107" y="2709546"/>
                <a:ext cx="457675" cy="887697"/>
                <a:chOff x="7653632" y="3976747"/>
                <a:chExt cx="457675" cy="887697"/>
              </a:xfrm>
            </p:grpSpPr>
            <p:sp>
              <p:nvSpPr>
                <p:cNvPr id="4044" name="Google Shape;4044;p21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21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21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21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21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21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21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21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52" name="Google Shape;4052;p211"/>
            <p:cNvGrpSpPr/>
            <p:nvPr/>
          </p:nvGrpSpPr>
          <p:grpSpPr>
            <a:xfrm flipH="1">
              <a:off x="4034370" y="4740048"/>
              <a:ext cx="887795" cy="175887"/>
              <a:chOff x="-5191947" y="7177654"/>
              <a:chExt cx="1720200" cy="340800"/>
            </a:xfrm>
          </p:grpSpPr>
          <p:sp>
            <p:nvSpPr>
              <p:cNvPr id="4053" name="Google Shape;4053;p211"/>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211"/>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211"/>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211"/>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60" name="Shape 4060"/>
        <p:cNvGrpSpPr/>
        <p:nvPr/>
      </p:nvGrpSpPr>
      <p:grpSpPr>
        <a:xfrm>
          <a:off x="0" y="0"/>
          <a:ext cx="0" cy="0"/>
          <a:chOff x="0" y="0"/>
          <a:chExt cx="0" cy="0"/>
        </a:xfrm>
      </p:grpSpPr>
      <p:sp>
        <p:nvSpPr>
          <p:cNvPr id="4061" name="Google Shape;4061;p213"/>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4062" name="Google Shape;4062;p213"/>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063" name="Google Shape;4063;p21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4" name="Google Shape;4064;p213"/>
          <p:cNvGrpSpPr/>
          <p:nvPr/>
        </p:nvGrpSpPr>
        <p:grpSpPr>
          <a:xfrm>
            <a:off x="7371757" y="3976747"/>
            <a:ext cx="739550" cy="887697"/>
            <a:chOff x="7371757" y="3976747"/>
            <a:chExt cx="739550" cy="887697"/>
          </a:xfrm>
        </p:grpSpPr>
        <p:sp>
          <p:nvSpPr>
            <p:cNvPr id="4065" name="Google Shape;4065;p21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21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21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21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21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21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21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21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21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21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21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21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77" name="Shape 4077"/>
        <p:cNvGrpSpPr/>
        <p:nvPr/>
      </p:nvGrpSpPr>
      <p:grpSpPr>
        <a:xfrm>
          <a:off x="0" y="0"/>
          <a:ext cx="0" cy="0"/>
          <a:chOff x="0" y="0"/>
          <a:chExt cx="0" cy="0"/>
        </a:xfrm>
      </p:grpSpPr>
      <p:sp>
        <p:nvSpPr>
          <p:cNvPr id="4078" name="Google Shape;4078;p214"/>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079" name="Google Shape;4079;p214"/>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080" name="Google Shape;4080;p214"/>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81" name="Google Shape;4081;p214"/>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82" name="Google Shape;4082;p214"/>
          <p:cNvGrpSpPr/>
          <p:nvPr/>
        </p:nvGrpSpPr>
        <p:grpSpPr>
          <a:xfrm flipH="1" rot="10800000">
            <a:off x="6851382" y="1633371"/>
            <a:ext cx="457675" cy="1877049"/>
            <a:chOff x="7691232" y="2709546"/>
            <a:chExt cx="457675" cy="1877049"/>
          </a:xfrm>
        </p:grpSpPr>
        <p:grpSp>
          <p:nvGrpSpPr>
            <p:cNvPr id="4083" name="Google Shape;4083;p214"/>
            <p:cNvGrpSpPr/>
            <p:nvPr/>
          </p:nvGrpSpPr>
          <p:grpSpPr>
            <a:xfrm>
              <a:off x="7691232" y="3698897"/>
              <a:ext cx="457675" cy="887697"/>
              <a:chOff x="7371757" y="3976747"/>
              <a:chExt cx="457675" cy="887697"/>
            </a:xfrm>
          </p:grpSpPr>
          <p:sp>
            <p:nvSpPr>
              <p:cNvPr id="4084" name="Google Shape;4084;p21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21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21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21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21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21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21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21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2" name="Google Shape;4092;p214"/>
            <p:cNvGrpSpPr/>
            <p:nvPr/>
          </p:nvGrpSpPr>
          <p:grpSpPr>
            <a:xfrm>
              <a:off x="7691232" y="2709546"/>
              <a:ext cx="457675" cy="887697"/>
              <a:chOff x="7371757" y="3976747"/>
              <a:chExt cx="457675" cy="887697"/>
            </a:xfrm>
          </p:grpSpPr>
          <p:sp>
            <p:nvSpPr>
              <p:cNvPr id="4093" name="Google Shape;4093;p21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21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21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21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21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21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21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21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01" name="Shape 4101"/>
        <p:cNvGrpSpPr/>
        <p:nvPr/>
      </p:nvGrpSpPr>
      <p:grpSpPr>
        <a:xfrm>
          <a:off x="0" y="0"/>
          <a:ext cx="0" cy="0"/>
          <a:chOff x="0" y="0"/>
          <a:chExt cx="0" cy="0"/>
        </a:xfrm>
      </p:grpSpPr>
      <p:sp>
        <p:nvSpPr>
          <p:cNvPr id="4102" name="Google Shape;4102;p215"/>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03" name="Google Shape;4103;p215"/>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4104" name="Google Shape;4104;p215"/>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4105" name="Google Shape;4105;p21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06" name="Google Shape;4106;p215"/>
          <p:cNvGrpSpPr/>
          <p:nvPr/>
        </p:nvGrpSpPr>
        <p:grpSpPr>
          <a:xfrm>
            <a:off x="1202653" y="2683622"/>
            <a:ext cx="6827579" cy="2242691"/>
            <a:chOff x="1202653" y="2683622"/>
            <a:chExt cx="6827579" cy="2242691"/>
          </a:xfrm>
        </p:grpSpPr>
        <p:grpSp>
          <p:nvGrpSpPr>
            <p:cNvPr id="4107" name="Google Shape;4107;p215"/>
            <p:cNvGrpSpPr/>
            <p:nvPr/>
          </p:nvGrpSpPr>
          <p:grpSpPr>
            <a:xfrm>
              <a:off x="7854432" y="2683622"/>
              <a:ext cx="175800" cy="887697"/>
              <a:chOff x="7371757" y="3976747"/>
              <a:chExt cx="175800" cy="887697"/>
            </a:xfrm>
          </p:grpSpPr>
          <p:sp>
            <p:nvSpPr>
              <p:cNvPr id="4108" name="Google Shape;4108;p21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21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21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21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2" name="Google Shape;4112;p215"/>
            <p:cNvGrpSpPr/>
            <p:nvPr/>
          </p:nvGrpSpPr>
          <p:grpSpPr>
            <a:xfrm>
              <a:off x="1202653" y="4750427"/>
              <a:ext cx="887795" cy="175887"/>
              <a:chOff x="2284850" y="131975"/>
              <a:chExt cx="1720200" cy="340800"/>
            </a:xfrm>
          </p:grpSpPr>
          <p:sp>
            <p:nvSpPr>
              <p:cNvPr id="4113" name="Google Shape;4113;p21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21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21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21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17" name="Shape 4117"/>
        <p:cNvGrpSpPr/>
        <p:nvPr/>
      </p:nvGrpSpPr>
      <p:grpSpPr>
        <a:xfrm>
          <a:off x="0" y="0"/>
          <a:ext cx="0" cy="0"/>
          <a:chOff x="0" y="0"/>
          <a:chExt cx="0" cy="0"/>
        </a:xfrm>
      </p:grpSpPr>
      <p:sp>
        <p:nvSpPr>
          <p:cNvPr id="4118" name="Google Shape;4118;p21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9" name="Google Shape;4119;p216"/>
          <p:cNvGrpSpPr/>
          <p:nvPr/>
        </p:nvGrpSpPr>
        <p:grpSpPr>
          <a:xfrm>
            <a:off x="5956178" y="1566397"/>
            <a:ext cx="2637804" cy="3321791"/>
            <a:chOff x="5956178" y="1566397"/>
            <a:chExt cx="2637804" cy="3321791"/>
          </a:xfrm>
        </p:grpSpPr>
        <p:grpSp>
          <p:nvGrpSpPr>
            <p:cNvPr id="4120" name="Google Shape;4120;p216"/>
            <p:cNvGrpSpPr/>
            <p:nvPr/>
          </p:nvGrpSpPr>
          <p:grpSpPr>
            <a:xfrm flipH="1" rot="10800000">
              <a:off x="7854432" y="1566397"/>
              <a:ext cx="739550" cy="887697"/>
              <a:chOff x="7371757" y="3976747"/>
              <a:chExt cx="739550" cy="887697"/>
            </a:xfrm>
          </p:grpSpPr>
          <p:sp>
            <p:nvSpPr>
              <p:cNvPr id="4121" name="Google Shape;4121;p21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21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21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21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21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21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21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21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21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21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21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21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3" name="Google Shape;4133;p216"/>
            <p:cNvGrpSpPr/>
            <p:nvPr/>
          </p:nvGrpSpPr>
          <p:grpSpPr>
            <a:xfrm>
              <a:off x="5956178" y="4712302"/>
              <a:ext cx="887795" cy="175887"/>
              <a:chOff x="2284850" y="131975"/>
              <a:chExt cx="1720200" cy="340800"/>
            </a:xfrm>
          </p:grpSpPr>
          <p:sp>
            <p:nvSpPr>
              <p:cNvPr id="4134" name="Google Shape;4134;p21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21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21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21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138" name="Google Shape;4138;p216"/>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39" name="Google Shape;4139;p216"/>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140" name="Google Shape;4140;p216"/>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141" name="Google Shape;4141;p216"/>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142" name="Google Shape;4142;p216"/>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43" name="Shape 4143"/>
        <p:cNvGrpSpPr/>
        <p:nvPr/>
      </p:nvGrpSpPr>
      <p:grpSpPr>
        <a:xfrm>
          <a:off x="0" y="0"/>
          <a:ext cx="0" cy="0"/>
          <a:chOff x="0" y="0"/>
          <a:chExt cx="0" cy="0"/>
        </a:xfrm>
      </p:grpSpPr>
      <p:sp>
        <p:nvSpPr>
          <p:cNvPr id="4144" name="Google Shape;4144;p2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145" name="Google Shape;4145;p217"/>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4146" name="Google Shape;4146;p217"/>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7" name="Google Shape;4147;p217"/>
          <p:cNvGrpSpPr/>
          <p:nvPr/>
        </p:nvGrpSpPr>
        <p:grpSpPr>
          <a:xfrm flipH="1">
            <a:off x="7966220" y="186773"/>
            <a:ext cx="887795" cy="175887"/>
            <a:chOff x="2284850" y="131975"/>
            <a:chExt cx="1720200" cy="340800"/>
          </a:xfrm>
        </p:grpSpPr>
        <p:sp>
          <p:nvSpPr>
            <p:cNvPr id="4148" name="Google Shape;4148;p21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21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21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21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52" name="Shape 4152"/>
        <p:cNvGrpSpPr/>
        <p:nvPr/>
      </p:nvGrpSpPr>
      <p:grpSpPr>
        <a:xfrm>
          <a:off x="0" y="0"/>
          <a:ext cx="0" cy="0"/>
          <a:chOff x="0" y="0"/>
          <a:chExt cx="0" cy="0"/>
        </a:xfrm>
      </p:grpSpPr>
      <p:sp>
        <p:nvSpPr>
          <p:cNvPr id="4153" name="Google Shape;4153;p218"/>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54" name="Google Shape;4154;p218"/>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4155" name="Google Shape;4155;p218"/>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56" name="Google Shape;4156;p218"/>
          <p:cNvGrpSpPr/>
          <p:nvPr/>
        </p:nvGrpSpPr>
        <p:grpSpPr>
          <a:xfrm>
            <a:off x="269328" y="716196"/>
            <a:ext cx="8517204" cy="3970118"/>
            <a:chOff x="269328" y="716196"/>
            <a:chExt cx="8517204" cy="3970118"/>
          </a:xfrm>
        </p:grpSpPr>
        <p:grpSp>
          <p:nvGrpSpPr>
            <p:cNvPr id="4157" name="Google Shape;4157;p218"/>
            <p:cNvGrpSpPr/>
            <p:nvPr/>
          </p:nvGrpSpPr>
          <p:grpSpPr>
            <a:xfrm>
              <a:off x="8328857" y="716196"/>
              <a:ext cx="457675" cy="1877049"/>
              <a:chOff x="7691232" y="2709546"/>
              <a:chExt cx="457675" cy="1877049"/>
            </a:xfrm>
          </p:grpSpPr>
          <p:grpSp>
            <p:nvGrpSpPr>
              <p:cNvPr id="4158" name="Google Shape;4158;p218"/>
              <p:cNvGrpSpPr/>
              <p:nvPr/>
            </p:nvGrpSpPr>
            <p:grpSpPr>
              <a:xfrm>
                <a:off x="7691232" y="3698897"/>
                <a:ext cx="457675" cy="887697"/>
                <a:chOff x="7371757" y="3976747"/>
                <a:chExt cx="457675" cy="887697"/>
              </a:xfrm>
            </p:grpSpPr>
            <p:sp>
              <p:nvSpPr>
                <p:cNvPr id="4159" name="Google Shape;4159;p21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21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21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21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21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21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21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21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7" name="Google Shape;4167;p218"/>
              <p:cNvGrpSpPr/>
              <p:nvPr/>
            </p:nvGrpSpPr>
            <p:grpSpPr>
              <a:xfrm>
                <a:off x="7691232" y="2709546"/>
                <a:ext cx="457675" cy="887697"/>
                <a:chOff x="7371757" y="3976747"/>
                <a:chExt cx="457675" cy="887697"/>
              </a:xfrm>
            </p:grpSpPr>
            <p:sp>
              <p:nvSpPr>
                <p:cNvPr id="4168" name="Google Shape;4168;p21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21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21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21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21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21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21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21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76" name="Google Shape;4176;p218"/>
            <p:cNvGrpSpPr/>
            <p:nvPr/>
          </p:nvGrpSpPr>
          <p:grpSpPr>
            <a:xfrm>
              <a:off x="269328" y="4510427"/>
              <a:ext cx="887795" cy="175887"/>
              <a:chOff x="2284850" y="131975"/>
              <a:chExt cx="1720200" cy="340800"/>
            </a:xfrm>
          </p:grpSpPr>
          <p:sp>
            <p:nvSpPr>
              <p:cNvPr id="4177" name="Google Shape;4177;p21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21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21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21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81" name="Shape 4181"/>
        <p:cNvGrpSpPr/>
        <p:nvPr/>
      </p:nvGrpSpPr>
      <p:grpSpPr>
        <a:xfrm>
          <a:off x="0" y="0"/>
          <a:ext cx="0" cy="0"/>
          <a:chOff x="0" y="0"/>
          <a:chExt cx="0" cy="0"/>
        </a:xfrm>
      </p:grpSpPr>
      <p:sp>
        <p:nvSpPr>
          <p:cNvPr id="4182" name="Google Shape;4182;p219"/>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219"/>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4184" name="Google Shape;4184;p219"/>
          <p:cNvGrpSpPr/>
          <p:nvPr/>
        </p:nvGrpSpPr>
        <p:grpSpPr>
          <a:xfrm>
            <a:off x="7683925" y="745396"/>
            <a:ext cx="745132" cy="1877049"/>
            <a:chOff x="7580032" y="910721"/>
            <a:chExt cx="745132" cy="1877049"/>
          </a:xfrm>
        </p:grpSpPr>
        <p:grpSp>
          <p:nvGrpSpPr>
            <p:cNvPr id="4185" name="Google Shape;4185;p219"/>
            <p:cNvGrpSpPr/>
            <p:nvPr/>
          </p:nvGrpSpPr>
          <p:grpSpPr>
            <a:xfrm flipH="1" rot="10800000">
              <a:off x="7580032" y="910721"/>
              <a:ext cx="175800" cy="1877049"/>
              <a:chOff x="7691232" y="2709546"/>
              <a:chExt cx="175800" cy="1877049"/>
            </a:xfrm>
          </p:grpSpPr>
          <p:grpSp>
            <p:nvGrpSpPr>
              <p:cNvPr id="4186" name="Google Shape;4186;p219"/>
              <p:cNvGrpSpPr/>
              <p:nvPr/>
            </p:nvGrpSpPr>
            <p:grpSpPr>
              <a:xfrm>
                <a:off x="7691232" y="3698897"/>
                <a:ext cx="175800" cy="887697"/>
                <a:chOff x="7371757" y="3976747"/>
                <a:chExt cx="175800" cy="887697"/>
              </a:xfrm>
            </p:grpSpPr>
            <p:sp>
              <p:nvSpPr>
                <p:cNvPr id="4187" name="Google Shape;4187;p21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21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21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21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1" name="Google Shape;4191;p219"/>
              <p:cNvGrpSpPr/>
              <p:nvPr/>
            </p:nvGrpSpPr>
            <p:grpSpPr>
              <a:xfrm>
                <a:off x="7691232" y="2709546"/>
                <a:ext cx="175800" cy="887697"/>
                <a:chOff x="7371757" y="3976747"/>
                <a:chExt cx="175800" cy="887697"/>
              </a:xfrm>
            </p:grpSpPr>
            <p:sp>
              <p:nvSpPr>
                <p:cNvPr id="4192" name="Google Shape;4192;p21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21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21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21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96" name="Google Shape;4196;p219"/>
            <p:cNvGrpSpPr/>
            <p:nvPr/>
          </p:nvGrpSpPr>
          <p:grpSpPr>
            <a:xfrm flipH="1" rot="10800000">
              <a:off x="7867490" y="910721"/>
              <a:ext cx="457675" cy="1877049"/>
              <a:chOff x="7691232" y="2709546"/>
              <a:chExt cx="457675" cy="1877049"/>
            </a:xfrm>
          </p:grpSpPr>
          <p:grpSp>
            <p:nvGrpSpPr>
              <p:cNvPr id="4197" name="Google Shape;4197;p219"/>
              <p:cNvGrpSpPr/>
              <p:nvPr/>
            </p:nvGrpSpPr>
            <p:grpSpPr>
              <a:xfrm>
                <a:off x="7691232" y="3698897"/>
                <a:ext cx="457675" cy="887697"/>
                <a:chOff x="7371757" y="3976747"/>
                <a:chExt cx="457675" cy="887697"/>
              </a:xfrm>
            </p:grpSpPr>
            <p:sp>
              <p:nvSpPr>
                <p:cNvPr id="4198" name="Google Shape;4198;p21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21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21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21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21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21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21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21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6" name="Google Shape;4206;p219"/>
              <p:cNvGrpSpPr/>
              <p:nvPr/>
            </p:nvGrpSpPr>
            <p:grpSpPr>
              <a:xfrm>
                <a:off x="7691232" y="2709546"/>
                <a:ext cx="457675" cy="887697"/>
                <a:chOff x="7371757" y="3976747"/>
                <a:chExt cx="457675" cy="887697"/>
              </a:xfrm>
            </p:grpSpPr>
            <p:sp>
              <p:nvSpPr>
                <p:cNvPr id="4207" name="Google Shape;4207;p21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21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21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21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21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21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21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21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15" name="Shape 4215"/>
        <p:cNvGrpSpPr/>
        <p:nvPr/>
      </p:nvGrpSpPr>
      <p:grpSpPr>
        <a:xfrm>
          <a:off x="0" y="0"/>
          <a:ext cx="0" cy="0"/>
          <a:chOff x="0" y="0"/>
          <a:chExt cx="0" cy="0"/>
        </a:xfrm>
      </p:grpSpPr>
      <p:sp>
        <p:nvSpPr>
          <p:cNvPr id="4216" name="Google Shape;4216;p220"/>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217" name="Google Shape;4217;p220"/>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18" name="Google Shape;4218;p220"/>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19" name="Google Shape;4219;p220"/>
          <p:cNvGrpSpPr/>
          <p:nvPr/>
        </p:nvGrpSpPr>
        <p:grpSpPr>
          <a:xfrm>
            <a:off x="562032" y="1301880"/>
            <a:ext cx="739550" cy="887697"/>
            <a:chOff x="7371757" y="3976747"/>
            <a:chExt cx="739550" cy="887697"/>
          </a:xfrm>
        </p:grpSpPr>
        <p:sp>
          <p:nvSpPr>
            <p:cNvPr id="4220" name="Google Shape;4220;p2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2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2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2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22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22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22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22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22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22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22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22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32" name="Shape 4232"/>
        <p:cNvGrpSpPr/>
        <p:nvPr/>
      </p:nvGrpSpPr>
      <p:grpSpPr>
        <a:xfrm>
          <a:off x="0" y="0"/>
          <a:ext cx="0" cy="0"/>
          <a:chOff x="0" y="0"/>
          <a:chExt cx="0" cy="0"/>
        </a:xfrm>
      </p:grpSpPr>
      <p:sp>
        <p:nvSpPr>
          <p:cNvPr id="4233" name="Google Shape;4233;p221"/>
          <p:cNvSpPr/>
          <p:nvPr>
            <p:ph idx="2" type="pic"/>
          </p:nvPr>
        </p:nvSpPr>
        <p:spPr>
          <a:xfrm>
            <a:off x="-25" y="-13725"/>
            <a:ext cx="9144000" cy="5157300"/>
          </a:xfrm>
          <a:prstGeom prst="rect">
            <a:avLst/>
          </a:prstGeom>
          <a:noFill/>
          <a:ln>
            <a:noFill/>
          </a:ln>
        </p:spPr>
      </p:sp>
      <p:sp>
        <p:nvSpPr>
          <p:cNvPr id="4234" name="Google Shape;4234;p221"/>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35" name="Shape 4235"/>
        <p:cNvGrpSpPr/>
        <p:nvPr/>
      </p:nvGrpSpPr>
      <p:grpSpPr>
        <a:xfrm>
          <a:off x="0" y="0"/>
          <a:ext cx="0" cy="0"/>
          <a:chOff x="0" y="0"/>
          <a:chExt cx="0" cy="0"/>
        </a:xfrm>
      </p:grpSpPr>
      <p:sp>
        <p:nvSpPr>
          <p:cNvPr id="4236" name="Google Shape;4236;p222"/>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7" name="Google Shape;4237;p222"/>
          <p:cNvGrpSpPr/>
          <p:nvPr/>
        </p:nvGrpSpPr>
        <p:grpSpPr>
          <a:xfrm>
            <a:off x="4553003" y="363602"/>
            <a:ext cx="3863079" cy="4414018"/>
            <a:chOff x="4553003" y="363602"/>
            <a:chExt cx="3863079" cy="4414018"/>
          </a:xfrm>
        </p:grpSpPr>
        <p:grpSp>
          <p:nvGrpSpPr>
            <p:cNvPr id="4238" name="Google Shape;4238;p222"/>
            <p:cNvGrpSpPr/>
            <p:nvPr/>
          </p:nvGrpSpPr>
          <p:grpSpPr>
            <a:xfrm flipH="1" rot="10800000">
              <a:off x="7958407" y="2900571"/>
              <a:ext cx="457675" cy="1877049"/>
              <a:chOff x="7691232" y="2709546"/>
              <a:chExt cx="457675" cy="1877049"/>
            </a:xfrm>
          </p:grpSpPr>
          <p:grpSp>
            <p:nvGrpSpPr>
              <p:cNvPr id="4239" name="Google Shape;4239;p222"/>
              <p:cNvGrpSpPr/>
              <p:nvPr/>
            </p:nvGrpSpPr>
            <p:grpSpPr>
              <a:xfrm>
                <a:off x="7691232" y="3698897"/>
                <a:ext cx="457675" cy="887697"/>
                <a:chOff x="7371757" y="3976747"/>
                <a:chExt cx="457675" cy="887697"/>
              </a:xfrm>
            </p:grpSpPr>
            <p:sp>
              <p:nvSpPr>
                <p:cNvPr id="4240" name="Google Shape;4240;p2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2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2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2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22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22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22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22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8" name="Google Shape;4248;p222"/>
              <p:cNvGrpSpPr/>
              <p:nvPr/>
            </p:nvGrpSpPr>
            <p:grpSpPr>
              <a:xfrm>
                <a:off x="7691232" y="2709546"/>
                <a:ext cx="457675" cy="887697"/>
                <a:chOff x="7371757" y="3976747"/>
                <a:chExt cx="457675" cy="887697"/>
              </a:xfrm>
            </p:grpSpPr>
            <p:sp>
              <p:nvSpPr>
                <p:cNvPr id="4249" name="Google Shape;4249;p2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2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2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2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22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22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22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22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57" name="Google Shape;4257;p222"/>
            <p:cNvGrpSpPr/>
            <p:nvPr/>
          </p:nvGrpSpPr>
          <p:grpSpPr>
            <a:xfrm>
              <a:off x="4553003" y="363602"/>
              <a:ext cx="887795" cy="175887"/>
              <a:chOff x="2284850" y="131975"/>
              <a:chExt cx="1720200" cy="340800"/>
            </a:xfrm>
          </p:grpSpPr>
          <p:sp>
            <p:nvSpPr>
              <p:cNvPr id="4258" name="Google Shape;4258;p22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22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22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22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62" name="Google Shape;4262;p222"/>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4263" name="Google Shape;4263;p222"/>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4264" name="Shape 4264"/>
        <p:cNvGrpSpPr/>
        <p:nvPr/>
      </p:nvGrpSpPr>
      <p:grpSpPr>
        <a:xfrm>
          <a:off x="0" y="0"/>
          <a:ext cx="0" cy="0"/>
          <a:chOff x="0" y="0"/>
          <a:chExt cx="0" cy="0"/>
        </a:xfrm>
      </p:grpSpPr>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265" name="Shape 4265"/>
        <p:cNvGrpSpPr/>
        <p:nvPr/>
      </p:nvGrpSpPr>
      <p:grpSpPr>
        <a:xfrm>
          <a:off x="0" y="0"/>
          <a:ext cx="0" cy="0"/>
          <a:chOff x="0" y="0"/>
          <a:chExt cx="0" cy="0"/>
        </a:xfrm>
      </p:grpSpPr>
      <p:sp>
        <p:nvSpPr>
          <p:cNvPr id="4266" name="Google Shape;4266;p224"/>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267" name="Google Shape;4267;p224"/>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68" name="Google Shape;4268;p224"/>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69" name="Google Shape;4269;p224"/>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70" name="Google Shape;4270;p224"/>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71" name="Google Shape;4271;p224"/>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72" name="Google Shape;4272;p224"/>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73" name="Google Shape;4273;p224"/>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74" name="Google Shape;4274;p224"/>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275" name="Google Shape;4275;p224"/>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276" name="Google Shape;4276;p224"/>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277" name="Google Shape;4277;p224"/>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278" name="Google Shape;4278;p224"/>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279" name="Google Shape;4279;p224"/>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0" name="Google Shape;4280;p224"/>
          <p:cNvGrpSpPr/>
          <p:nvPr/>
        </p:nvGrpSpPr>
        <p:grpSpPr>
          <a:xfrm>
            <a:off x="269328" y="4815227"/>
            <a:ext cx="887795" cy="175887"/>
            <a:chOff x="2284850" y="131975"/>
            <a:chExt cx="1720200" cy="340800"/>
          </a:xfrm>
        </p:grpSpPr>
        <p:sp>
          <p:nvSpPr>
            <p:cNvPr id="4281" name="Google Shape;4281;p22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22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22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22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5" name="Google Shape;4285;p224"/>
          <p:cNvGrpSpPr/>
          <p:nvPr/>
        </p:nvGrpSpPr>
        <p:grpSpPr>
          <a:xfrm>
            <a:off x="7958582" y="3067871"/>
            <a:ext cx="975375" cy="1877049"/>
            <a:chOff x="7167632" y="2744946"/>
            <a:chExt cx="975375" cy="1877049"/>
          </a:xfrm>
        </p:grpSpPr>
        <p:grpSp>
          <p:nvGrpSpPr>
            <p:cNvPr id="4286" name="Google Shape;4286;p224"/>
            <p:cNvGrpSpPr/>
            <p:nvPr/>
          </p:nvGrpSpPr>
          <p:grpSpPr>
            <a:xfrm>
              <a:off x="7700682" y="2744946"/>
              <a:ext cx="175800" cy="1877049"/>
              <a:chOff x="7691232" y="2709546"/>
              <a:chExt cx="175800" cy="1877049"/>
            </a:xfrm>
          </p:grpSpPr>
          <p:grpSp>
            <p:nvGrpSpPr>
              <p:cNvPr id="4287" name="Google Shape;4287;p224"/>
              <p:cNvGrpSpPr/>
              <p:nvPr/>
            </p:nvGrpSpPr>
            <p:grpSpPr>
              <a:xfrm>
                <a:off x="7691232" y="3698897"/>
                <a:ext cx="175800" cy="887697"/>
                <a:chOff x="7371757" y="3976747"/>
                <a:chExt cx="175800" cy="887697"/>
              </a:xfrm>
            </p:grpSpPr>
            <p:sp>
              <p:nvSpPr>
                <p:cNvPr id="4288" name="Google Shape;4288;p2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2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2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2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2" name="Google Shape;4292;p224"/>
              <p:cNvGrpSpPr/>
              <p:nvPr/>
            </p:nvGrpSpPr>
            <p:grpSpPr>
              <a:xfrm>
                <a:off x="7691232" y="2709546"/>
                <a:ext cx="175800" cy="887697"/>
                <a:chOff x="7371757" y="3976747"/>
                <a:chExt cx="175800" cy="887697"/>
              </a:xfrm>
            </p:grpSpPr>
            <p:sp>
              <p:nvSpPr>
                <p:cNvPr id="4293" name="Google Shape;4293;p2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2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2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2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97" name="Google Shape;4297;p224"/>
            <p:cNvGrpSpPr/>
            <p:nvPr/>
          </p:nvGrpSpPr>
          <p:grpSpPr>
            <a:xfrm>
              <a:off x="7434157" y="2744946"/>
              <a:ext cx="175800" cy="1877049"/>
              <a:chOff x="7691232" y="2709546"/>
              <a:chExt cx="175800" cy="1877049"/>
            </a:xfrm>
          </p:grpSpPr>
          <p:grpSp>
            <p:nvGrpSpPr>
              <p:cNvPr id="4298" name="Google Shape;4298;p224"/>
              <p:cNvGrpSpPr/>
              <p:nvPr/>
            </p:nvGrpSpPr>
            <p:grpSpPr>
              <a:xfrm>
                <a:off x="7691232" y="3698897"/>
                <a:ext cx="175800" cy="887697"/>
                <a:chOff x="7371757" y="3976747"/>
                <a:chExt cx="175800" cy="887697"/>
              </a:xfrm>
            </p:grpSpPr>
            <p:sp>
              <p:nvSpPr>
                <p:cNvPr id="4299" name="Google Shape;4299;p2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2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2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2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3" name="Google Shape;4303;p224"/>
              <p:cNvGrpSpPr/>
              <p:nvPr/>
            </p:nvGrpSpPr>
            <p:grpSpPr>
              <a:xfrm>
                <a:off x="7691232" y="2709546"/>
                <a:ext cx="175800" cy="887697"/>
                <a:chOff x="7371757" y="3976747"/>
                <a:chExt cx="175800" cy="887697"/>
              </a:xfrm>
            </p:grpSpPr>
            <p:sp>
              <p:nvSpPr>
                <p:cNvPr id="4304" name="Google Shape;4304;p2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2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2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2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08" name="Google Shape;4308;p224"/>
            <p:cNvGrpSpPr/>
            <p:nvPr/>
          </p:nvGrpSpPr>
          <p:grpSpPr>
            <a:xfrm>
              <a:off x="7167632" y="2744946"/>
              <a:ext cx="175800" cy="1877049"/>
              <a:chOff x="7691232" y="2709546"/>
              <a:chExt cx="175800" cy="1877049"/>
            </a:xfrm>
          </p:grpSpPr>
          <p:grpSp>
            <p:nvGrpSpPr>
              <p:cNvPr id="4309" name="Google Shape;4309;p224"/>
              <p:cNvGrpSpPr/>
              <p:nvPr/>
            </p:nvGrpSpPr>
            <p:grpSpPr>
              <a:xfrm>
                <a:off x="7691232" y="3698897"/>
                <a:ext cx="175800" cy="887697"/>
                <a:chOff x="7371757" y="3976747"/>
                <a:chExt cx="175800" cy="887697"/>
              </a:xfrm>
            </p:grpSpPr>
            <p:sp>
              <p:nvSpPr>
                <p:cNvPr id="4310" name="Google Shape;4310;p2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2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2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2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4" name="Google Shape;4314;p224"/>
              <p:cNvGrpSpPr/>
              <p:nvPr/>
            </p:nvGrpSpPr>
            <p:grpSpPr>
              <a:xfrm>
                <a:off x="7691232" y="2709546"/>
                <a:ext cx="175800" cy="887697"/>
                <a:chOff x="7371757" y="3976747"/>
                <a:chExt cx="175800" cy="887697"/>
              </a:xfrm>
            </p:grpSpPr>
            <p:sp>
              <p:nvSpPr>
                <p:cNvPr id="4315" name="Google Shape;4315;p2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2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2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2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19" name="Google Shape;4319;p224"/>
            <p:cNvGrpSpPr/>
            <p:nvPr/>
          </p:nvGrpSpPr>
          <p:grpSpPr>
            <a:xfrm>
              <a:off x="7967207" y="2744946"/>
              <a:ext cx="175800" cy="1877049"/>
              <a:chOff x="7691232" y="2709546"/>
              <a:chExt cx="175800" cy="1877049"/>
            </a:xfrm>
          </p:grpSpPr>
          <p:grpSp>
            <p:nvGrpSpPr>
              <p:cNvPr id="4320" name="Google Shape;4320;p224"/>
              <p:cNvGrpSpPr/>
              <p:nvPr/>
            </p:nvGrpSpPr>
            <p:grpSpPr>
              <a:xfrm>
                <a:off x="7691232" y="3698897"/>
                <a:ext cx="175800" cy="887697"/>
                <a:chOff x="7371757" y="3976747"/>
                <a:chExt cx="175800" cy="887697"/>
              </a:xfrm>
            </p:grpSpPr>
            <p:sp>
              <p:nvSpPr>
                <p:cNvPr id="4321" name="Google Shape;4321;p2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2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2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2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5" name="Google Shape;4325;p224"/>
              <p:cNvGrpSpPr/>
              <p:nvPr/>
            </p:nvGrpSpPr>
            <p:grpSpPr>
              <a:xfrm>
                <a:off x="7691232" y="2709546"/>
                <a:ext cx="175800" cy="887697"/>
                <a:chOff x="7371757" y="3976747"/>
                <a:chExt cx="175800" cy="887697"/>
              </a:xfrm>
            </p:grpSpPr>
            <p:sp>
              <p:nvSpPr>
                <p:cNvPr id="4326" name="Google Shape;4326;p22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22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22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22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4330" name="Shape 4330"/>
        <p:cNvGrpSpPr/>
        <p:nvPr/>
      </p:nvGrpSpPr>
      <p:grpSpPr>
        <a:xfrm>
          <a:off x="0" y="0"/>
          <a:ext cx="0" cy="0"/>
          <a:chOff x="0" y="0"/>
          <a:chExt cx="0" cy="0"/>
        </a:xfrm>
      </p:grpSpPr>
      <p:sp>
        <p:nvSpPr>
          <p:cNvPr id="4331" name="Google Shape;4331;p2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332" name="Google Shape;4332;p225"/>
          <p:cNvGrpSpPr/>
          <p:nvPr/>
        </p:nvGrpSpPr>
        <p:grpSpPr>
          <a:xfrm>
            <a:off x="-20657" y="150"/>
            <a:ext cx="9164657" cy="5143500"/>
            <a:chOff x="-20657" y="150"/>
            <a:chExt cx="9164657" cy="5143500"/>
          </a:xfrm>
        </p:grpSpPr>
        <p:cxnSp>
          <p:nvCxnSpPr>
            <p:cNvPr id="4333" name="Google Shape;4333;p225"/>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4334" name="Google Shape;4334;p225"/>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35" name="Google Shape;4335;p225"/>
            <p:cNvGrpSpPr/>
            <p:nvPr/>
          </p:nvGrpSpPr>
          <p:grpSpPr>
            <a:xfrm>
              <a:off x="7542978" y="176248"/>
              <a:ext cx="887795" cy="175887"/>
              <a:chOff x="2284850" y="131975"/>
              <a:chExt cx="1720200" cy="340800"/>
            </a:xfrm>
          </p:grpSpPr>
          <p:sp>
            <p:nvSpPr>
              <p:cNvPr id="4336" name="Google Shape;4336;p22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22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22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22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4340" name="Shape 4340"/>
        <p:cNvGrpSpPr/>
        <p:nvPr/>
      </p:nvGrpSpPr>
      <p:grpSpPr>
        <a:xfrm>
          <a:off x="0" y="0"/>
          <a:ext cx="0" cy="0"/>
          <a:chOff x="0" y="0"/>
          <a:chExt cx="0" cy="0"/>
        </a:xfrm>
      </p:grpSpPr>
      <p:sp>
        <p:nvSpPr>
          <p:cNvPr id="4341" name="Google Shape;4341;p226"/>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342" name="Google Shape;4342;p226"/>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4343" name="Google Shape;4343;p226"/>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44" name="Google Shape;4344;p226"/>
          <p:cNvGrpSpPr/>
          <p:nvPr/>
        </p:nvGrpSpPr>
        <p:grpSpPr>
          <a:xfrm flipH="1">
            <a:off x="7966220" y="4782198"/>
            <a:ext cx="887795" cy="175887"/>
            <a:chOff x="2284850" y="131975"/>
            <a:chExt cx="1720200" cy="340800"/>
          </a:xfrm>
        </p:grpSpPr>
        <p:sp>
          <p:nvSpPr>
            <p:cNvPr id="4345" name="Google Shape;4345;p22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22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22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22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4349" name="Shape 4349"/>
        <p:cNvGrpSpPr/>
        <p:nvPr/>
      </p:nvGrpSpPr>
      <p:grpSpPr>
        <a:xfrm>
          <a:off x="0" y="0"/>
          <a:ext cx="0" cy="0"/>
          <a:chOff x="0" y="0"/>
          <a:chExt cx="0" cy="0"/>
        </a:xfrm>
      </p:grpSpPr>
      <p:sp>
        <p:nvSpPr>
          <p:cNvPr id="4350" name="Google Shape;4350;p2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351" name="Google Shape;4351;p227"/>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4352" name="Google Shape;4352;p227"/>
          <p:cNvGrpSpPr/>
          <p:nvPr/>
        </p:nvGrpSpPr>
        <p:grpSpPr>
          <a:xfrm>
            <a:off x="4128103" y="186798"/>
            <a:ext cx="887795" cy="175887"/>
            <a:chOff x="2284850" y="131975"/>
            <a:chExt cx="1720200" cy="340800"/>
          </a:xfrm>
        </p:grpSpPr>
        <p:sp>
          <p:nvSpPr>
            <p:cNvPr id="4353" name="Google Shape;4353;p22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22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22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22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57" name="Google Shape;4357;p227"/>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358" name="Shape 4358"/>
        <p:cNvGrpSpPr/>
        <p:nvPr/>
      </p:nvGrpSpPr>
      <p:grpSpPr>
        <a:xfrm>
          <a:off x="0" y="0"/>
          <a:ext cx="0" cy="0"/>
          <a:chOff x="0" y="0"/>
          <a:chExt cx="0" cy="0"/>
        </a:xfrm>
      </p:grpSpPr>
      <p:sp>
        <p:nvSpPr>
          <p:cNvPr id="4359" name="Google Shape;4359;p228"/>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4360" name="Google Shape;4360;p228"/>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4361" name="Google Shape;4361;p22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62" name="Google Shape;4362;p228"/>
          <p:cNvGrpSpPr/>
          <p:nvPr/>
        </p:nvGrpSpPr>
        <p:grpSpPr>
          <a:xfrm flipH="1" rot="10800000">
            <a:off x="7946332" y="1013372"/>
            <a:ext cx="739550" cy="887697"/>
            <a:chOff x="7371757" y="3976747"/>
            <a:chExt cx="739550" cy="887697"/>
          </a:xfrm>
        </p:grpSpPr>
        <p:sp>
          <p:nvSpPr>
            <p:cNvPr id="4363" name="Google Shape;4363;p22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22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22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22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22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22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22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22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22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22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22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22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375" name="Shape 4375"/>
        <p:cNvGrpSpPr/>
        <p:nvPr/>
      </p:nvGrpSpPr>
      <p:grpSpPr>
        <a:xfrm>
          <a:off x="0" y="0"/>
          <a:ext cx="0" cy="0"/>
          <a:chOff x="0" y="0"/>
          <a:chExt cx="0" cy="0"/>
        </a:xfrm>
      </p:grpSpPr>
      <p:sp>
        <p:nvSpPr>
          <p:cNvPr id="4376" name="Google Shape;4376;p229"/>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77" name="Google Shape;4377;p229"/>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4378" name="Google Shape;4378;p229"/>
          <p:cNvGrpSpPr/>
          <p:nvPr/>
        </p:nvGrpSpPr>
        <p:grpSpPr>
          <a:xfrm>
            <a:off x="759093" y="449071"/>
            <a:ext cx="7652479" cy="3799448"/>
            <a:chOff x="759093" y="449071"/>
            <a:chExt cx="7652479" cy="3799448"/>
          </a:xfrm>
        </p:grpSpPr>
        <p:grpSp>
          <p:nvGrpSpPr>
            <p:cNvPr id="4379" name="Google Shape;4379;p229"/>
            <p:cNvGrpSpPr/>
            <p:nvPr/>
          </p:nvGrpSpPr>
          <p:grpSpPr>
            <a:xfrm flipH="1">
              <a:off x="7523777" y="449071"/>
              <a:ext cx="887795" cy="175887"/>
              <a:chOff x="2284850" y="131975"/>
              <a:chExt cx="1720200" cy="340800"/>
            </a:xfrm>
          </p:grpSpPr>
          <p:sp>
            <p:nvSpPr>
              <p:cNvPr id="4380" name="Google Shape;4380;p22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22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22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22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4" name="Google Shape;4384;p229"/>
            <p:cNvGrpSpPr/>
            <p:nvPr/>
          </p:nvGrpSpPr>
          <p:grpSpPr>
            <a:xfrm flipH="1">
              <a:off x="759093" y="3360822"/>
              <a:ext cx="457675" cy="887697"/>
              <a:chOff x="7653632" y="3976747"/>
              <a:chExt cx="457675" cy="887697"/>
            </a:xfrm>
          </p:grpSpPr>
          <p:sp>
            <p:nvSpPr>
              <p:cNvPr id="4385" name="Google Shape;4385;p22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22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22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22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22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22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22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22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93" name="Google Shape;4393;p229"/>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94" name="Google Shape;4394;p229"/>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95" name="Google Shape;4395;p229"/>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396" name="Shape 4396"/>
        <p:cNvGrpSpPr/>
        <p:nvPr/>
      </p:nvGrpSpPr>
      <p:grpSpPr>
        <a:xfrm>
          <a:off x="0" y="0"/>
          <a:ext cx="0" cy="0"/>
          <a:chOff x="0" y="0"/>
          <a:chExt cx="0" cy="0"/>
        </a:xfrm>
      </p:grpSpPr>
      <p:sp>
        <p:nvSpPr>
          <p:cNvPr id="4397" name="Google Shape;4397;p230"/>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98" name="Google Shape;4398;p230"/>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99" name="Google Shape;4399;p230"/>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4400" name="Shape 4400"/>
        <p:cNvGrpSpPr/>
        <p:nvPr/>
      </p:nvGrpSpPr>
      <p:grpSpPr>
        <a:xfrm>
          <a:off x="0" y="0"/>
          <a:ext cx="0" cy="0"/>
          <a:chOff x="0" y="0"/>
          <a:chExt cx="0" cy="0"/>
        </a:xfrm>
      </p:grpSpPr>
      <p:sp>
        <p:nvSpPr>
          <p:cNvPr id="4401" name="Google Shape;4401;p231"/>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02" name="Google Shape;4402;p231"/>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4403" name="Google Shape;4403;p231"/>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404" name="Google Shape;4404;p231"/>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405" name="Google Shape;4405;p231"/>
          <p:cNvGrpSpPr/>
          <p:nvPr/>
        </p:nvGrpSpPr>
        <p:grpSpPr>
          <a:xfrm>
            <a:off x="324243" y="3769347"/>
            <a:ext cx="707325" cy="887697"/>
            <a:chOff x="324243" y="3769347"/>
            <a:chExt cx="707325" cy="887697"/>
          </a:xfrm>
        </p:grpSpPr>
        <p:grpSp>
          <p:nvGrpSpPr>
            <p:cNvPr id="4406" name="Google Shape;4406;p231"/>
            <p:cNvGrpSpPr/>
            <p:nvPr/>
          </p:nvGrpSpPr>
          <p:grpSpPr>
            <a:xfrm rot="10800000">
              <a:off x="324243" y="3769347"/>
              <a:ext cx="175800" cy="887697"/>
              <a:chOff x="7935507" y="3976747"/>
              <a:chExt cx="175800" cy="887697"/>
            </a:xfrm>
          </p:grpSpPr>
          <p:sp>
            <p:nvSpPr>
              <p:cNvPr id="4407" name="Google Shape;4407;p23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23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23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23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1" name="Google Shape;4411;p231"/>
            <p:cNvGrpSpPr/>
            <p:nvPr/>
          </p:nvGrpSpPr>
          <p:grpSpPr>
            <a:xfrm rot="10800000">
              <a:off x="855768" y="3769347"/>
              <a:ext cx="175800" cy="887697"/>
              <a:chOff x="7371757" y="3976747"/>
              <a:chExt cx="175800" cy="887697"/>
            </a:xfrm>
          </p:grpSpPr>
          <p:sp>
            <p:nvSpPr>
              <p:cNvPr id="4412" name="Google Shape;4412;p23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23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23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23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6" name="Google Shape;4416;p231"/>
            <p:cNvGrpSpPr/>
            <p:nvPr/>
          </p:nvGrpSpPr>
          <p:grpSpPr>
            <a:xfrm rot="10800000">
              <a:off x="590005" y="3769347"/>
              <a:ext cx="175800" cy="887697"/>
              <a:chOff x="7935507" y="3976747"/>
              <a:chExt cx="175800" cy="887697"/>
            </a:xfrm>
          </p:grpSpPr>
          <p:sp>
            <p:nvSpPr>
              <p:cNvPr id="4417" name="Google Shape;4417;p23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23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23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23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4421" name="Shape 4421"/>
        <p:cNvGrpSpPr/>
        <p:nvPr/>
      </p:nvGrpSpPr>
      <p:grpSpPr>
        <a:xfrm>
          <a:off x="0" y="0"/>
          <a:ext cx="0" cy="0"/>
          <a:chOff x="0" y="0"/>
          <a:chExt cx="0" cy="0"/>
        </a:xfrm>
      </p:grpSpPr>
      <p:cxnSp>
        <p:nvCxnSpPr>
          <p:cNvPr id="4422" name="Google Shape;4422;p232"/>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4423" name="Google Shape;4423;p232"/>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24" name="Google Shape;4424;p232"/>
          <p:cNvGrpSpPr/>
          <p:nvPr/>
        </p:nvGrpSpPr>
        <p:grpSpPr>
          <a:xfrm>
            <a:off x="7958407" y="2900571"/>
            <a:ext cx="739550" cy="1877049"/>
            <a:chOff x="7691232" y="2709546"/>
            <a:chExt cx="739550" cy="1877049"/>
          </a:xfrm>
        </p:grpSpPr>
        <p:grpSp>
          <p:nvGrpSpPr>
            <p:cNvPr id="4425" name="Google Shape;4425;p232"/>
            <p:cNvGrpSpPr/>
            <p:nvPr/>
          </p:nvGrpSpPr>
          <p:grpSpPr>
            <a:xfrm>
              <a:off x="7691232" y="3698897"/>
              <a:ext cx="739550" cy="887697"/>
              <a:chOff x="7371757" y="3976747"/>
              <a:chExt cx="739550" cy="887697"/>
            </a:xfrm>
          </p:grpSpPr>
          <p:sp>
            <p:nvSpPr>
              <p:cNvPr id="4426" name="Google Shape;4426;p23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23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23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23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23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23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23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23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23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23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23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23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8" name="Google Shape;4438;p232"/>
            <p:cNvGrpSpPr/>
            <p:nvPr/>
          </p:nvGrpSpPr>
          <p:grpSpPr>
            <a:xfrm>
              <a:off x="7691232" y="2709546"/>
              <a:ext cx="739550" cy="887697"/>
              <a:chOff x="7371757" y="3976747"/>
              <a:chExt cx="739550" cy="887697"/>
            </a:xfrm>
          </p:grpSpPr>
          <p:sp>
            <p:nvSpPr>
              <p:cNvPr id="4439" name="Google Shape;4439;p23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23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23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23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23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23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23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23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23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23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23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23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51" name="Google Shape;4451;p232"/>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452" name="Google Shape;4452;p232"/>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4453" name="Shape 4453"/>
        <p:cNvGrpSpPr/>
        <p:nvPr/>
      </p:nvGrpSpPr>
      <p:grpSpPr>
        <a:xfrm>
          <a:off x="0" y="0"/>
          <a:ext cx="0" cy="0"/>
          <a:chOff x="0" y="0"/>
          <a:chExt cx="0" cy="0"/>
        </a:xfrm>
      </p:grpSpPr>
      <p:sp>
        <p:nvSpPr>
          <p:cNvPr id="4454" name="Google Shape;4454;p23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55" name="Google Shape;4455;p233"/>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4456" name="Google Shape;4456;p233"/>
          <p:cNvGrpSpPr/>
          <p:nvPr/>
        </p:nvGrpSpPr>
        <p:grpSpPr>
          <a:xfrm>
            <a:off x="269328" y="269127"/>
            <a:ext cx="8249354" cy="1636293"/>
            <a:chOff x="269328" y="269127"/>
            <a:chExt cx="8249354" cy="1636293"/>
          </a:xfrm>
        </p:grpSpPr>
        <p:grpSp>
          <p:nvGrpSpPr>
            <p:cNvPr id="4457" name="Google Shape;4457;p233"/>
            <p:cNvGrpSpPr/>
            <p:nvPr/>
          </p:nvGrpSpPr>
          <p:grpSpPr>
            <a:xfrm flipH="1" rot="10800000">
              <a:off x="8061007" y="1017722"/>
              <a:ext cx="457675" cy="887697"/>
              <a:chOff x="7371757" y="3976747"/>
              <a:chExt cx="457675" cy="887697"/>
            </a:xfrm>
          </p:grpSpPr>
          <p:sp>
            <p:nvSpPr>
              <p:cNvPr id="4458" name="Google Shape;4458;p23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23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23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23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23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23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23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23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6" name="Google Shape;4466;p233"/>
            <p:cNvGrpSpPr/>
            <p:nvPr/>
          </p:nvGrpSpPr>
          <p:grpSpPr>
            <a:xfrm>
              <a:off x="269328" y="269127"/>
              <a:ext cx="887795" cy="175887"/>
              <a:chOff x="2284850" y="131975"/>
              <a:chExt cx="1720200" cy="340800"/>
            </a:xfrm>
          </p:grpSpPr>
          <p:sp>
            <p:nvSpPr>
              <p:cNvPr id="4467" name="Google Shape;4467;p23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23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23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23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71" name="Google Shape;4471;p233"/>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472" name="Google Shape;4472;p233"/>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4473" name="Shape 4473"/>
        <p:cNvGrpSpPr/>
        <p:nvPr/>
      </p:nvGrpSpPr>
      <p:grpSpPr>
        <a:xfrm>
          <a:off x="0" y="0"/>
          <a:ext cx="0" cy="0"/>
          <a:chOff x="0" y="0"/>
          <a:chExt cx="0" cy="0"/>
        </a:xfrm>
      </p:grpSpPr>
      <p:sp>
        <p:nvSpPr>
          <p:cNvPr id="4474" name="Google Shape;4474;p234"/>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475" name="Google Shape;4475;p234"/>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4476" name="Google Shape;4476;p23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77" name="Google Shape;4477;p234"/>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4478" name="Google Shape;4478;p234"/>
          <p:cNvGrpSpPr/>
          <p:nvPr/>
        </p:nvGrpSpPr>
        <p:grpSpPr>
          <a:xfrm>
            <a:off x="269328" y="269127"/>
            <a:ext cx="887795" cy="175887"/>
            <a:chOff x="2284850" y="131975"/>
            <a:chExt cx="1720200" cy="340800"/>
          </a:xfrm>
        </p:grpSpPr>
        <p:sp>
          <p:nvSpPr>
            <p:cNvPr id="4479" name="Google Shape;4479;p23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23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23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23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3" name="Google Shape;4483;p234"/>
          <p:cNvGrpSpPr/>
          <p:nvPr/>
        </p:nvGrpSpPr>
        <p:grpSpPr>
          <a:xfrm>
            <a:off x="7920045" y="3001872"/>
            <a:ext cx="433111" cy="1871372"/>
            <a:chOff x="8038657" y="1017722"/>
            <a:chExt cx="433111" cy="1871372"/>
          </a:xfrm>
        </p:grpSpPr>
        <p:grpSp>
          <p:nvGrpSpPr>
            <p:cNvPr id="4484" name="Google Shape;4484;p234"/>
            <p:cNvGrpSpPr/>
            <p:nvPr/>
          </p:nvGrpSpPr>
          <p:grpSpPr>
            <a:xfrm>
              <a:off x="8038657" y="1017722"/>
              <a:ext cx="175800" cy="887697"/>
              <a:chOff x="7371757" y="3976747"/>
              <a:chExt cx="175800" cy="887697"/>
            </a:xfrm>
          </p:grpSpPr>
          <p:sp>
            <p:nvSpPr>
              <p:cNvPr id="4485" name="Google Shape;4485;p23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23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23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23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9" name="Google Shape;4489;p234"/>
            <p:cNvGrpSpPr/>
            <p:nvPr/>
          </p:nvGrpSpPr>
          <p:grpSpPr>
            <a:xfrm>
              <a:off x="8295968" y="1017722"/>
              <a:ext cx="175800" cy="887697"/>
              <a:chOff x="7935507" y="3976747"/>
              <a:chExt cx="175800" cy="887697"/>
            </a:xfrm>
          </p:grpSpPr>
          <p:sp>
            <p:nvSpPr>
              <p:cNvPr id="4490" name="Google Shape;4490;p23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23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23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23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4" name="Google Shape;4494;p234"/>
            <p:cNvGrpSpPr/>
            <p:nvPr/>
          </p:nvGrpSpPr>
          <p:grpSpPr>
            <a:xfrm>
              <a:off x="8038657" y="2001397"/>
              <a:ext cx="175800" cy="887697"/>
              <a:chOff x="7371757" y="3976747"/>
              <a:chExt cx="175800" cy="887697"/>
            </a:xfrm>
          </p:grpSpPr>
          <p:sp>
            <p:nvSpPr>
              <p:cNvPr id="4495" name="Google Shape;4495;p23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23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23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23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9" name="Google Shape;4499;p234"/>
            <p:cNvGrpSpPr/>
            <p:nvPr/>
          </p:nvGrpSpPr>
          <p:grpSpPr>
            <a:xfrm>
              <a:off x="8295968" y="2001397"/>
              <a:ext cx="175800" cy="887697"/>
              <a:chOff x="7935507" y="3976747"/>
              <a:chExt cx="175800" cy="887697"/>
            </a:xfrm>
          </p:grpSpPr>
          <p:sp>
            <p:nvSpPr>
              <p:cNvPr id="4500" name="Google Shape;4500;p23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23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23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23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4504" name="Shape 4504"/>
        <p:cNvGrpSpPr/>
        <p:nvPr/>
      </p:nvGrpSpPr>
      <p:grpSpPr>
        <a:xfrm>
          <a:off x="0" y="0"/>
          <a:ext cx="0" cy="0"/>
          <a:chOff x="0" y="0"/>
          <a:chExt cx="0" cy="0"/>
        </a:xfrm>
      </p:grpSpPr>
      <p:sp>
        <p:nvSpPr>
          <p:cNvPr id="4505" name="Google Shape;4505;p23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6" name="Google Shape;4506;p235"/>
          <p:cNvGrpSpPr/>
          <p:nvPr/>
        </p:nvGrpSpPr>
        <p:grpSpPr>
          <a:xfrm>
            <a:off x="3539353" y="688497"/>
            <a:ext cx="5261204" cy="4003441"/>
            <a:chOff x="3539353" y="688497"/>
            <a:chExt cx="5261204" cy="4003441"/>
          </a:xfrm>
        </p:grpSpPr>
        <p:grpSp>
          <p:nvGrpSpPr>
            <p:cNvPr id="4507" name="Google Shape;4507;p235"/>
            <p:cNvGrpSpPr/>
            <p:nvPr/>
          </p:nvGrpSpPr>
          <p:grpSpPr>
            <a:xfrm flipH="1" rot="10800000">
              <a:off x="8061007" y="688497"/>
              <a:ext cx="739550" cy="887697"/>
              <a:chOff x="7371757" y="3976747"/>
              <a:chExt cx="739550" cy="887697"/>
            </a:xfrm>
          </p:grpSpPr>
          <p:sp>
            <p:nvSpPr>
              <p:cNvPr id="4508" name="Google Shape;4508;p23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23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23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23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23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23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23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23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23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23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23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23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0" name="Google Shape;4520;p235"/>
            <p:cNvGrpSpPr/>
            <p:nvPr/>
          </p:nvGrpSpPr>
          <p:grpSpPr>
            <a:xfrm>
              <a:off x="3539353" y="4516052"/>
              <a:ext cx="887795" cy="175887"/>
              <a:chOff x="2284850" y="131975"/>
              <a:chExt cx="1720200" cy="340800"/>
            </a:xfrm>
          </p:grpSpPr>
          <p:sp>
            <p:nvSpPr>
              <p:cNvPr id="4521" name="Google Shape;4521;p23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23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23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23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25" name="Google Shape;4525;p235"/>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526" name="Google Shape;4526;p235"/>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27" name="Google Shape;4527;p235"/>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28" name="Google Shape;4528;p235"/>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29" name="Google Shape;4529;p235"/>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4530" name="Shape 4530"/>
        <p:cNvGrpSpPr/>
        <p:nvPr/>
      </p:nvGrpSpPr>
      <p:grpSpPr>
        <a:xfrm>
          <a:off x="0" y="0"/>
          <a:ext cx="0" cy="0"/>
          <a:chOff x="0" y="0"/>
          <a:chExt cx="0" cy="0"/>
        </a:xfrm>
      </p:grpSpPr>
      <p:sp>
        <p:nvSpPr>
          <p:cNvPr id="4531" name="Google Shape;4531;p236"/>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32" name="Google Shape;4532;p236"/>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4533" name="Google Shape;4533;p236"/>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4534" name="Google Shape;4534;p236"/>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236"/>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536" name="Shape 4536"/>
        <p:cNvGrpSpPr/>
        <p:nvPr/>
      </p:nvGrpSpPr>
      <p:grpSpPr>
        <a:xfrm>
          <a:off x="0" y="0"/>
          <a:ext cx="0" cy="0"/>
          <a:chOff x="0" y="0"/>
          <a:chExt cx="0" cy="0"/>
        </a:xfrm>
      </p:grpSpPr>
      <p:sp>
        <p:nvSpPr>
          <p:cNvPr id="4537" name="Google Shape;4537;p237"/>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38" name="Google Shape;4538;p237"/>
          <p:cNvGrpSpPr/>
          <p:nvPr/>
        </p:nvGrpSpPr>
        <p:grpSpPr>
          <a:xfrm flipH="1">
            <a:off x="7986880" y="4515911"/>
            <a:ext cx="887795" cy="175887"/>
            <a:chOff x="2284850" y="131975"/>
            <a:chExt cx="1720200" cy="340800"/>
          </a:xfrm>
        </p:grpSpPr>
        <p:sp>
          <p:nvSpPr>
            <p:cNvPr id="4539" name="Google Shape;4539;p23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23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23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23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3" name="Google Shape;4543;p237"/>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44" name="Google Shape;4544;p237"/>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45" name="Google Shape;4545;p237"/>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46" name="Google Shape;4546;p237"/>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47" name="Google Shape;4547;p237"/>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48" name="Google Shape;4548;p237"/>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49" name="Google Shape;4549;p237"/>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550" name="Shape 4550"/>
        <p:cNvGrpSpPr/>
        <p:nvPr/>
      </p:nvGrpSpPr>
      <p:grpSpPr>
        <a:xfrm>
          <a:off x="0" y="0"/>
          <a:ext cx="0" cy="0"/>
          <a:chOff x="0" y="0"/>
          <a:chExt cx="0" cy="0"/>
        </a:xfrm>
      </p:grpSpPr>
      <p:sp>
        <p:nvSpPr>
          <p:cNvPr id="4551" name="Google Shape;4551;p23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52" name="Google Shape;4552;p238"/>
          <p:cNvGrpSpPr/>
          <p:nvPr/>
        </p:nvGrpSpPr>
        <p:grpSpPr>
          <a:xfrm>
            <a:off x="269328" y="197352"/>
            <a:ext cx="8249354" cy="3899618"/>
            <a:chOff x="269328" y="197352"/>
            <a:chExt cx="8249354" cy="3899618"/>
          </a:xfrm>
        </p:grpSpPr>
        <p:grpSp>
          <p:nvGrpSpPr>
            <p:cNvPr id="4553" name="Google Shape;4553;p238"/>
            <p:cNvGrpSpPr/>
            <p:nvPr/>
          </p:nvGrpSpPr>
          <p:grpSpPr>
            <a:xfrm>
              <a:off x="8061007" y="3209272"/>
              <a:ext cx="457675" cy="887697"/>
              <a:chOff x="7371757" y="3976747"/>
              <a:chExt cx="457675" cy="887697"/>
            </a:xfrm>
          </p:grpSpPr>
          <p:sp>
            <p:nvSpPr>
              <p:cNvPr id="4554" name="Google Shape;4554;p23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23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23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23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23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23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23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23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2" name="Google Shape;4562;p238"/>
            <p:cNvGrpSpPr/>
            <p:nvPr/>
          </p:nvGrpSpPr>
          <p:grpSpPr>
            <a:xfrm>
              <a:off x="269328" y="197352"/>
              <a:ext cx="887795" cy="175887"/>
              <a:chOff x="2284850" y="131975"/>
              <a:chExt cx="1720200" cy="340800"/>
            </a:xfrm>
          </p:grpSpPr>
          <p:sp>
            <p:nvSpPr>
              <p:cNvPr id="4563" name="Google Shape;4563;p23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23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23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23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67" name="Google Shape;4567;p238"/>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568" name="Google Shape;4568;p238"/>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69" name="Google Shape;4569;p238"/>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70" name="Google Shape;4570;p238"/>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71" name="Google Shape;4571;p238"/>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72" name="Google Shape;4572;p238"/>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73" name="Google Shape;4573;p238"/>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74" name="Google Shape;4574;p238"/>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75" name="Google Shape;4575;p238"/>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576" name="Shape 4576"/>
        <p:cNvGrpSpPr/>
        <p:nvPr/>
      </p:nvGrpSpPr>
      <p:grpSpPr>
        <a:xfrm>
          <a:off x="0" y="0"/>
          <a:ext cx="0" cy="0"/>
          <a:chOff x="0" y="0"/>
          <a:chExt cx="0" cy="0"/>
        </a:xfrm>
      </p:grpSpPr>
      <p:sp>
        <p:nvSpPr>
          <p:cNvPr id="4577" name="Google Shape;4577;p239"/>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8" name="Google Shape;4578;p239"/>
          <p:cNvGrpSpPr/>
          <p:nvPr/>
        </p:nvGrpSpPr>
        <p:grpSpPr>
          <a:xfrm flipH="1">
            <a:off x="3091253" y="4774223"/>
            <a:ext cx="887795" cy="175887"/>
            <a:chOff x="2284850" y="131975"/>
            <a:chExt cx="1720200" cy="340800"/>
          </a:xfrm>
        </p:grpSpPr>
        <p:sp>
          <p:nvSpPr>
            <p:cNvPr id="4579" name="Google Shape;4579;p23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23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23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23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3" name="Google Shape;4583;p2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584" name="Google Shape;4584;p239"/>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85" name="Google Shape;4585;p239"/>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86" name="Google Shape;4586;p239"/>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87" name="Google Shape;4587;p239"/>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88" name="Google Shape;4588;p239"/>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89" name="Google Shape;4589;p239"/>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90" name="Google Shape;4590;p239"/>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91" name="Google Shape;4591;p239"/>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92" name="Google Shape;4592;p239"/>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93" name="Google Shape;4593;p239"/>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94" name="Google Shape;4594;p239"/>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595" name="Google Shape;4595;p239"/>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596" name="Shape 4596"/>
        <p:cNvGrpSpPr/>
        <p:nvPr/>
      </p:nvGrpSpPr>
      <p:grpSpPr>
        <a:xfrm>
          <a:off x="0" y="0"/>
          <a:ext cx="0" cy="0"/>
          <a:chOff x="0" y="0"/>
          <a:chExt cx="0" cy="0"/>
        </a:xfrm>
      </p:grpSpPr>
      <p:sp>
        <p:nvSpPr>
          <p:cNvPr id="4597" name="Google Shape;4597;p240"/>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8" name="Google Shape;4598;p240"/>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4599" name="Google Shape;4599;p240"/>
          <p:cNvGrpSpPr/>
          <p:nvPr/>
        </p:nvGrpSpPr>
        <p:grpSpPr>
          <a:xfrm flipH="1">
            <a:off x="7829752" y="4831427"/>
            <a:ext cx="887795" cy="175887"/>
            <a:chOff x="2284850" y="131975"/>
            <a:chExt cx="1720200" cy="340800"/>
          </a:xfrm>
        </p:grpSpPr>
        <p:sp>
          <p:nvSpPr>
            <p:cNvPr id="4600" name="Google Shape;4600;p24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24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24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24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04" name="Google Shape;4604;p240"/>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05" name="Google Shape;4605;p240"/>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606" name="Google Shape;4606;p240"/>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07" name="Google Shape;4607;p240"/>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608" name="Google Shape;4608;p240"/>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09" name="Google Shape;4609;p240"/>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4610" name="Google Shape;4610;p240"/>
          <p:cNvGrpSpPr/>
          <p:nvPr/>
        </p:nvGrpSpPr>
        <p:grpSpPr>
          <a:xfrm>
            <a:off x="300632" y="445022"/>
            <a:ext cx="958892" cy="887697"/>
            <a:chOff x="272293" y="445022"/>
            <a:chExt cx="958892" cy="887697"/>
          </a:xfrm>
        </p:grpSpPr>
        <p:grpSp>
          <p:nvGrpSpPr>
            <p:cNvPr id="4611" name="Google Shape;4611;p240"/>
            <p:cNvGrpSpPr/>
            <p:nvPr/>
          </p:nvGrpSpPr>
          <p:grpSpPr>
            <a:xfrm rot="10800000">
              <a:off x="272293" y="445022"/>
              <a:ext cx="175800" cy="887697"/>
              <a:chOff x="7935507" y="3976747"/>
              <a:chExt cx="175800" cy="887697"/>
            </a:xfrm>
          </p:grpSpPr>
          <p:sp>
            <p:nvSpPr>
              <p:cNvPr id="4612" name="Google Shape;4612;p24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24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24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24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6" name="Google Shape;4616;p240"/>
            <p:cNvGrpSpPr/>
            <p:nvPr/>
          </p:nvGrpSpPr>
          <p:grpSpPr>
            <a:xfrm rot="10800000">
              <a:off x="533323" y="445022"/>
              <a:ext cx="175800" cy="887697"/>
              <a:chOff x="7935507" y="3976747"/>
              <a:chExt cx="175800" cy="887697"/>
            </a:xfrm>
          </p:grpSpPr>
          <p:sp>
            <p:nvSpPr>
              <p:cNvPr id="4617" name="Google Shape;4617;p24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24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24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24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1" name="Google Shape;4621;p240"/>
            <p:cNvGrpSpPr/>
            <p:nvPr/>
          </p:nvGrpSpPr>
          <p:grpSpPr>
            <a:xfrm rot="10800000">
              <a:off x="794354" y="445022"/>
              <a:ext cx="175800" cy="887697"/>
              <a:chOff x="7935507" y="3976747"/>
              <a:chExt cx="175800" cy="887697"/>
            </a:xfrm>
          </p:grpSpPr>
          <p:sp>
            <p:nvSpPr>
              <p:cNvPr id="4622" name="Google Shape;4622;p24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24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24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24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6" name="Google Shape;4626;p240"/>
            <p:cNvGrpSpPr/>
            <p:nvPr/>
          </p:nvGrpSpPr>
          <p:grpSpPr>
            <a:xfrm rot="10800000">
              <a:off x="1055385" y="445022"/>
              <a:ext cx="175800" cy="887697"/>
              <a:chOff x="7935507" y="3976747"/>
              <a:chExt cx="175800" cy="887697"/>
            </a:xfrm>
          </p:grpSpPr>
          <p:sp>
            <p:nvSpPr>
              <p:cNvPr id="4627" name="Google Shape;4627;p24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24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24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24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4631" name="Shape 4631"/>
        <p:cNvGrpSpPr/>
        <p:nvPr/>
      </p:nvGrpSpPr>
      <p:grpSpPr>
        <a:xfrm>
          <a:off x="0" y="0"/>
          <a:ext cx="0" cy="0"/>
          <a:chOff x="0" y="0"/>
          <a:chExt cx="0" cy="0"/>
        </a:xfrm>
      </p:grpSpPr>
      <p:cxnSp>
        <p:nvCxnSpPr>
          <p:cNvPr id="4632" name="Google Shape;4632;p241"/>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4633" name="Google Shape;4633;p241"/>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34" name="Google Shape;4634;p241"/>
          <p:cNvGrpSpPr/>
          <p:nvPr/>
        </p:nvGrpSpPr>
        <p:grpSpPr>
          <a:xfrm flipH="1">
            <a:off x="896577" y="269148"/>
            <a:ext cx="887795" cy="175887"/>
            <a:chOff x="2284850" y="131975"/>
            <a:chExt cx="1720200" cy="340800"/>
          </a:xfrm>
        </p:grpSpPr>
        <p:sp>
          <p:nvSpPr>
            <p:cNvPr id="4635" name="Google Shape;4635;p24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24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24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24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39" name="Google Shape;4639;p241"/>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40" name="Google Shape;4640;p241"/>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4641" name="Google Shape;4641;p241"/>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42" name="Google Shape;4642;p241"/>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43" name="Google Shape;4643;p241"/>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4644" name="Google Shape;4644;p241"/>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45" name="Google Shape;4645;p241"/>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646" name="Google Shape;4646;p241"/>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4647" name="Google Shape;4647;p241"/>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48" name="Google Shape;4648;p241"/>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649" name="Shape 4649"/>
        <p:cNvGrpSpPr/>
        <p:nvPr/>
      </p:nvGrpSpPr>
      <p:grpSpPr>
        <a:xfrm>
          <a:off x="0" y="0"/>
          <a:ext cx="0" cy="0"/>
          <a:chOff x="0" y="0"/>
          <a:chExt cx="0" cy="0"/>
        </a:xfrm>
      </p:grpSpPr>
      <p:sp>
        <p:nvSpPr>
          <p:cNvPr id="4650" name="Google Shape;4650;p242"/>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51" name="Google Shape;4651;p242"/>
          <p:cNvGrpSpPr/>
          <p:nvPr/>
        </p:nvGrpSpPr>
        <p:grpSpPr>
          <a:xfrm flipH="1">
            <a:off x="754543" y="777996"/>
            <a:ext cx="739550" cy="1877049"/>
            <a:chOff x="7691232" y="2709546"/>
            <a:chExt cx="739550" cy="1877049"/>
          </a:xfrm>
        </p:grpSpPr>
        <p:grpSp>
          <p:nvGrpSpPr>
            <p:cNvPr id="4652" name="Google Shape;4652;p242"/>
            <p:cNvGrpSpPr/>
            <p:nvPr/>
          </p:nvGrpSpPr>
          <p:grpSpPr>
            <a:xfrm>
              <a:off x="7691232" y="3698897"/>
              <a:ext cx="739550" cy="887697"/>
              <a:chOff x="7371757" y="3976747"/>
              <a:chExt cx="739550" cy="887697"/>
            </a:xfrm>
          </p:grpSpPr>
          <p:sp>
            <p:nvSpPr>
              <p:cNvPr id="4653" name="Google Shape;4653;p24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24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24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24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24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24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24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24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24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24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24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24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5" name="Google Shape;4665;p242"/>
            <p:cNvGrpSpPr/>
            <p:nvPr/>
          </p:nvGrpSpPr>
          <p:grpSpPr>
            <a:xfrm>
              <a:off x="7691232" y="2709546"/>
              <a:ext cx="739550" cy="887697"/>
              <a:chOff x="7371757" y="3976747"/>
              <a:chExt cx="739550" cy="887697"/>
            </a:xfrm>
          </p:grpSpPr>
          <p:sp>
            <p:nvSpPr>
              <p:cNvPr id="4666" name="Google Shape;4666;p24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24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24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24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24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24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24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24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24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24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24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24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78" name="Google Shape;4678;p242"/>
          <p:cNvGrpSpPr/>
          <p:nvPr/>
        </p:nvGrpSpPr>
        <p:grpSpPr>
          <a:xfrm flipH="1">
            <a:off x="3391227" y="4753102"/>
            <a:ext cx="887795" cy="175887"/>
            <a:chOff x="2284850" y="131975"/>
            <a:chExt cx="1720200" cy="340800"/>
          </a:xfrm>
        </p:grpSpPr>
        <p:sp>
          <p:nvSpPr>
            <p:cNvPr id="4679" name="Google Shape;4679;p24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24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24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24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83" name="Google Shape;4683;p242"/>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4684" name="Google Shape;4684;p242"/>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685" name="Google Shape;4685;p242"/>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686" name="Shape 4686"/>
        <p:cNvGrpSpPr/>
        <p:nvPr/>
      </p:nvGrpSpPr>
      <p:grpSpPr>
        <a:xfrm>
          <a:off x="0" y="0"/>
          <a:ext cx="0" cy="0"/>
          <a:chOff x="0" y="0"/>
          <a:chExt cx="0" cy="0"/>
        </a:xfrm>
      </p:grpSpPr>
      <p:cxnSp>
        <p:nvCxnSpPr>
          <p:cNvPr id="4687" name="Google Shape;4687;p243"/>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4688" name="Google Shape;4688;p243"/>
          <p:cNvGrpSpPr/>
          <p:nvPr/>
        </p:nvGrpSpPr>
        <p:grpSpPr>
          <a:xfrm>
            <a:off x="269328" y="3823073"/>
            <a:ext cx="887795" cy="175887"/>
            <a:chOff x="-5191947" y="7177654"/>
            <a:chExt cx="1720200" cy="340800"/>
          </a:xfrm>
        </p:grpSpPr>
        <p:sp>
          <p:nvSpPr>
            <p:cNvPr id="4689" name="Google Shape;4689;p243"/>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243"/>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243"/>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243"/>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93" name="Google Shape;4693;p243"/>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694" name="Shape 4694"/>
        <p:cNvGrpSpPr/>
        <p:nvPr/>
      </p:nvGrpSpPr>
      <p:grpSpPr>
        <a:xfrm>
          <a:off x="0" y="0"/>
          <a:ext cx="0" cy="0"/>
          <a:chOff x="0" y="0"/>
          <a:chExt cx="0" cy="0"/>
        </a:xfrm>
      </p:grpSpPr>
      <p:cxnSp>
        <p:nvCxnSpPr>
          <p:cNvPr id="4695" name="Google Shape;4695;p244"/>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4696" name="Google Shape;4696;p244"/>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7" name="Google Shape;4697;p244"/>
          <p:cNvGrpSpPr/>
          <p:nvPr/>
        </p:nvGrpSpPr>
        <p:grpSpPr>
          <a:xfrm>
            <a:off x="1553061" y="1633371"/>
            <a:ext cx="3369104" cy="3282565"/>
            <a:chOff x="1553061" y="1633371"/>
            <a:chExt cx="3369104" cy="3282565"/>
          </a:xfrm>
        </p:grpSpPr>
        <p:grpSp>
          <p:nvGrpSpPr>
            <p:cNvPr id="4698" name="Google Shape;4698;p244"/>
            <p:cNvGrpSpPr/>
            <p:nvPr/>
          </p:nvGrpSpPr>
          <p:grpSpPr>
            <a:xfrm rot="10800000">
              <a:off x="1553061" y="1633371"/>
              <a:ext cx="457675" cy="1877049"/>
              <a:chOff x="7973107" y="2709546"/>
              <a:chExt cx="457675" cy="1877049"/>
            </a:xfrm>
          </p:grpSpPr>
          <p:grpSp>
            <p:nvGrpSpPr>
              <p:cNvPr id="4699" name="Google Shape;4699;p244"/>
              <p:cNvGrpSpPr/>
              <p:nvPr/>
            </p:nvGrpSpPr>
            <p:grpSpPr>
              <a:xfrm>
                <a:off x="7973107" y="3698897"/>
                <a:ext cx="457675" cy="887697"/>
                <a:chOff x="7653632" y="3976747"/>
                <a:chExt cx="457675" cy="887697"/>
              </a:xfrm>
            </p:grpSpPr>
            <p:sp>
              <p:nvSpPr>
                <p:cNvPr id="4700" name="Google Shape;4700;p24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24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24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24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24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24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24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24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8" name="Google Shape;4708;p244"/>
              <p:cNvGrpSpPr/>
              <p:nvPr/>
            </p:nvGrpSpPr>
            <p:grpSpPr>
              <a:xfrm>
                <a:off x="7973107" y="2709546"/>
                <a:ext cx="457675" cy="887697"/>
                <a:chOff x="7653632" y="3976747"/>
                <a:chExt cx="457675" cy="887697"/>
              </a:xfrm>
            </p:grpSpPr>
            <p:sp>
              <p:nvSpPr>
                <p:cNvPr id="4709" name="Google Shape;4709;p24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24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24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24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24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24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24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24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17" name="Google Shape;4717;p244"/>
            <p:cNvGrpSpPr/>
            <p:nvPr/>
          </p:nvGrpSpPr>
          <p:grpSpPr>
            <a:xfrm flipH="1">
              <a:off x="4034370" y="4740048"/>
              <a:ext cx="887795" cy="175887"/>
              <a:chOff x="-5191947" y="7177654"/>
              <a:chExt cx="1720200" cy="340800"/>
            </a:xfrm>
          </p:grpSpPr>
          <p:sp>
            <p:nvSpPr>
              <p:cNvPr id="4718" name="Google Shape;4718;p244"/>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244"/>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244"/>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244"/>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725" name="Shape 4725"/>
        <p:cNvGrpSpPr/>
        <p:nvPr/>
      </p:nvGrpSpPr>
      <p:grpSpPr>
        <a:xfrm>
          <a:off x="0" y="0"/>
          <a:ext cx="0" cy="0"/>
          <a:chOff x="0" y="0"/>
          <a:chExt cx="0" cy="0"/>
        </a:xfrm>
      </p:grpSpPr>
      <p:sp>
        <p:nvSpPr>
          <p:cNvPr id="4726" name="Google Shape;4726;p246"/>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4727" name="Google Shape;4727;p246"/>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728" name="Google Shape;4728;p24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9" name="Google Shape;4729;p246"/>
          <p:cNvGrpSpPr/>
          <p:nvPr/>
        </p:nvGrpSpPr>
        <p:grpSpPr>
          <a:xfrm>
            <a:off x="7371757" y="3976747"/>
            <a:ext cx="739550" cy="887697"/>
            <a:chOff x="7371757" y="3976747"/>
            <a:chExt cx="739550" cy="887697"/>
          </a:xfrm>
        </p:grpSpPr>
        <p:sp>
          <p:nvSpPr>
            <p:cNvPr id="4730" name="Google Shape;4730;p24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24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24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24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24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24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24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24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24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24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24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24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42" name="Shape 4742"/>
        <p:cNvGrpSpPr/>
        <p:nvPr/>
      </p:nvGrpSpPr>
      <p:grpSpPr>
        <a:xfrm>
          <a:off x="0" y="0"/>
          <a:ext cx="0" cy="0"/>
          <a:chOff x="0" y="0"/>
          <a:chExt cx="0" cy="0"/>
        </a:xfrm>
      </p:grpSpPr>
      <p:sp>
        <p:nvSpPr>
          <p:cNvPr id="4743" name="Google Shape;4743;p247"/>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744" name="Google Shape;4744;p247"/>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745" name="Google Shape;4745;p247"/>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46" name="Google Shape;4746;p247"/>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47" name="Google Shape;4747;p247"/>
          <p:cNvGrpSpPr/>
          <p:nvPr/>
        </p:nvGrpSpPr>
        <p:grpSpPr>
          <a:xfrm flipH="1" rot="10800000">
            <a:off x="6851382" y="1633371"/>
            <a:ext cx="457675" cy="1877049"/>
            <a:chOff x="7691232" y="2709546"/>
            <a:chExt cx="457675" cy="1877049"/>
          </a:xfrm>
        </p:grpSpPr>
        <p:grpSp>
          <p:nvGrpSpPr>
            <p:cNvPr id="4748" name="Google Shape;4748;p247"/>
            <p:cNvGrpSpPr/>
            <p:nvPr/>
          </p:nvGrpSpPr>
          <p:grpSpPr>
            <a:xfrm>
              <a:off x="7691232" y="3698897"/>
              <a:ext cx="457675" cy="887697"/>
              <a:chOff x="7371757" y="3976747"/>
              <a:chExt cx="457675" cy="887697"/>
            </a:xfrm>
          </p:grpSpPr>
          <p:sp>
            <p:nvSpPr>
              <p:cNvPr id="4749" name="Google Shape;4749;p24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24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24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24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24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24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24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24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57" name="Google Shape;4757;p247"/>
            <p:cNvGrpSpPr/>
            <p:nvPr/>
          </p:nvGrpSpPr>
          <p:grpSpPr>
            <a:xfrm>
              <a:off x="7691232" y="2709546"/>
              <a:ext cx="457675" cy="887697"/>
              <a:chOff x="7371757" y="3976747"/>
              <a:chExt cx="457675" cy="887697"/>
            </a:xfrm>
          </p:grpSpPr>
          <p:sp>
            <p:nvSpPr>
              <p:cNvPr id="4758" name="Google Shape;4758;p24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24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24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24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24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24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24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24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766" name="Shape 4766"/>
        <p:cNvGrpSpPr/>
        <p:nvPr/>
      </p:nvGrpSpPr>
      <p:grpSpPr>
        <a:xfrm>
          <a:off x="0" y="0"/>
          <a:ext cx="0" cy="0"/>
          <a:chOff x="0" y="0"/>
          <a:chExt cx="0" cy="0"/>
        </a:xfrm>
      </p:grpSpPr>
      <p:sp>
        <p:nvSpPr>
          <p:cNvPr id="4767" name="Google Shape;4767;p248"/>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68" name="Google Shape;4768;p248"/>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4769" name="Google Shape;4769;p248"/>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4770" name="Google Shape;4770;p24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1" name="Google Shape;4771;p248"/>
          <p:cNvGrpSpPr/>
          <p:nvPr/>
        </p:nvGrpSpPr>
        <p:grpSpPr>
          <a:xfrm>
            <a:off x="1202653" y="2683622"/>
            <a:ext cx="6827579" cy="2242691"/>
            <a:chOff x="1202653" y="2683622"/>
            <a:chExt cx="6827579" cy="2242691"/>
          </a:xfrm>
        </p:grpSpPr>
        <p:grpSp>
          <p:nvGrpSpPr>
            <p:cNvPr id="4772" name="Google Shape;4772;p248"/>
            <p:cNvGrpSpPr/>
            <p:nvPr/>
          </p:nvGrpSpPr>
          <p:grpSpPr>
            <a:xfrm>
              <a:off x="7854432" y="2683622"/>
              <a:ext cx="175800" cy="887697"/>
              <a:chOff x="7371757" y="3976747"/>
              <a:chExt cx="175800" cy="887697"/>
            </a:xfrm>
          </p:grpSpPr>
          <p:sp>
            <p:nvSpPr>
              <p:cNvPr id="4773" name="Google Shape;4773;p24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24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24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24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7" name="Google Shape;4777;p248"/>
            <p:cNvGrpSpPr/>
            <p:nvPr/>
          </p:nvGrpSpPr>
          <p:grpSpPr>
            <a:xfrm>
              <a:off x="1202653" y="4750427"/>
              <a:ext cx="887795" cy="175887"/>
              <a:chOff x="2284850" y="131975"/>
              <a:chExt cx="1720200" cy="340800"/>
            </a:xfrm>
          </p:grpSpPr>
          <p:sp>
            <p:nvSpPr>
              <p:cNvPr id="4778" name="Google Shape;4778;p24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24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24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24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82" name="Shape 4782"/>
        <p:cNvGrpSpPr/>
        <p:nvPr/>
      </p:nvGrpSpPr>
      <p:grpSpPr>
        <a:xfrm>
          <a:off x="0" y="0"/>
          <a:ext cx="0" cy="0"/>
          <a:chOff x="0" y="0"/>
          <a:chExt cx="0" cy="0"/>
        </a:xfrm>
      </p:grpSpPr>
      <p:sp>
        <p:nvSpPr>
          <p:cNvPr id="4783" name="Google Shape;4783;p24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4" name="Google Shape;4784;p249"/>
          <p:cNvGrpSpPr/>
          <p:nvPr/>
        </p:nvGrpSpPr>
        <p:grpSpPr>
          <a:xfrm>
            <a:off x="5956178" y="1566397"/>
            <a:ext cx="2637804" cy="3321791"/>
            <a:chOff x="5956178" y="1566397"/>
            <a:chExt cx="2637804" cy="3321791"/>
          </a:xfrm>
        </p:grpSpPr>
        <p:grpSp>
          <p:nvGrpSpPr>
            <p:cNvPr id="4785" name="Google Shape;4785;p249"/>
            <p:cNvGrpSpPr/>
            <p:nvPr/>
          </p:nvGrpSpPr>
          <p:grpSpPr>
            <a:xfrm flipH="1" rot="10800000">
              <a:off x="7854432" y="1566397"/>
              <a:ext cx="739550" cy="887697"/>
              <a:chOff x="7371757" y="3976747"/>
              <a:chExt cx="739550" cy="887697"/>
            </a:xfrm>
          </p:grpSpPr>
          <p:sp>
            <p:nvSpPr>
              <p:cNvPr id="4786" name="Google Shape;4786;p24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24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24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24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24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24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24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24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24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24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24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24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8" name="Google Shape;4798;p249"/>
            <p:cNvGrpSpPr/>
            <p:nvPr/>
          </p:nvGrpSpPr>
          <p:grpSpPr>
            <a:xfrm>
              <a:off x="5956178" y="4712302"/>
              <a:ext cx="887795" cy="175887"/>
              <a:chOff x="2284850" y="131975"/>
              <a:chExt cx="1720200" cy="340800"/>
            </a:xfrm>
          </p:grpSpPr>
          <p:sp>
            <p:nvSpPr>
              <p:cNvPr id="4799" name="Google Shape;4799;p24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24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24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24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03" name="Google Shape;4803;p249"/>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804" name="Google Shape;4804;p249"/>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805" name="Google Shape;4805;p249"/>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806" name="Google Shape;4806;p249"/>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807" name="Google Shape;4807;p249"/>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08" name="Shape 4808"/>
        <p:cNvGrpSpPr/>
        <p:nvPr/>
      </p:nvGrpSpPr>
      <p:grpSpPr>
        <a:xfrm>
          <a:off x="0" y="0"/>
          <a:ext cx="0" cy="0"/>
          <a:chOff x="0" y="0"/>
          <a:chExt cx="0" cy="0"/>
        </a:xfrm>
      </p:grpSpPr>
      <p:sp>
        <p:nvSpPr>
          <p:cNvPr id="4809" name="Google Shape;4809;p2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810" name="Google Shape;4810;p250"/>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4811" name="Google Shape;4811;p250"/>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12" name="Google Shape;4812;p250"/>
          <p:cNvGrpSpPr/>
          <p:nvPr/>
        </p:nvGrpSpPr>
        <p:grpSpPr>
          <a:xfrm flipH="1">
            <a:off x="7966220" y="186773"/>
            <a:ext cx="887795" cy="175887"/>
            <a:chOff x="2284850" y="131975"/>
            <a:chExt cx="1720200" cy="340800"/>
          </a:xfrm>
        </p:grpSpPr>
        <p:sp>
          <p:nvSpPr>
            <p:cNvPr id="4813" name="Google Shape;4813;p25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25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25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25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17" name="Shape 4817"/>
        <p:cNvGrpSpPr/>
        <p:nvPr/>
      </p:nvGrpSpPr>
      <p:grpSpPr>
        <a:xfrm>
          <a:off x="0" y="0"/>
          <a:ext cx="0" cy="0"/>
          <a:chOff x="0" y="0"/>
          <a:chExt cx="0" cy="0"/>
        </a:xfrm>
      </p:grpSpPr>
      <p:sp>
        <p:nvSpPr>
          <p:cNvPr id="4818" name="Google Shape;4818;p251"/>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819" name="Google Shape;4819;p251"/>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4820" name="Google Shape;4820;p251"/>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1" name="Google Shape;4821;p251"/>
          <p:cNvGrpSpPr/>
          <p:nvPr/>
        </p:nvGrpSpPr>
        <p:grpSpPr>
          <a:xfrm>
            <a:off x="269328" y="716196"/>
            <a:ext cx="8517204" cy="3970118"/>
            <a:chOff x="269328" y="716196"/>
            <a:chExt cx="8517204" cy="3970118"/>
          </a:xfrm>
        </p:grpSpPr>
        <p:grpSp>
          <p:nvGrpSpPr>
            <p:cNvPr id="4822" name="Google Shape;4822;p251"/>
            <p:cNvGrpSpPr/>
            <p:nvPr/>
          </p:nvGrpSpPr>
          <p:grpSpPr>
            <a:xfrm>
              <a:off x="8328857" y="716196"/>
              <a:ext cx="457675" cy="1877049"/>
              <a:chOff x="7691232" y="2709546"/>
              <a:chExt cx="457675" cy="1877049"/>
            </a:xfrm>
          </p:grpSpPr>
          <p:grpSp>
            <p:nvGrpSpPr>
              <p:cNvPr id="4823" name="Google Shape;4823;p251"/>
              <p:cNvGrpSpPr/>
              <p:nvPr/>
            </p:nvGrpSpPr>
            <p:grpSpPr>
              <a:xfrm>
                <a:off x="7691232" y="3698897"/>
                <a:ext cx="457675" cy="887697"/>
                <a:chOff x="7371757" y="3976747"/>
                <a:chExt cx="457675" cy="887697"/>
              </a:xfrm>
            </p:grpSpPr>
            <p:sp>
              <p:nvSpPr>
                <p:cNvPr id="4824" name="Google Shape;4824;p25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25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25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25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25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25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25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25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2" name="Google Shape;4832;p251"/>
              <p:cNvGrpSpPr/>
              <p:nvPr/>
            </p:nvGrpSpPr>
            <p:grpSpPr>
              <a:xfrm>
                <a:off x="7691232" y="2709546"/>
                <a:ext cx="457675" cy="887697"/>
                <a:chOff x="7371757" y="3976747"/>
                <a:chExt cx="457675" cy="887697"/>
              </a:xfrm>
            </p:grpSpPr>
            <p:sp>
              <p:nvSpPr>
                <p:cNvPr id="4833" name="Google Shape;4833;p25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25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25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25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25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25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25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25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41" name="Google Shape;4841;p251"/>
            <p:cNvGrpSpPr/>
            <p:nvPr/>
          </p:nvGrpSpPr>
          <p:grpSpPr>
            <a:xfrm>
              <a:off x="269328" y="4510427"/>
              <a:ext cx="887795" cy="175887"/>
              <a:chOff x="2284850" y="131975"/>
              <a:chExt cx="1720200" cy="340800"/>
            </a:xfrm>
          </p:grpSpPr>
          <p:sp>
            <p:nvSpPr>
              <p:cNvPr id="4842" name="Google Shape;4842;p25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25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25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25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46" name="Shape 4846"/>
        <p:cNvGrpSpPr/>
        <p:nvPr/>
      </p:nvGrpSpPr>
      <p:grpSpPr>
        <a:xfrm>
          <a:off x="0" y="0"/>
          <a:ext cx="0" cy="0"/>
          <a:chOff x="0" y="0"/>
          <a:chExt cx="0" cy="0"/>
        </a:xfrm>
      </p:grpSpPr>
      <p:sp>
        <p:nvSpPr>
          <p:cNvPr id="4847" name="Google Shape;4847;p252"/>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252"/>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4849" name="Google Shape;4849;p252"/>
          <p:cNvGrpSpPr/>
          <p:nvPr/>
        </p:nvGrpSpPr>
        <p:grpSpPr>
          <a:xfrm>
            <a:off x="7683925" y="745396"/>
            <a:ext cx="745132" cy="1877049"/>
            <a:chOff x="7580032" y="910721"/>
            <a:chExt cx="745132" cy="1877049"/>
          </a:xfrm>
        </p:grpSpPr>
        <p:grpSp>
          <p:nvGrpSpPr>
            <p:cNvPr id="4850" name="Google Shape;4850;p252"/>
            <p:cNvGrpSpPr/>
            <p:nvPr/>
          </p:nvGrpSpPr>
          <p:grpSpPr>
            <a:xfrm flipH="1" rot="10800000">
              <a:off x="7580032" y="910721"/>
              <a:ext cx="175800" cy="1877049"/>
              <a:chOff x="7691232" y="2709546"/>
              <a:chExt cx="175800" cy="1877049"/>
            </a:xfrm>
          </p:grpSpPr>
          <p:grpSp>
            <p:nvGrpSpPr>
              <p:cNvPr id="4851" name="Google Shape;4851;p252"/>
              <p:cNvGrpSpPr/>
              <p:nvPr/>
            </p:nvGrpSpPr>
            <p:grpSpPr>
              <a:xfrm>
                <a:off x="7691232" y="3698897"/>
                <a:ext cx="175800" cy="887697"/>
                <a:chOff x="7371757" y="3976747"/>
                <a:chExt cx="175800" cy="887697"/>
              </a:xfrm>
            </p:grpSpPr>
            <p:sp>
              <p:nvSpPr>
                <p:cNvPr id="4852" name="Google Shape;4852;p25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25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25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25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6" name="Google Shape;4856;p252"/>
              <p:cNvGrpSpPr/>
              <p:nvPr/>
            </p:nvGrpSpPr>
            <p:grpSpPr>
              <a:xfrm>
                <a:off x="7691232" y="2709546"/>
                <a:ext cx="175800" cy="887697"/>
                <a:chOff x="7371757" y="3976747"/>
                <a:chExt cx="175800" cy="887697"/>
              </a:xfrm>
            </p:grpSpPr>
            <p:sp>
              <p:nvSpPr>
                <p:cNvPr id="4857" name="Google Shape;4857;p25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25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25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25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61" name="Google Shape;4861;p252"/>
            <p:cNvGrpSpPr/>
            <p:nvPr/>
          </p:nvGrpSpPr>
          <p:grpSpPr>
            <a:xfrm flipH="1" rot="10800000">
              <a:off x="7867490" y="910721"/>
              <a:ext cx="457675" cy="1877049"/>
              <a:chOff x="7691232" y="2709546"/>
              <a:chExt cx="457675" cy="1877049"/>
            </a:xfrm>
          </p:grpSpPr>
          <p:grpSp>
            <p:nvGrpSpPr>
              <p:cNvPr id="4862" name="Google Shape;4862;p252"/>
              <p:cNvGrpSpPr/>
              <p:nvPr/>
            </p:nvGrpSpPr>
            <p:grpSpPr>
              <a:xfrm>
                <a:off x="7691232" y="3698897"/>
                <a:ext cx="457675" cy="887697"/>
                <a:chOff x="7371757" y="3976747"/>
                <a:chExt cx="457675" cy="887697"/>
              </a:xfrm>
            </p:grpSpPr>
            <p:sp>
              <p:nvSpPr>
                <p:cNvPr id="4863" name="Google Shape;4863;p25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25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25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25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25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25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25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25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1" name="Google Shape;4871;p252"/>
              <p:cNvGrpSpPr/>
              <p:nvPr/>
            </p:nvGrpSpPr>
            <p:grpSpPr>
              <a:xfrm>
                <a:off x="7691232" y="2709546"/>
                <a:ext cx="457675" cy="887697"/>
                <a:chOff x="7371757" y="3976747"/>
                <a:chExt cx="457675" cy="887697"/>
              </a:xfrm>
            </p:grpSpPr>
            <p:sp>
              <p:nvSpPr>
                <p:cNvPr id="4872" name="Google Shape;4872;p25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25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25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25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25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25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25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25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80" name="Shape 4880"/>
        <p:cNvGrpSpPr/>
        <p:nvPr/>
      </p:nvGrpSpPr>
      <p:grpSpPr>
        <a:xfrm>
          <a:off x="0" y="0"/>
          <a:ext cx="0" cy="0"/>
          <a:chOff x="0" y="0"/>
          <a:chExt cx="0" cy="0"/>
        </a:xfrm>
      </p:grpSpPr>
      <p:sp>
        <p:nvSpPr>
          <p:cNvPr id="4881" name="Google Shape;4881;p253"/>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882" name="Google Shape;4882;p253"/>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83" name="Google Shape;4883;p253"/>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84" name="Google Shape;4884;p253"/>
          <p:cNvGrpSpPr/>
          <p:nvPr/>
        </p:nvGrpSpPr>
        <p:grpSpPr>
          <a:xfrm>
            <a:off x="562032" y="1301880"/>
            <a:ext cx="739550" cy="887697"/>
            <a:chOff x="7371757" y="3976747"/>
            <a:chExt cx="739550" cy="887697"/>
          </a:xfrm>
        </p:grpSpPr>
        <p:sp>
          <p:nvSpPr>
            <p:cNvPr id="4885" name="Google Shape;4885;p25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25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25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25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25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25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25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25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25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25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25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25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97" name="Shape 4897"/>
        <p:cNvGrpSpPr/>
        <p:nvPr/>
      </p:nvGrpSpPr>
      <p:grpSpPr>
        <a:xfrm>
          <a:off x="0" y="0"/>
          <a:ext cx="0" cy="0"/>
          <a:chOff x="0" y="0"/>
          <a:chExt cx="0" cy="0"/>
        </a:xfrm>
      </p:grpSpPr>
      <p:sp>
        <p:nvSpPr>
          <p:cNvPr id="4898" name="Google Shape;4898;p254"/>
          <p:cNvSpPr/>
          <p:nvPr>
            <p:ph idx="2" type="pic"/>
          </p:nvPr>
        </p:nvSpPr>
        <p:spPr>
          <a:xfrm>
            <a:off x="-25" y="-13725"/>
            <a:ext cx="9144000" cy="5157300"/>
          </a:xfrm>
          <a:prstGeom prst="rect">
            <a:avLst/>
          </a:prstGeom>
          <a:noFill/>
          <a:ln>
            <a:noFill/>
          </a:ln>
        </p:spPr>
      </p:sp>
      <p:sp>
        <p:nvSpPr>
          <p:cNvPr id="4899" name="Google Shape;4899;p254"/>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00" name="Shape 4900"/>
        <p:cNvGrpSpPr/>
        <p:nvPr/>
      </p:nvGrpSpPr>
      <p:grpSpPr>
        <a:xfrm>
          <a:off x="0" y="0"/>
          <a:ext cx="0" cy="0"/>
          <a:chOff x="0" y="0"/>
          <a:chExt cx="0" cy="0"/>
        </a:xfrm>
      </p:grpSpPr>
      <p:sp>
        <p:nvSpPr>
          <p:cNvPr id="4901" name="Google Shape;4901;p255"/>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02" name="Google Shape;4902;p255"/>
          <p:cNvGrpSpPr/>
          <p:nvPr/>
        </p:nvGrpSpPr>
        <p:grpSpPr>
          <a:xfrm>
            <a:off x="4553003" y="363602"/>
            <a:ext cx="3863079" cy="4414018"/>
            <a:chOff x="4553003" y="363602"/>
            <a:chExt cx="3863079" cy="4414018"/>
          </a:xfrm>
        </p:grpSpPr>
        <p:grpSp>
          <p:nvGrpSpPr>
            <p:cNvPr id="4903" name="Google Shape;4903;p255"/>
            <p:cNvGrpSpPr/>
            <p:nvPr/>
          </p:nvGrpSpPr>
          <p:grpSpPr>
            <a:xfrm flipH="1" rot="10800000">
              <a:off x="7958407" y="2900571"/>
              <a:ext cx="457675" cy="1877049"/>
              <a:chOff x="7691232" y="2709546"/>
              <a:chExt cx="457675" cy="1877049"/>
            </a:xfrm>
          </p:grpSpPr>
          <p:grpSp>
            <p:nvGrpSpPr>
              <p:cNvPr id="4904" name="Google Shape;4904;p255"/>
              <p:cNvGrpSpPr/>
              <p:nvPr/>
            </p:nvGrpSpPr>
            <p:grpSpPr>
              <a:xfrm>
                <a:off x="7691232" y="3698897"/>
                <a:ext cx="457675" cy="887697"/>
                <a:chOff x="7371757" y="3976747"/>
                <a:chExt cx="457675" cy="887697"/>
              </a:xfrm>
            </p:grpSpPr>
            <p:sp>
              <p:nvSpPr>
                <p:cNvPr id="4905" name="Google Shape;4905;p25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25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25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25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25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25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25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25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3" name="Google Shape;4913;p255"/>
              <p:cNvGrpSpPr/>
              <p:nvPr/>
            </p:nvGrpSpPr>
            <p:grpSpPr>
              <a:xfrm>
                <a:off x="7691232" y="2709546"/>
                <a:ext cx="457675" cy="887697"/>
                <a:chOff x="7371757" y="3976747"/>
                <a:chExt cx="457675" cy="887697"/>
              </a:xfrm>
            </p:grpSpPr>
            <p:sp>
              <p:nvSpPr>
                <p:cNvPr id="4914" name="Google Shape;4914;p25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25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25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25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25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25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0" name="Google Shape;4920;p25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1" name="Google Shape;4921;p25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22" name="Google Shape;4922;p255"/>
            <p:cNvGrpSpPr/>
            <p:nvPr/>
          </p:nvGrpSpPr>
          <p:grpSpPr>
            <a:xfrm>
              <a:off x="4553003" y="363602"/>
              <a:ext cx="887795" cy="175887"/>
              <a:chOff x="2284850" y="131975"/>
              <a:chExt cx="1720200" cy="340800"/>
            </a:xfrm>
          </p:grpSpPr>
          <p:sp>
            <p:nvSpPr>
              <p:cNvPr id="4923" name="Google Shape;4923;p25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4" name="Google Shape;4924;p25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25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25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927" name="Google Shape;4927;p255"/>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4928" name="Google Shape;4928;p255"/>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4929" name="Shape 4929"/>
        <p:cNvGrpSpPr/>
        <p:nvPr/>
      </p:nvGrpSpPr>
      <p:grpSpPr>
        <a:xfrm>
          <a:off x="0" y="0"/>
          <a:ext cx="0" cy="0"/>
          <a:chOff x="0" y="0"/>
          <a:chExt cx="0" cy="0"/>
        </a:xfrm>
      </p:grpSpPr>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930" name="Shape 4930"/>
        <p:cNvGrpSpPr/>
        <p:nvPr/>
      </p:nvGrpSpPr>
      <p:grpSpPr>
        <a:xfrm>
          <a:off x="0" y="0"/>
          <a:ext cx="0" cy="0"/>
          <a:chOff x="0" y="0"/>
          <a:chExt cx="0" cy="0"/>
        </a:xfrm>
      </p:grpSpPr>
      <p:sp>
        <p:nvSpPr>
          <p:cNvPr id="4931" name="Google Shape;4931;p257"/>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932" name="Google Shape;4932;p257"/>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33" name="Google Shape;4933;p257"/>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34" name="Google Shape;4934;p257"/>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35" name="Google Shape;4935;p257"/>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36" name="Google Shape;4936;p257"/>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37" name="Google Shape;4937;p257"/>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38" name="Google Shape;4938;p257"/>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39" name="Google Shape;4939;p257"/>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40" name="Google Shape;4940;p257"/>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941" name="Google Shape;4941;p257"/>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942" name="Google Shape;4942;p257"/>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943" name="Google Shape;4943;p257"/>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944" name="Google Shape;4944;p257"/>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45" name="Google Shape;4945;p257"/>
          <p:cNvGrpSpPr/>
          <p:nvPr/>
        </p:nvGrpSpPr>
        <p:grpSpPr>
          <a:xfrm>
            <a:off x="269328" y="4815227"/>
            <a:ext cx="887795" cy="175887"/>
            <a:chOff x="2284850" y="131975"/>
            <a:chExt cx="1720200" cy="340800"/>
          </a:xfrm>
        </p:grpSpPr>
        <p:sp>
          <p:nvSpPr>
            <p:cNvPr id="4946" name="Google Shape;4946;p25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25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25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9" name="Google Shape;4949;p25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50" name="Google Shape;4950;p257"/>
          <p:cNvGrpSpPr/>
          <p:nvPr/>
        </p:nvGrpSpPr>
        <p:grpSpPr>
          <a:xfrm>
            <a:off x="7958582" y="3067871"/>
            <a:ext cx="975375" cy="1877049"/>
            <a:chOff x="7167632" y="2744946"/>
            <a:chExt cx="975375" cy="1877049"/>
          </a:xfrm>
        </p:grpSpPr>
        <p:grpSp>
          <p:nvGrpSpPr>
            <p:cNvPr id="4951" name="Google Shape;4951;p257"/>
            <p:cNvGrpSpPr/>
            <p:nvPr/>
          </p:nvGrpSpPr>
          <p:grpSpPr>
            <a:xfrm>
              <a:off x="7700682" y="2744946"/>
              <a:ext cx="175800" cy="1877049"/>
              <a:chOff x="7691232" y="2709546"/>
              <a:chExt cx="175800" cy="1877049"/>
            </a:xfrm>
          </p:grpSpPr>
          <p:grpSp>
            <p:nvGrpSpPr>
              <p:cNvPr id="4952" name="Google Shape;4952;p257"/>
              <p:cNvGrpSpPr/>
              <p:nvPr/>
            </p:nvGrpSpPr>
            <p:grpSpPr>
              <a:xfrm>
                <a:off x="7691232" y="3698897"/>
                <a:ext cx="175800" cy="887697"/>
                <a:chOff x="7371757" y="3976747"/>
                <a:chExt cx="175800" cy="887697"/>
              </a:xfrm>
            </p:grpSpPr>
            <p:sp>
              <p:nvSpPr>
                <p:cNvPr id="4953" name="Google Shape;4953;p2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2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2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2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57" name="Google Shape;4957;p257"/>
              <p:cNvGrpSpPr/>
              <p:nvPr/>
            </p:nvGrpSpPr>
            <p:grpSpPr>
              <a:xfrm>
                <a:off x="7691232" y="2709546"/>
                <a:ext cx="175800" cy="887697"/>
                <a:chOff x="7371757" y="3976747"/>
                <a:chExt cx="175800" cy="887697"/>
              </a:xfrm>
            </p:grpSpPr>
            <p:sp>
              <p:nvSpPr>
                <p:cNvPr id="4958" name="Google Shape;4958;p2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2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2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2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62" name="Google Shape;4962;p257"/>
            <p:cNvGrpSpPr/>
            <p:nvPr/>
          </p:nvGrpSpPr>
          <p:grpSpPr>
            <a:xfrm>
              <a:off x="7434157" y="2744946"/>
              <a:ext cx="175800" cy="1877049"/>
              <a:chOff x="7691232" y="2709546"/>
              <a:chExt cx="175800" cy="1877049"/>
            </a:xfrm>
          </p:grpSpPr>
          <p:grpSp>
            <p:nvGrpSpPr>
              <p:cNvPr id="4963" name="Google Shape;4963;p257"/>
              <p:cNvGrpSpPr/>
              <p:nvPr/>
            </p:nvGrpSpPr>
            <p:grpSpPr>
              <a:xfrm>
                <a:off x="7691232" y="3698897"/>
                <a:ext cx="175800" cy="887697"/>
                <a:chOff x="7371757" y="3976747"/>
                <a:chExt cx="175800" cy="887697"/>
              </a:xfrm>
            </p:grpSpPr>
            <p:sp>
              <p:nvSpPr>
                <p:cNvPr id="4964" name="Google Shape;4964;p2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2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2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7" name="Google Shape;4967;p2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68" name="Google Shape;4968;p257"/>
              <p:cNvGrpSpPr/>
              <p:nvPr/>
            </p:nvGrpSpPr>
            <p:grpSpPr>
              <a:xfrm>
                <a:off x="7691232" y="2709546"/>
                <a:ext cx="175800" cy="887697"/>
                <a:chOff x="7371757" y="3976747"/>
                <a:chExt cx="175800" cy="887697"/>
              </a:xfrm>
            </p:grpSpPr>
            <p:sp>
              <p:nvSpPr>
                <p:cNvPr id="4969" name="Google Shape;4969;p2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2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2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2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73" name="Google Shape;4973;p257"/>
            <p:cNvGrpSpPr/>
            <p:nvPr/>
          </p:nvGrpSpPr>
          <p:grpSpPr>
            <a:xfrm>
              <a:off x="7167632" y="2744946"/>
              <a:ext cx="175800" cy="1877049"/>
              <a:chOff x="7691232" y="2709546"/>
              <a:chExt cx="175800" cy="1877049"/>
            </a:xfrm>
          </p:grpSpPr>
          <p:grpSp>
            <p:nvGrpSpPr>
              <p:cNvPr id="4974" name="Google Shape;4974;p257"/>
              <p:cNvGrpSpPr/>
              <p:nvPr/>
            </p:nvGrpSpPr>
            <p:grpSpPr>
              <a:xfrm>
                <a:off x="7691232" y="3698897"/>
                <a:ext cx="175800" cy="887697"/>
                <a:chOff x="7371757" y="3976747"/>
                <a:chExt cx="175800" cy="887697"/>
              </a:xfrm>
            </p:grpSpPr>
            <p:sp>
              <p:nvSpPr>
                <p:cNvPr id="4975" name="Google Shape;4975;p2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2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2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2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9" name="Google Shape;4979;p257"/>
              <p:cNvGrpSpPr/>
              <p:nvPr/>
            </p:nvGrpSpPr>
            <p:grpSpPr>
              <a:xfrm>
                <a:off x="7691232" y="2709546"/>
                <a:ext cx="175800" cy="887697"/>
                <a:chOff x="7371757" y="3976747"/>
                <a:chExt cx="175800" cy="887697"/>
              </a:xfrm>
            </p:grpSpPr>
            <p:sp>
              <p:nvSpPr>
                <p:cNvPr id="4980" name="Google Shape;4980;p2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2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2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2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84" name="Google Shape;4984;p257"/>
            <p:cNvGrpSpPr/>
            <p:nvPr/>
          </p:nvGrpSpPr>
          <p:grpSpPr>
            <a:xfrm>
              <a:off x="7967207" y="2744946"/>
              <a:ext cx="175800" cy="1877049"/>
              <a:chOff x="7691232" y="2709546"/>
              <a:chExt cx="175800" cy="1877049"/>
            </a:xfrm>
          </p:grpSpPr>
          <p:grpSp>
            <p:nvGrpSpPr>
              <p:cNvPr id="4985" name="Google Shape;4985;p257"/>
              <p:cNvGrpSpPr/>
              <p:nvPr/>
            </p:nvGrpSpPr>
            <p:grpSpPr>
              <a:xfrm>
                <a:off x="7691232" y="3698897"/>
                <a:ext cx="175800" cy="887697"/>
                <a:chOff x="7371757" y="3976747"/>
                <a:chExt cx="175800" cy="887697"/>
              </a:xfrm>
            </p:grpSpPr>
            <p:sp>
              <p:nvSpPr>
                <p:cNvPr id="4986" name="Google Shape;4986;p2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2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2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2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0" name="Google Shape;4990;p257"/>
              <p:cNvGrpSpPr/>
              <p:nvPr/>
            </p:nvGrpSpPr>
            <p:grpSpPr>
              <a:xfrm>
                <a:off x="7691232" y="2709546"/>
                <a:ext cx="175800" cy="887697"/>
                <a:chOff x="7371757" y="3976747"/>
                <a:chExt cx="175800" cy="887697"/>
              </a:xfrm>
            </p:grpSpPr>
            <p:sp>
              <p:nvSpPr>
                <p:cNvPr id="4991" name="Google Shape;4991;p25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25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25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25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4995" name="Shape 4995"/>
        <p:cNvGrpSpPr/>
        <p:nvPr/>
      </p:nvGrpSpPr>
      <p:grpSpPr>
        <a:xfrm>
          <a:off x="0" y="0"/>
          <a:ext cx="0" cy="0"/>
          <a:chOff x="0" y="0"/>
          <a:chExt cx="0" cy="0"/>
        </a:xfrm>
      </p:grpSpPr>
      <p:sp>
        <p:nvSpPr>
          <p:cNvPr id="4996" name="Google Shape;4996;p2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997" name="Google Shape;4997;p258"/>
          <p:cNvGrpSpPr/>
          <p:nvPr/>
        </p:nvGrpSpPr>
        <p:grpSpPr>
          <a:xfrm>
            <a:off x="-20657" y="150"/>
            <a:ext cx="9164657" cy="5143500"/>
            <a:chOff x="-20657" y="150"/>
            <a:chExt cx="9164657" cy="5143500"/>
          </a:xfrm>
        </p:grpSpPr>
        <p:cxnSp>
          <p:nvCxnSpPr>
            <p:cNvPr id="4998" name="Google Shape;4998;p258"/>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4999" name="Google Shape;4999;p258"/>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00" name="Google Shape;5000;p258"/>
            <p:cNvGrpSpPr/>
            <p:nvPr/>
          </p:nvGrpSpPr>
          <p:grpSpPr>
            <a:xfrm>
              <a:off x="7542978" y="176248"/>
              <a:ext cx="887795" cy="175887"/>
              <a:chOff x="2284850" y="131975"/>
              <a:chExt cx="1720200" cy="340800"/>
            </a:xfrm>
          </p:grpSpPr>
          <p:sp>
            <p:nvSpPr>
              <p:cNvPr id="5001" name="Google Shape;5001;p25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25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25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25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5005" name="Shape 5005"/>
        <p:cNvGrpSpPr/>
        <p:nvPr/>
      </p:nvGrpSpPr>
      <p:grpSpPr>
        <a:xfrm>
          <a:off x="0" y="0"/>
          <a:ext cx="0" cy="0"/>
          <a:chOff x="0" y="0"/>
          <a:chExt cx="0" cy="0"/>
        </a:xfrm>
      </p:grpSpPr>
      <p:sp>
        <p:nvSpPr>
          <p:cNvPr id="5006" name="Google Shape;5006;p259"/>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007" name="Google Shape;5007;p259"/>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5008" name="Google Shape;5008;p259"/>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09" name="Google Shape;5009;p259"/>
          <p:cNvGrpSpPr/>
          <p:nvPr/>
        </p:nvGrpSpPr>
        <p:grpSpPr>
          <a:xfrm flipH="1">
            <a:off x="7966220" y="4782198"/>
            <a:ext cx="887795" cy="175887"/>
            <a:chOff x="2284850" y="131975"/>
            <a:chExt cx="1720200" cy="340800"/>
          </a:xfrm>
        </p:grpSpPr>
        <p:sp>
          <p:nvSpPr>
            <p:cNvPr id="5010" name="Google Shape;5010;p25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25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25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25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5014" name="Shape 5014"/>
        <p:cNvGrpSpPr/>
        <p:nvPr/>
      </p:nvGrpSpPr>
      <p:grpSpPr>
        <a:xfrm>
          <a:off x="0" y="0"/>
          <a:ext cx="0" cy="0"/>
          <a:chOff x="0" y="0"/>
          <a:chExt cx="0" cy="0"/>
        </a:xfrm>
      </p:grpSpPr>
      <p:sp>
        <p:nvSpPr>
          <p:cNvPr id="5015" name="Google Shape;5015;p2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016" name="Google Shape;5016;p260"/>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5017" name="Google Shape;5017;p260"/>
          <p:cNvGrpSpPr/>
          <p:nvPr/>
        </p:nvGrpSpPr>
        <p:grpSpPr>
          <a:xfrm>
            <a:off x="4128103" y="186798"/>
            <a:ext cx="887795" cy="175887"/>
            <a:chOff x="2284850" y="131975"/>
            <a:chExt cx="1720200" cy="340800"/>
          </a:xfrm>
        </p:grpSpPr>
        <p:sp>
          <p:nvSpPr>
            <p:cNvPr id="5018" name="Google Shape;5018;p26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26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26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26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22" name="Google Shape;5022;p260"/>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023" name="Shape 5023"/>
        <p:cNvGrpSpPr/>
        <p:nvPr/>
      </p:nvGrpSpPr>
      <p:grpSpPr>
        <a:xfrm>
          <a:off x="0" y="0"/>
          <a:ext cx="0" cy="0"/>
          <a:chOff x="0" y="0"/>
          <a:chExt cx="0" cy="0"/>
        </a:xfrm>
      </p:grpSpPr>
      <p:sp>
        <p:nvSpPr>
          <p:cNvPr id="5024" name="Google Shape;5024;p261"/>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025" name="Google Shape;5025;p261"/>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5026" name="Google Shape;5026;p26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27" name="Google Shape;5027;p261"/>
          <p:cNvGrpSpPr/>
          <p:nvPr/>
        </p:nvGrpSpPr>
        <p:grpSpPr>
          <a:xfrm flipH="1" rot="10800000">
            <a:off x="7946332" y="1013372"/>
            <a:ext cx="739550" cy="887697"/>
            <a:chOff x="7371757" y="3976747"/>
            <a:chExt cx="739550" cy="887697"/>
          </a:xfrm>
        </p:grpSpPr>
        <p:sp>
          <p:nvSpPr>
            <p:cNvPr id="5028" name="Google Shape;5028;p26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26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26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26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26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3" name="Google Shape;5033;p26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26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26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26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26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26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26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5040" name="Shape 5040"/>
        <p:cNvGrpSpPr/>
        <p:nvPr/>
      </p:nvGrpSpPr>
      <p:grpSpPr>
        <a:xfrm>
          <a:off x="0" y="0"/>
          <a:ext cx="0" cy="0"/>
          <a:chOff x="0" y="0"/>
          <a:chExt cx="0" cy="0"/>
        </a:xfrm>
      </p:grpSpPr>
      <p:sp>
        <p:nvSpPr>
          <p:cNvPr id="5041" name="Google Shape;5041;p262"/>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42" name="Google Shape;5042;p262"/>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5043" name="Google Shape;5043;p262"/>
          <p:cNvGrpSpPr/>
          <p:nvPr/>
        </p:nvGrpSpPr>
        <p:grpSpPr>
          <a:xfrm>
            <a:off x="759093" y="449071"/>
            <a:ext cx="7652479" cy="3799448"/>
            <a:chOff x="759093" y="449071"/>
            <a:chExt cx="7652479" cy="3799448"/>
          </a:xfrm>
        </p:grpSpPr>
        <p:grpSp>
          <p:nvGrpSpPr>
            <p:cNvPr id="5044" name="Google Shape;5044;p262"/>
            <p:cNvGrpSpPr/>
            <p:nvPr/>
          </p:nvGrpSpPr>
          <p:grpSpPr>
            <a:xfrm flipH="1">
              <a:off x="7523777" y="449071"/>
              <a:ext cx="887795" cy="175887"/>
              <a:chOff x="2284850" y="131975"/>
              <a:chExt cx="1720200" cy="340800"/>
            </a:xfrm>
          </p:grpSpPr>
          <p:sp>
            <p:nvSpPr>
              <p:cNvPr id="5045" name="Google Shape;5045;p26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26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26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26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9" name="Google Shape;5049;p262"/>
            <p:cNvGrpSpPr/>
            <p:nvPr/>
          </p:nvGrpSpPr>
          <p:grpSpPr>
            <a:xfrm flipH="1">
              <a:off x="759093" y="3360822"/>
              <a:ext cx="457675" cy="887697"/>
              <a:chOff x="7653632" y="3976747"/>
              <a:chExt cx="457675" cy="887697"/>
            </a:xfrm>
          </p:grpSpPr>
          <p:sp>
            <p:nvSpPr>
              <p:cNvPr id="5050" name="Google Shape;5050;p26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26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26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26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26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26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6" name="Google Shape;5056;p26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26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058" name="Google Shape;5058;p262"/>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059" name="Google Shape;5059;p262"/>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60" name="Google Shape;5060;p262"/>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5061" name="Shape 5061"/>
        <p:cNvGrpSpPr/>
        <p:nvPr/>
      </p:nvGrpSpPr>
      <p:grpSpPr>
        <a:xfrm>
          <a:off x="0" y="0"/>
          <a:ext cx="0" cy="0"/>
          <a:chOff x="0" y="0"/>
          <a:chExt cx="0" cy="0"/>
        </a:xfrm>
      </p:grpSpPr>
      <p:sp>
        <p:nvSpPr>
          <p:cNvPr id="5062" name="Google Shape;5062;p263"/>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063" name="Google Shape;5063;p263"/>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64" name="Google Shape;5064;p263"/>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065" name="Shape 5065"/>
        <p:cNvGrpSpPr/>
        <p:nvPr/>
      </p:nvGrpSpPr>
      <p:grpSpPr>
        <a:xfrm>
          <a:off x="0" y="0"/>
          <a:ext cx="0" cy="0"/>
          <a:chOff x="0" y="0"/>
          <a:chExt cx="0" cy="0"/>
        </a:xfrm>
      </p:grpSpPr>
      <p:sp>
        <p:nvSpPr>
          <p:cNvPr id="5066" name="Google Shape;5066;p264"/>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67" name="Google Shape;5067;p264"/>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5068" name="Google Shape;5068;p264"/>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069" name="Google Shape;5069;p264"/>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5070" name="Google Shape;5070;p264"/>
          <p:cNvGrpSpPr/>
          <p:nvPr/>
        </p:nvGrpSpPr>
        <p:grpSpPr>
          <a:xfrm>
            <a:off x="324243" y="3769347"/>
            <a:ext cx="707325" cy="887697"/>
            <a:chOff x="324243" y="3769347"/>
            <a:chExt cx="707325" cy="887697"/>
          </a:xfrm>
        </p:grpSpPr>
        <p:grpSp>
          <p:nvGrpSpPr>
            <p:cNvPr id="5071" name="Google Shape;5071;p264"/>
            <p:cNvGrpSpPr/>
            <p:nvPr/>
          </p:nvGrpSpPr>
          <p:grpSpPr>
            <a:xfrm rot="10800000">
              <a:off x="324243" y="3769347"/>
              <a:ext cx="175800" cy="887697"/>
              <a:chOff x="7935507" y="3976747"/>
              <a:chExt cx="175800" cy="887697"/>
            </a:xfrm>
          </p:grpSpPr>
          <p:sp>
            <p:nvSpPr>
              <p:cNvPr id="5072" name="Google Shape;5072;p26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26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26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26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6" name="Google Shape;5076;p264"/>
            <p:cNvGrpSpPr/>
            <p:nvPr/>
          </p:nvGrpSpPr>
          <p:grpSpPr>
            <a:xfrm rot="10800000">
              <a:off x="855768" y="3769347"/>
              <a:ext cx="175800" cy="887697"/>
              <a:chOff x="7371757" y="3976747"/>
              <a:chExt cx="175800" cy="887697"/>
            </a:xfrm>
          </p:grpSpPr>
          <p:sp>
            <p:nvSpPr>
              <p:cNvPr id="5077" name="Google Shape;5077;p26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26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26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0" name="Google Shape;5080;p26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1" name="Google Shape;5081;p264"/>
            <p:cNvGrpSpPr/>
            <p:nvPr/>
          </p:nvGrpSpPr>
          <p:grpSpPr>
            <a:xfrm rot="10800000">
              <a:off x="590005" y="3769347"/>
              <a:ext cx="175800" cy="887697"/>
              <a:chOff x="7935507" y="3976747"/>
              <a:chExt cx="175800" cy="887697"/>
            </a:xfrm>
          </p:grpSpPr>
          <p:sp>
            <p:nvSpPr>
              <p:cNvPr id="5082" name="Google Shape;5082;p26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26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26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26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5086" name="Shape 5086"/>
        <p:cNvGrpSpPr/>
        <p:nvPr/>
      </p:nvGrpSpPr>
      <p:grpSpPr>
        <a:xfrm>
          <a:off x="0" y="0"/>
          <a:ext cx="0" cy="0"/>
          <a:chOff x="0" y="0"/>
          <a:chExt cx="0" cy="0"/>
        </a:xfrm>
      </p:grpSpPr>
      <p:cxnSp>
        <p:nvCxnSpPr>
          <p:cNvPr id="5087" name="Google Shape;5087;p265"/>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5088" name="Google Shape;5088;p265"/>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9" name="Google Shape;5089;p265"/>
          <p:cNvGrpSpPr/>
          <p:nvPr/>
        </p:nvGrpSpPr>
        <p:grpSpPr>
          <a:xfrm>
            <a:off x="7958407" y="2900571"/>
            <a:ext cx="739550" cy="1877049"/>
            <a:chOff x="7691232" y="2709546"/>
            <a:chExt cx="739550" cy="1877049"/>
          </a:xfrm>
        </p:grpSpPr>
        <p:grpSp>
          <p:nvGrpSpPr>
            <p:cNvPr id="5090" name="Google Shape;5090;p265"/>
            <p:cNvGrpSpPr/>
            <p:nvPr/>
          </p:nvGrpSpPr>
          <p:grpSpPr>
            <a:xfrm>
              <a:off x="7691232" y="3698897"/>
              <a:ext cx="739550" cy="887697"/>
              <a:chOff x="7371757" y="3976747"/>
              <a:chExt cx="739550" cy="887697"/>
            </a:xfrm>
          </p:grpSpPr>
          <p:sp>
            <p:nvSpPr>
              <p:cNvPr id="5091" name="Google Shape;5091;p26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26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26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26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26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26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26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26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26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26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26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26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3" name="Google Shape;5103;p265"/>
            <p:cNvGrpSpPr/>
            <p:nvPr/>
          </p:nvGrpSpPr>
          <p:grpSpPr>
            <a:xfrm>
              <a:off x="7691232" y="2709546"/>
              <a:ext cx="739550" cy="887697"/>
              <a:chOff x="7371757" y="3976747"/>
              <a:chExt cx="739550" cy="887697"/>
            </a:xfrm>
          </p:grpSpPr>
          <p:sp>
            <p:nvSpPr>
              <p:cNvPr id="5104" name="Google Shape;5104;p26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26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26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26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26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26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26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26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26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26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26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26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116" name="Google Shape;5116;p265"/>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117" name="Google Shape;5117;p265"/>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5118" name="Shape 5118"/>
        <p:cNvGrpSpPr/>
        <p:nvPr/>
      </p:nvGrpSpPr>
      <p:grpSpPr>
        <a:xfrm>
          <a:off x="0" y="0"/>
          <a:ext cx="0" cy="0"/>
          <a:chOff x="0" y="0"/>
          <a:chExt cx="0" cy="0"/>
        </a:xfrm>
      </p:grpSpPr>
      <p:sp>
        <p:nvSpPr>
          <p:cNvPr id="5119" name="Google Shape;5119;p26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20" name="Google Shape;5120;p266"/>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5121" name="Google Shape;5121;p266"/>
          <p:cNvGrpSpPr/>
          <p:nvPr/>
        </p:nvGrpSpPr>
        <p:grpSpPr>
          <a:xfrm>
            <a:off x="269328" y="269127"/>
            <a:ext cx="8249354" cy="1636293"/>
            <a:chOff x="269328" y="269127"/>
            <a:chExt cx="8249354" cy="1636293"/>
          </a:xfrm>
        </p:grpSpPr>
        <p:grpSp>
          <p:nvGrpSpPr>
            <p:cNvPr id="5122" name="Google Shape;5122;p266"/>
            <p:cNvGrpSpPr/>
            <p:nvPr/>
          </p:nvGrpSpPr>
          <p:grpSpPr>
            <a:xfrm flipH="1" rot="10800000">
              <a:off x="8061007" y="1017722"/>
              <a:ext cx="457675" cy="887697"/>
              <a:chOff x="7371757" y="3976747"/>
              <a:chExt cx="457675" cy="887697"/>
            </a:xfrm>
          </p:grpSpPr>
          <p:sp>
            <p:nvSpPr>
              <p:cNvPr id="5123" name="Google Shape;5123;p26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26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5" name="Google Shape;5125;p26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26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26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26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26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26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1" name="Google Shape;5131;p266"/>
            <p:cNvGrpSpPr/>
            <p:nvPr/>
          </p:nvGrpSpPr>
          <p:grpSpPr>
            <a:xfrm>
              <a:off x="269328" y="269127"/>
              <a:ext cx="887795" cy="175887"/>
              <a:chOff x="2284850" y="131975"/>
              <a:chExt cx="1720200" cy="340800"/>
            </a:xfrm>
          </p:grpSpPr>
          <p:sp>
            <p:nvSpPr>
              <p:cNvPr id="5132" name="Google Shape;5132;p26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26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26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26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136" name="Google Shape;5136;p266"/>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137" name="Google Shape;5137;p266"/>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5138" name="Shape 5138"/>
        <p:cNvGrpSpPr/>
        <p:nvPr/>
      </p:nvGrpSpPr>
      <p:grpSpPr>
        <a:xfrm>
          <a:off x="0" y="0"/>
          <a:ext cx="0" cy="0"/>
          <a:chOff x="0" y="0"/>
          <a:chExt cx="0" cy="0"/>
        </a:xfrm>
      </p:grpSpPr>
      <p:sp>
        <p:nvSpPr>
          <p:cNvPr id="5139" name="Google Shape;5139;p267"/>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140" name="Google Shape;5140;p267"/>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5141" name="Google Shape;5141;p26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2" name="Google Shape;5142;p267"/>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5143" name="Google Shape;5143;p267"/>
          <p:cNvGrpSpPr/>
          <p:nvPr/>
        </p:nvGrpSpPr>
        <p:grpSpPr>
          <a:xfrm>
            <a:off x="269328" y="269127"/>
            <a:ext cx="887795" cy="175887"/>
            <a:chOff x="2284850" y="131975"/>
            <a:chExt cx="1720200" cy="340800"/>
          </a:xfrm>
        </p:grpSpPr>
        <p:sp>
          <p:nvSpPr>
            <p:cNvPr id="5144" name="Google Shape;5144;p26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26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26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26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8" name="Google Shape;5148;p267"/>
          <p:cNvGrpSpPr/>
          <p:nvPr/>
        </p:nvGrpSpPr>
        <p:grpSpPr>
          <a:xfrm>
            <a:off x="7920045" y="3001872"/>
            <a:ext cx="433111" cy="1871372"/>
            <a:chOff x="8038657" y="1017722"/>
            <a:chExt cx="433111" cy="1871372"/>
          </a:xfrm>
        </p:grpSpPr>
        <p:grpSp>
          <p:nvGrpSpPr>
            <p:cNvPr id="5149" name="Google Shape;5149;p267"/>
            <p:cNvGrpSpPr/>
            <p:nvPr/>
          </p:nvGrpSpPr>
          <p:grpSpPr>
            <a:xfrm>
              <a:off x="8038657" y="1017722"/>
              <a:ext cx="175800" cy="887697"/>
              <a:chOff x="7371757" y="3976747"/>
              <a:chExt cx="175800" cy="887697"/>
            </a:xfrm>
          </p:grpSpPr>
          <p:sp>
            <p:nvSpPr>
              <p:cNvPr id="5150" name="Google Shape;5150;p26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26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26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26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4" name="Google Shape;5154;p267"/>
            <p:cNvGrpSpPr/>
            <p:nvPr/>
          </p:nvGrpSpPr>
          <p:grpSpPr>
            <a:xfrm>
              <a:off x="8295968" y="1017722"/>
              <a:ext cx="175800" cy="887697"/>
              <a:chOff x="7935507" y="3976747"/>
              <a:chExt cx="175800" cy="887697"/>
            </a:xfrm>
          </p:grpSpPr>
          <p:sp>
            <p:nvSpPr>
              <p:cNvPr id="5155" name="Google Shape;5155;p26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26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26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26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9" name="Google Shape;5159;p267"/>
            <p:cNvGrpSpPr/>
            <p:nvPr/>
          </p:nvGrpSpPr>
          <p:grpSpPr>
            <a:xfrm>
              <a:off x="8038657" y="2001397"/>
              <a:ext cx="175800" cy="887697"/>
              <a:chOff x="7371757" y="3976747"/>
              <a:chExt cx="175800" cy="887697"/>
            </a:xfrm>
          </p:grpSpPr>
          <p:sp>
            <p:nvSpPr>
              <p:cNvPr id="5160" name="Google Shape;5160;p26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26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26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26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4" name="Google Shape;5164;p267"/>
            <p:cNvGrpSpPr/>
            <p:nvPr/>
          </p:nvGrpSpPr>
          <p:grpSpPr>
            <a:xfrm>
              <a:off x="8295968" y="2001397"/>
              <a:ext cx="175800" cy="887697"/>
              <a:chOff x="7935507" y="3976747"/>
              <a:chExt cx="175800" cy="887697"/>
            </a:xfrm>
          </p:grpSpPr>
          <p:sp>
            <p:nvSpPr>
              <p:cNvPr id="5165" name="Google Shape;5165;p26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26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26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26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169" name="Shape 5169"/>
        <p:cNvGrpSpPr/>
        <p:nvPr/>
      </p:nvGrpSpPr>
      <p:grpSpPr>
        <a:xfrm>
          <a:off x="0" y="0"/>
          <a:ext cx="0" cy="0"/>
          <a:chOff x="0" y="0"/>
          <a:chExt cx="0" cy="0"/>
        </a:xfrm>
      </p:grpSpPr>
      <p:sp>
        <p:nvSpPr>
          <p:cNvPr id="5170" name="Google Shape;5170;p26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1" name="Google Shape;5171;p268"/>
          <p:cNvGrpSpPr/>
          <p:nvPr/>
        </p:nvGrpSpPr>
        <p:grpSpPr>
          <a:xfrm>
            <a:off x="3539353" y="688497"/>
            <a:ext cx="5261204" cy="4003441"/>
            <a:chOff x="3539353" y="688497"/>
            <a:chExt cx="5261204" cy="4003441"/>
          </a:xfrm>
        </p:grpSpPr>
        <p:grpSp>
          <p:nvGrpSpPr>
            <p:cNvPr id="5172" name="Google Shape;5172;p268"/>
            <p:cNvGrpSpPr/>
            <p:nvPr/>
          </p:nvGrpSpPr>
          <p:grpSpPr>
            <a:xfrm flipH="1" rot="10800000">
              <a:off x="8061007" y="688497"/>
              <a:ext cx="739550" cy="887697"/>
              <a:chOff x="7371757" y="3976747"/>
              <a:chExt cx="739550" cy="887697"/>
            </a:xfrm>
          </p:grpSpPr>
          <p:sp>
            <p:nvSpPr>
              <p:cNvPr id="5173" name="Google Shape;5173;p26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26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26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26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26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8" name="Google Shape;5178;p26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26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26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26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26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26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26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5" name="Google Shape;5185;p268"/>
            <p:cNvGrpSpPr/>
            <p:nvPr/>
          </p:nvGrpSpPr>
          <p:grpSpPr>
            <a:xfrm>
              <a:off x="3539353" y="4516052"/>
              <a:ext cx="887795" cy="175887"/>
              <a:chOff x="2284850" y="131975"/>
              <a:chExt cx="1720200" cy="340800"/>
            </a:xfrm>
          </p:grpSpPr>
          <p:sp>
            <p:nvSpPr>
              <p:cNvPr id="5186" name="Google Shape;5186;p26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26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26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26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190" name="Google Shape;5190;p268"/>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191" name="Google Shape;5191;p268"/>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92" name="Google Shape;5192;p268"/>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93" name="Google Shape;5193;p268"/>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194" name="Google Shape;5194;p268"/>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5195" name="Shape 5195"/>
        <p:cNvGrpSpPr/>
        <p:nvPr/>
      </p:nvGrpSpPr>
      <p:grpSpPr>
        <a:xfrm>
          <a:off x="0" y="0"/>
          <a:ext cx="0" cy="0"/>
          <a:chOff x="0" y="0"/>
          <a:chExt cx="0" cy="0"/>
        </a:xfrm>
      </p:grpSpPr>
      <p:sp>
        <p:nvSpPr>
          <p:cNvPr id="5196" name="Google Shape;5196;p269"/>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97" name="Google Shape;5197;p269"/>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5198" name="Google Shape;5198;p269"/>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5199" name="Google Shape;5199;p269"/>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269"/>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201" name="Shape 5201"/>
        <p:cNvGrpSpPr/>
        <p:nvPr/>
      </p:nvGrpSpPr>
      <p:grpSpPr>
        <a:xfrm>
          <a:off x="0" y="0"/>
          <a:ext cx="0" cy="0"/>
          <a:chOff x="0" y="0"/>
          <a:chExt cx="0" cy="0"/>
        </a:xfrm>
      </p:grpSpPr>
      <p:sp>
        <p:nvSpPr>
          <p:cNvPr id="5202" name="Google Shape;5202;p270"/>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3" name="Google Shape;5203;p270"/>
          <p:cNvGrpSpPr/>
          <p:nvPr/>
        </p:nvGrpSpPr>
        <p:grpSpPr>
          <a:xfrm flipH="1">
            <a:off x="7986880" y="4515911"/>
            <a:ext cx="887795" cy="175887"/>
            <a:chOff x="2284850" y="131975"/>
            <a:chExt cx="1720200" cy="340800"/>
          </a:xfrm>
        </p:grpSpPr>
        <p:sp>
          <p:nvSpPr>
            <p:cNvPr id="5204" name="Google Shape;5204;p27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27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27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27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8" name="Google Shape;5208;p270"/>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09" name="Google Shape;5209;p270"/>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10" name="Google Shape;5210;p270"/>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11" name="Google Shape;5211;p270"/>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12" name="Google Shape;5212;p270"/>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13" name="Google Shape;5213;p270"/>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14" name="Google Shape;5214;p270"/>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215" name="Shape 5215"/>
        <p:cNvGrpSpPr/>
        <p:nvPr/>
      </p:nvGrpSpPr>
      <p:grpSpPr>
        <a:xfrm>
          <a:off x="0" y="0"/>
          <a:ext cx="0" cy="0"/>
          <a:chOff x="0" y="0"/>
          <a:chExt cx="0" cy="0"/>
        </a:xfrm>
      </p:grpSpPr>
      <p:sp>
        <p:nvSpPr>
          <p:cNvPr id="5216" name="Google Shape;5216;p27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17" name="Google Shape;5217;p271"/>
          <p:cNvGrpSpPr/>
          <p:nvPr/>
        </p:nvGrpSpPr>
        <p:grpSpPr>
          <a:xfrm>
            <a:off x="269328" y="197352"/>
            <a:ext cx="8249354" cy="3899618"/>
            <a:chOff x="269328" y="197352"/>
            <a:chExt cx="8249354" cy="3899618"/>
          </a:xfrm>
        </p:grpSpPr>
        <p:grpSp>
          <p:nvGrpSpPr>
            <p:cNvPr id="5218" name="Google Shape;5218;p271"/>
            <p:cNvGrpSpPr/>
            <p:nvPr/>
          </p:nvGrpSpPr>
          <p:grpSpPr>
            <a:xfrm>
              <a:off x="8061007" y="3209272"/>
              <a:ext cx="457675" cy="887697"/>
              <a:chOff x="7371757" y="3976747"/>
              <a:chExt cx="457675" cy="887697"/>
            </a:xfrm>
          </p:grpSpPr>
          <p:sp>
            <p:nvSpPr>
              <p:cNvPr id="5219" name="Google Shape;5219;p27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27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27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27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27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27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27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27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7" name="Google Shape;5227;p271"/>
            <p:cNvGrpSpPr/>
            <p:nvPr/>
          </p:nvGrpSpPr>
          <p:grpSpPr>
            <a:xfrm>
              <a:off x="269328" y="197352"/>
              <a:ext cx="887795" cy="175887"/>
              <a:chOff x="2284850" y="131975"/>
              <a:chExt cx="1720200" cy="340800"/>
            </a:xfrm>
          </p:grpSpPr>
          <p:sp>
            <p:nvSpPr>
              <p:cNvPr id="5228" name="Google Shape;5228;p27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27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27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27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32" name="Google Shape;5232;p271"/>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233" name="Google Shape;5233;p271"/>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34" name="Google Shape;5234;p271"/>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35" name="Google Shape;5235;p271"/>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36" name="Google Shape;5236;p271"/>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37" name="Google Shape;5237;p271"/>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38" name="Google Shape;5238;p271"/>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39" name="Google Shape;5239;p271"/>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40" name="Google Shape;5240;p271"/>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241" name="Shape 5241"/>
        <p:cNvGrpSpPr/>
        <p:nvPr/>
      </p:nvGrpSpPr>
      <p:grpSpPr>
        <a:xfrm>
          <a:off x="0" y="0"/>
          <a:ext cx="0" cy="0"/>
          <a:chOff x="0" y="0"/>
          <a:chExt cx="0" cy="0"/>
        </a:xfrm>
      </p:grpSpPr>
      <p:sp>
        <p:nvSpPr>
          <p:cNvPr id="5242" name="Google Shape;5242;p272"/>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43" name="Google Shape;5243;p272"/>
          <p:cNvGrpSpPr/>
          <p:nvPr/>
        </p:nvGrpSpPr>
        <p:grpSpPr>
          <a:xfrm flipH="1">
            <a:off x="3091253" y="4774223"/>
            <a:ext cx="887795" cy="175887"/>
            <a:chOff x="2284850" y="131975"/>
            <a:chExt cx="1720200" cy="340800"/>
          </a:xfrm>
        </p:grpSpPr>
        <p:sp>
          <p:nvSpPr>
            <p:cNvPr id="5244" name="Google Shape;5244;p27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27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27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27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48" name="Google Shape;5248;p27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249" name="Google Shape;5249;p272"/>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50" name="Google Shape;5250;p272"/>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51" name="Google Shape;5251;p272"/>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52" name="Google Shape;5252;p272"/>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53" name="Google Shape;5253;p272"/>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54" name="Google Shape;5254;p272"/>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55" name="Google Shape;5255;p272"/>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56" name="Google Shape;5256;p272"/>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57" name="Google Shape;5257;p272"/>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58" name="Google Shape;5258;p272"/>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59" name="Google Shape;5259;p272"/>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260" name="Google Shape;5260;p272"/>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261" name="Shape 5261"/>
        <p:cNvGrpSpPr/>
        <p:nvPr/>
      </p:nvGrpSpPr>
      <p:grpSpPr>
        <a:xfrm>
          <a:off x="0" y="0"/>
          <a:ext cx="0" cy="0"/>
          <a:chOff x="0" y="0"/>
          <a:chExt cx="0" cy="0"/>
        </a:xfrm>
      </p:grpSpPr>
      <p:sp>
        <p:nvSpPr>
          <p:cNvPr id="5262" name="Google Shape;5262;p273"/>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63" name="Google Shape;5263;p273"/>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5264" name="Google Shape;5264;p273"/>
          <p:cNvGrpSpPr/>
          <p:nvPr/>
        </p:nvGrpSpPr>
        <p:grpSpPr>
          <a:xfrm flipH="1">
            <a:off x="7829752" y="4831427"/>
            <a:ext cx="887795" cy="175887"/>
            <a:chOff x="2284850" y="131975"/>
            <a:chExt cx="1720200" cy="340800"/>
          </a:xfrm>
        </p:grpSpPr>
        <p:sp>
          <p:nvSpPr>
            <p:cNvPr id="5265" name="Google Shape;5265;p27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27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27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27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69" name="Google Shape;5269;p273"/>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270" name="Google Shape;5270;p273"/>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271" name="Google Shape;5271;p273"/>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272" name="Google Shape;5272;p273"/>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273" name="Google Shape;5273;p273"/>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274" name="Google Shape;5274;p273"/>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5275" name="Google Shape;5275;p273"/>
          <p:cNvGrpSpPr/>
          <p:nvPr/>
        </p:nvGrpSpPr>
        <p:grpSpPr>
          <a:xfrm>
            <a:off x="300632" y="445022"/>
            <a:ext cx="958892" cy="887697"/>
            <a:chOff x="272293" y="445022"/>
            <a:chExt cx="958892" cy="887697"/>
          </a:xfrm>
        </p:grpSpPr>
        <p:grpSp>
          <p:nvGrpSpPr>
            <p:cNvPr id="5276" name="Google Shape;5276;p273"/>
            <p:cNvGrpSpPr/>
            <p:nvPr/>
          </p:nvGrpSpPr>
          <p:grpSpPr>
            <a:xfrm rot="10800000">
              <a:off x="272293" y="445022"/>
              <a:ext cx="175800" cy="887697"/>
              <a:chOff x="7935507" y="3976747"/>
              <a:chExt cx="175800" cy="887697"/>
            </a:xfrm>
          </p:grpSpPr>
          <p:sp>
            <p:nvSpPr>
              <p:cNvPr id="5277" name="Google Shape;5277;p27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27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27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27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1" name="Google Shape;5281;p273"/>
            <p:cNvGrpSpPr/>
            <p:nvPr/>
          </p:nvGrpSpPr>
          <p:grpSpPr>
            <a:xfrm rot="10800000">
              <a:off x="533323" y="445022"/>
              <a:ext cx="175800" cy="887697"/>
              <a:chOff x="7935507" y="3976747"/>
              <a:chExt cx="175800" cy="887697"/>
            </a:xfrm>
          </p:grpSpPr>
          <p:sp>
            <p:nvSpPr>
              <p:cNvPr id="5282" name="Google Shape;5282;p27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3" name="Google Shape;5283;p27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27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27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6" name="Google Shape;5286;p273"/>
            <p:cNvGrpSpPr/>
            <p:nvPr/>
          </p:nvGrpSpPr>
          <p:grpSpPr>
            <a:xfrm rot="10800000">
              <a:off x="794354" y="445022"/>
              <a:ext cx="175800" cy="887697"/>
              <a:chOff x="7935507" y="3976747"/>
              <a:chExt cx="175800" cy="887697"/>
            </a:xfrm>
          </p:grpSpPr>
          <p:sp>
            <p:nvSpPr>
              <p:cNvPr id="5287" name="Google Shape;5287;p27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27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27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27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1" name="Google Shape;5291;p273"/>
            <p:cNvGrpSpPr/>
            <p:nvPr/>
          </p:nvGrpSpPr>
          <p:grpSpPr>
            <a:xfrm rot="10800000">
              <a:off x="1055385" y="445022"/>
              <a:ext cx="175800" cy="887697"/>
              <a:chOff x="7935507" y="3976747"/>
              <a:chExt cx="175800" cy="887697"/>
            </a:xfrm>
          </p:grpSpPr>
          <p:sp>
            <p:nvSpPr>
              <p:cNvPr id="5292" name="Google Shape;5292;p27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p27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27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27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5296" name="Shape 5296"/>
        <p:cNvGrpSpPr/>
        <p:nvPr/>
      </p:nvGrpSpPr>
      <p:grpSpPr>
        <a:xfrm>
          <a:off x="0" y="0"/>
          <a:ext cx="0" cy="0"/>
          <a:chOff x="0" y="0"/>
          <a:chExt cx="0" cy="0"/>
        </a:xfrm>
      </p:grpSpPr>
      <p:cxnSp>
        <p:nvCxnSpPr>
          <p:cNvPr id="5297" name="Google Shape;5297;p274"/>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5298" name="Google Shape;5298;p274"/>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99" name="Google Shape;5299;p274"/>
          <p:cNvGrpSpPr/>
          <p:nvPr/>
        </p:nvGrpSpPr>
        <p:grpSpPr>
          <a:xfrm flipH="1">
            <a:off x="896577" y="269148"/>
            <a:ext cx="887795" cy="175887"/>
            <a:chOff x="2284850" y="131975"/>
            <a:chExt cx="1720200" cy="340800"/>
          </a:xfrm>
        </p:grpSpPr>
        <p:sp>
          <p:nvSpPr>
            <p:cNvPr id="5300" name="Google Shape;5300;p27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27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27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27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4" name="Google Shape;5304;p274"/>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305" name="Google Shape;5305;p274"/>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5306" name="Google Shape;5306;p274"/>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307" name="Google Shape;5307;p274"/>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308" name="Google Shape;5308;p274"/>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5309" name="Google Shape;5309;p274"/>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310" name="Google Shape;5310;p274"/>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311" name="Google Shape;5311;p274"/>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5312" name="Google Shape;5312;p274"/>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313" name="Google Shape;5313;p274"/>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314" name="Shape 5314"/>
        <p:cNvGrpSpPr/>
        <p:nvPr/>
      </p:nvGrpSpPr>
      <p:grpSpPr>
        <a:xfrm>
          <a:off x="0" y="0"/>
          <a:ext cx="0" cy="0"/>
          <a:chOff x="0" y="0"/>
          <a:chExt cx="0" cy="0"/>
        </a:xfrm>
      </p:grpSpPr>
      <p:sp>
        <p:nvSpPr>
          <p:cNvPr id="5315" name="Google Shape;5315;p275"/>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16" name="Google Shape;5316;p275"/>
          <p:cNvGrpSpPr/>
          <p:nvPr/>
        </p:nvGrpSpPr>
        <p:grpSpPr>
          <a:xfrm flipH="1">
            <a:off x="754543" y="777996"/>
            <a:ext cx="739550" cy="1877049"/>
            <a:chOff x="7691232" y="2709546"/>
            <a:chExt cx="739550" cy="1877049"/>
          </a:xfrm>
        </p:grpSpPr>
        <p:grpSp>
          <p:nvGrpSpPr>
            <p:cNvPr id="5317" name="Google Shape;5317;p275"/>
            <p:cNvGrpSpPr/>
            <p:nvPr/>
          </p:nvGrpSpPr>
          <p:grpSpPr>
            <a:xfrm>
              <a:off x="7691232" y="3698897"/>
              <a:ext cx="739550" cy="887697"/>
              <a:chOff x="7371757" y="3976747"/>
              <a:chExt cx="739550" cy="887697"/>
            </a:xfrm>
          </p:grpSpPr>
          <p:sp>
            <p:nvSpPr>
              <p:cNvPr id="5318" name="Google Shape;5318;p27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27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27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27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27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27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27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27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27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27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27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9" name="Google Shape;5329;p27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0" name="Google Shape;5330;p275"/>
            <p:cNvGrpSpPr/>
            <p:nvPr/>
          </p:nvGrpSpPr>
          <p:grpSpPr>
            <a:xfrm>
              <a:off x="7691232" y="2709546"/>
              <a:ext cx="739550" cy="887697"/>
              <a:chOff x="7371757" y="3976747"/>
              <a:chExt cx="739550" cy="887697"/>
            </a:xfrm>
          </p:grpSpPr>
          <p:sp>
            <p:nvSpPr>
              <p:cNvPr id="5331" name="Google Shape;5331;p27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27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27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27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27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27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27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27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27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27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27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27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43" name="Google Shape;5343;p275"/>
          <p:cNvGrpSpPr/>
          <p:nvPr/>
        </p:nvGrpSpPr>
        <p:grpSpPr>
          <a:xfrm flipH="1">
            <a:off x="3391227" y="4753102"/>
            <a:ext cx="887795" cy="175887"/>
            <a:chOff x="2284850" y="131975"/>
            <a:chExt cx="1720200" cy="340800"/>
          </a:xfrm>
        </p:grpSpPr>
        <p:sp>
          <p:nvSpPr>
            <p:cNvPr id="5344" name="Google Shape;5344;p27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27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27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27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48" name="Google Shape;5348;p275"/>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5349" name="Google Shape;5349;p275"/>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350" name="Google Shape;5350;p275"/>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351" name="Shape 5351"/>
        <p:cNvGrpSpPr/>
        <p:nvPr/>
      </p:nvGrpSpPr>
      <p:grpSpPr>
        <a:xfrm>
          <a:off x="0" y="0"/>
          <a:ext cx="0" cy="0"/>
          <a:chOff x="0" y="0"/>
          <a:chExt cx="0" cy="0"/>
        </a:xfrm>
      </p:grpSpPr>
      <p:cxnSp>
        <p:nvCxnSpPr>
          <p:cNvPr id="5352" name="Google Shape;5352;p276"/>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5353" name="Google Shape;5353;p276"/>
          <p:cNvGrpSpPr/>
          <p:nvPr/>
        </p:nvGrpSpPr>
        <p:grpSpPr>
          <a:xfrm>
            <a:off x="269328" y="3823073"/>
            <a:ext cx="887795" cy="175887"/>
            <a:chOff x="-5191947" y="7177654"/>
            <a:chExt cx="1720200" cy="340800"/>
          </a:xfrm>
        </p:grpSpPr>
        <p:sp>
          <p:nvSpPr>
            <p:cNvPr id="5354" name="Google Shape;5354;p276"/>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276"/>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276"/>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276"/>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58" name="Google Shape;5358;p276"/>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359" name="Shape 5359"/>
        <p:cNvGrpSpPr/>
        <p:nvPr/>
      </p:nvGrpSpPr>
      <p:grpSpPr>
        <a:xfrm>
          <a:off x="0" y="0"/>
          <a:ext cx="0" cy="0"/>
          <a:chOff x="0" y="0"/>
          <a:chExt cx="0" cy="0"/>
        </a:xfrm>
      </p:grpSpPr>
      <p:cxnSp>
        <p:nvCxnSpPr>
          <p:cNvPr id="5360" name="Google Shape;5360;p277"/>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5361" name="Google Shape;5361;p277"/>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62" name="Google Shape;5362;p277"/>
          <p:cNvGrpSpPr/>
          <p:nvPr/>
        </p:nvGrpSpPr>
        <p:grpSpPr>
          <a:xfrm>
            <a:off x="1553061" y="1633371"/>
            <a:ext cx="3369104" cy="3282565"/>
            <a:chOff x="1553061" y="1633371"/>
            <a:chExt cx="3369104" cy="3282565"/>
          </a:xfrm>
        </p:grpSpPr>
        <p:grpSp>
          <p:nvGrpSpPr>
            <p:cNvPr id="5363" name="Google Shape;5363;p277"/>
            <p:cNvGrpSpPr/>
            <p:nvPr/>
          </p:nvGrpSpPr>
          <p:grpSpPr>
            <a:xfrm rot="10800000">
              <a:off x="1553061" y="1633371"/>
              <a:ext cx="457675" cy="1877049"/>
              <a:chOff x="7973107" y="2709546"/>
              <a:chExt cx="457675" cy="1877049"/>
            </a:xfrm>
          </p:grpSpPr>
          <p:grpSp>
            <p:nvGrpSpPr>
              <p:cNvPr id="5364" name="Google Shape;5364;p277"/>
              <p:cNvGrpSpPr/>
              <p:nvPr/>
            </p:nvGrpSpPr>
            <p:grpSpPr>
              <a:xfrm>
                <a:off x="7973107" y="3698897"/>
                <a:ext cx="457675" cy="887697"/>
                <a:chOff x="7653632" y="3976747"/>
                <a:chExt cx="457675" cy="887697"/>
              </a:xfrm>
            </p:grpSpPr>
            <p:sp>
              <p:nvSpPr>
                <p:cNvPr id="5365" name="Google Shape;5365;p27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27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27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27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27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27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27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27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3" name="Google Shape;5373;p277"/>
              <p:cNvGrpSpPr/>
              <p:nvPr/>
            </p:nvGrpSpPr>
            <p:grpSpPr>
              <a:xfrm>
                <a:off x="7973107" y="2709546"/>
                <a:ext cx="457675" cy="887697"/>
                <a:chOff x="7653632" y="3976747"/>
                <a:chExt cx="457675" cy="887697"/>
              </a:xfrm>
            </p:grpSpPr>
            <p:sp>
              <p:nvSpPr>
                <p:cNvPr id="5374" name="Google Shape;5374;p27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27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27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27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27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27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27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27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82" name="Google Shape;5382;p277"/>
            <p:cNvGrpSpPr/>
            <p:nvPr/>
          </p:nvGrpSpPr>
          <p:grpSpPr>
            <a:xfrm flipH="1">
              <a:off x="4034370" y="4740048"/>
              <a:ext cx="887795" cy="175887"/>
              <a:chOff x="-5191947" y="7177654"/>
              <a:chExt cx="1720200" cy="340800"/>
            </a:xfrm>
          </p:grpSpPr>
          <p:sp>
            <p:nvSpPr>
              <p:cNvPr id="5383" name="Google Shape;5383;p277"/>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277"/>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277"/>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277"/>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90" name="Shape 5390"/>
        <p:cNvGrpSpPr/>
        <p:nvPr/>
      </p:nvGrpSpPr>
      <p:grpSpPr>
        <a:xfrm>
          <a:off x="0" y="0"/>
          <a:ext cx="0" cy="0"/>
          <a:chOff x="0" y="0"/>
          <a:chExt cx="0" cy="0"/>
        </a:xfrm>
      </p:grpSpPr>
      <p:sp>
        <p:nvSpPr>
          <p:cNvPr id="5391" name="Google Shape;5391;p279"/>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5392" name="Google Shape;5392;p279"/>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5393" name="Google Shape;5393;p27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94" name="Google Shape;5394;p279"/>
          <p:cNvGrpSpPr/>
          <p:nvPr/>
        </p:nvGrpSpPr>
        <p:grpSpPr>
          <a:xfrm>
            <a:off x="7371757" y="3976747"/>
            <a:ext cx="739550" cy="887697"/>
            <a:chOff x="7371757" y="3976747"/>
            <a:chExt cx="739550" cy="887697"/>
          </a:xfrm>
        </p:grpSpPr>
        <p:sp>
          <p:nvSpPr>
            <p:cNvPr id="5395" name="Google Shape;5395;p27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27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27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27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27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27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27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27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27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27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27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27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07" name="Shape 5407"/>
        <p:cNvGrpSpPr/>
        <p:nvPr/>
      </p:nvGrpSpPr>
      <p:grpSpPr>
        <a:xfrm>
          <a:off x="0" y="0"/>
          <a:ext cx="0" cy="0"/>
          <a:chOff x="0" y="0"/>
          <a:chExt cx="0" cy="0"/>
        </a:xfrm>
      </p:grpSpPr>
      <p:sp>
        <p:nvSpPr>
          <p:cNvPr id="5408" name="Google Shape;5408;p280"/>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409" name="Google Shape;5409;p280"/>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410" name="Google Shape;5410;p280"/>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11" name="Google Shape;5411;p280"/>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12" name="Google Shape;5412;p280"/>
          <p:cNvGrpSpPr/>
          <p:nvPr/>
        </p:nvGrpSpPr>
        <p:grpSpPr>
          <a:xfrm flipH="1" rot="10800000">
            <a:off x="6851382" y="1633371"/>
            <a:ext cx="457675" cy="1877049"/>
            <a:chOff x="7691232" y="2709546"/>
            <a:chExt cx="457675" cy="1877049"/>
          </a:xfrm>
        </p:grpSpPr>
        <p:grpSp>
          <p:nvGrpSpPr>
            <p:cNvPr id="5413" name="Google Shape;5413;p280"/>
            <p:cNvGrpSpPr/>
            <p:nvPr/>
          </p:nvGrpSpPr>
          <p:grpSpPr>
            <a:xfrm>
              <a:off x="7691232" y="3698897"/>
              <a:ext cx="457675" cy="887697"/>
              <a:chOff x="7371757" y="3976747"/>
              <a:chExt cx="457675" cy="887697"/>
            </a:xfrm>
          </p:grpSpPr>
          <p:sp>
            <p:nvSpPr>
              <p:cNvPr id="5414" name="Google Shape;5414;p28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5" name="Google Shape;5415;p28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28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28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8" name="Google Shape;5418;p28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28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28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1" name="Google Shape;5421;p28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2" name="Google Shape;5422;p280"/>
            <p:cNvGrpSpPr/>
            <p:nvPr/>
          </p:nvGrpSpPr>
          <p:grpSpPr>
            <a:xfrm>
              <a:off x="7691232" y="2709546"/>
              <a:ext cx="457675" cy="887697"/>
              <a:chOff x="7371757" y="3976747"/>
              <a:chExt cx="457675" cy="887697"/>
            </a:xfrm>
          </p:grpSpPr>
          <p:sp>
            <p:nvSpPr>
              <p:cNvPr id="5423" name="Google Shape;5423;p28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28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28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28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28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28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28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28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31" name="Shape 5431"/>
        <p:cNvGrpSpPr/>
        <p:nvPr/>
      </p:nvGrpSpPr>
      <p:grpSpPr>
        <a:xfrm>
          <a:off x="0" y="0"/>
          <a:ext cx="0" cy="0"/>
          <a:chOff x="0" y="0"/>
          <a:chExt cx="0" cy="0"/>
        </a:xfrm>
      </p:grpSpPr>
      <p:sp>
        <p:nvSpPr>
          <p:cNvPr id="5432" name="Google Shape;5432;p281"/>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433" name="Google Shape;5433;p281"/>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5434" name="Google Shape;5434;p281"/>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5435" name="Google Shape;5435;p28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6" name="Google Shape;5436;p281"/>
          <p:cNvGrpSpPr/>
          <p:nvPr/>
        </p:nvGrpSpPr>
        <p:grpSpPr>
          <a:xfrm>
            <a:off x="1202653" y="2683622"/>
            <a:ext cx="6827579" cy="2242691"/>
            <a:chOff x="1202653" y="2683622"/>
            <a:chExt cx="6827579" cy="2242691"/>
          </a:xfrm>
        </p:grpSpPr>
        <p:grpSp>
          <p:nvGrpSpPr>
            <p:cNvPr id="5437" name="Google Shape;5437;p281"/>
            <p:cNvGrpSpPr/>
            <p:nvPr/>
          </p:nvGrpSpPr>
          <p:grpSpPr>
            <a:xfrm>
              <a:off x="7854432" y="2683622"/>
              <a:ext cx="175800" cy="887697"/>
              <a:chOff x="7371757" y="3976747"/>
              <a:chExt cx="175800" cy="887697"/>
            </a:xfrm>
          </p:grpSpPr>
          <p:sp>
            <p:nvSpPr>
              <p:cNvPr id="5438" name="Google Shape;5438;p28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28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28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28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2" name="Google Shape;5442;p281"/>
            <p:cNvGrpSpPr/>
            <p:nvPr/>
          </p:nvGrpSpPr>
          <p:grpSpPr>
            <a:xfrm>
              <a:off x="1202653" y="4750427"/>
              <a:ext cx="887795" cy="175887"/>
              <a:chOff x="2284850" y="131975"/>
              <a:chExt cx="1720200" cy="340800"/>
            </a:xfrm>
          </p:grpSpPr>
          <p:sp>
            <p:nvSpPr>
              <p:cNvPr id="5443" name="Google Shape;5443;p28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28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28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28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47" name="Shape 5447"/>
        <p:cNvGrpSpPr/>
        <p:nvPr/>
      </p:nvGrpSpPr>
      <p:grpSpPr>
        <a:xfrm>
          <a:off x="0" y="0"/>
          <a:ext cx="0" cy="0"/>
          <a:chOff x="0" y="0"/>
          <a:chExt cx="0" cy="0"/>
        </a:xfrm>
      </p:grpSpPr>
      <p:sp>
        <p:nvSpPr>
          <p:cNvPr id="5448" name="Google Shape;5448;p28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49" name="Google Shape;5449;p282"/>
          <p:cNvGrpSpPr/>
          <p:nvPr/>
        </p:nvGrpSpPr>
        <p:grpSpPr>
          <a:xfrm>
            <a:off x="5956178" y="1566397"/>
            <a:ext cx="2637804" cy="3321791"/>
            <a:chOff x="5956178" y="1566397"/>
            <a:chExt cx="2637804" cy="3321791"/>
          </a:xfrm>
        </p:grpSpPr>
        <p:grpSp>
          <p:nvGrpSpPr>
            <p:cNvPr id="5450" name="Google Shape;5450;p282"/>
            <p:cNvGrpSpPr/>
            <p:nvPr/>
          </p:nvGrpSpPr>
          <p:grpSpPr>
            <a:xfrm flipH="1" rot="10800000">
              <a:off x="7854432" y="1566397"/>
              <a:ext cx="739550" cy="887697"/>
              <a:chOff x="7371757" y="3976747"/>
              <a:chExt cx="739550" cy="887697"/>
            </a:xfrm>
          </p:grpSpPr>
          <p:sp>
            <p:nvSpPr>
              <p:cNvPr id="5451" name="Google Shape;5451;p28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28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3" name="Google Shape;5453;p28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28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28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28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28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28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28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28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28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28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3" name="Google Shape;5463;p282"/>
            <p:cNvGrpSpPr/>
            <p:nvPr/>
          </p:nvGrpSpPr>
          <p:grpSpPr>
            <a:xfrm>
              <a:off x="5956178" y="4712302"/>
              <a:ext cx="887795" cy="175887"/>
              <a:chOff x="2284850" y="131975"/>
              <a:chExt cx="1720200" cy="340800"/>
            </a:xfrm>
          </p:grpSpPr>
          <p:sp>
            <p:nvSpPr>
              <p:cNvPr id="5464" name="Google Shape;5464;p28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28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28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28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68" name="Google Shape;5468;p282"/>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469" name="Google Shape;5469;p282"/>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470" name="Google Shape;5470;p282"/>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471" name="Google Shape;5471;p282"/>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72" name="Google Shape;5472;p282"/>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73" name="Shape 5473"/>
        <p:cNvGrpSpPr/>
        <p:nvPr/>
      </p:nvGrpSpPr>
      <p:grpSpPr>
        <a:xfrm>
          <a:off x="0" y="0"/>
          <a:ext cx="0" cy="0"/>
          <a:chOff x="0" y="0"/>
          <a:chExt cx="0" cy="0"/>
        </a:xfrm>
      </p:grpSpPr>
      <p:sp>
        <p:nvSpPr>
          <p:cNvPr id="5474" name="Google Shape;5474;p2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475" name="Google Shape;5475;p283"/>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5476" name="Google Shape;5476;p283"/>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7" name="Google Shape;5477;p283"/>
          <p:cNvGrpSpPr/>
          <p:nvPr/>
        </p:nvGrpSpPr>
        <p:grpSpPr>
          <a:xfrm flipH="1">
            <a:off x="7966220" y="186773"/>
            <a:ext cx="887795" cy="175887"/>
            <a:chOff x="2284850" y="131975"/>
            <a:chExt cx="1720200" cy="340800"/>
          </a:xfrm>
        </p:grpSpPr>
        <p:sp>
          <p:nvSpPr>
            <p:cNvPr id="5478" name="Google Shape;5478;p28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28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28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28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82" name="Shape 5482"/>
        <p:cNvGrpSpPr/>
        <p:nvPr/>
      </p:nvGrpSpPr>
      <p:grpSpPr>
        <a:xfrm>
          <a:off x="0" y="0"/>
          <a:ext cx="0" cy="0"/>
          <a:chOff x="0" y="0"/>
          <a:chExt cx="0" cy="0"/>
        </a:xfrm>
      </p:grpSpPr>
      <p:sp>
        <p:nvSpPr>
          <p:cNvPr id="5483" name="Google Shape;5483;p284"/>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484" name="Google Shape;5484;p284"/>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5485" name="Google Shape;5485;p284"/>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86" name="Google Shape;5486;p284"/>
          <p:cNvGrpSpPr/>
          <p:nvPr/>
        </p:nvGrpSpPr>
        <p:grpSpPr>
          <a:xfrm>
            <a:off x="269328" y="716196"/>
            <a:ext cx="8517204" cy="3970118"/>
            <a:chOff x="269328" y="716196"/>
            <a:chExt cx="8517204" cy="3970118"/>
          </a:xfrm>
        </p:grpSpPr>
        <p:grpSp>
          <p:nvGrpSpPr>
            <p:cNvPr id="5487" name="Google Shape;5487;p284"/>
            <p:cNvGrpSpPr/>
            <p:nvPr/>
          </p:nvGrpSpPr>
          <p:grpSpPr>
            <a:xfrm>
              <a:off x="8328857" y="716196"/>
              <a:ext cx="457675" cy="1877049"/>
              <a:chOff x="7691232" y="2709546"/>
              <a:chExt cx="457675" cy="1877049"/>
            </a:xfrm>
          </p:grpSpPr>
          <p:grpSp>
            <p:nvGrpSpPr>
              <p:cNvPr id="5488" name="Google Shape;5488;p284"/>
              <p:cNvGrpSpPr/>
              <p:nvPr/>
            </p:nvGrpSpPr>
            <p:grpSpPr>
              <a:xfrm>
                <a:off x="7691232" y="3698897"/>
                <a:ext cx="457675" cy="887697"/>
                <a:chOff x="7371757" y="3976747"/>
                <a:chExt cx="457675" cy="887697"/>
              </a:xfrm>
            </p:grpSpPr>
            <p:sp>
              <p:nvSpPr>
                <p:cNvPr id="5489" name="Google Shape;5489;p28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28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28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28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28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28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28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28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7" name="Google Shape;5497;p284"/>
              <p:cNvGrpSpPr/>
              <p:nvPr/>
            </p:nvGrpSpPr>
            <p:grpSpPr>
              <a:xfrm>
                <a:off x="7691232" y="2709546"/>
                <a:ext cx="457675" cy="887697"/>
                <a:chOff x="7371757" y="3976747"/>
                <a:chExt cx="457675" cy="887697"/>
              </a:xfrm>
            </p:grpSpPr>
            <p:sp>
              <p:nvSpPr>
                <p:cNvPr id="5498" name="Google Shape;5498;p28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28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28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28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28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28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28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28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06" name="Google Shape;5506;p284"/>
            <p:cNvGrpSpPr/>
            <p:nvPr/>
          </p:nvGrpSpPr>
          <p:grpSpPr>
            <a:xfrm>
              <a:off x="269328" y="4510427"/>
              <a:ext cx="887795" cy="175887"/>
              <a:chOff x="2284850" y="131975"/>
              <a:chExt cx="1720200" cy="340800"/>
            </a:xfrm>
          </p:grpSpPr>
          <p:sp>
            <p:nvSpPr>
              <p:cNvPr id="5507" name="Google Shape;5507;p28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28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28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28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11" name="Shape 5511"/>
        <p:cNvGrpSpPr/>
        <p:nvPr/>
      </p:nvGrpSpPr>
      <p:grpSpPr>
        <a:xfrm>
          <a:off x="0" y="0"/>
          <a:ext cx="0" cy="0"/>
          <a:chOff x="0" y="0"/>
          <a:chExt cx="0" cy="0"/>
        </a:xfrm>
      </p:grpSpPr>
      <p:sp>
        <p:nvSpPr>
          <p:cNvPr id="5512" name="Google Shape;5512;p285"/>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285"/>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5514" name="Google Shape;5514;p285"/>
          <p:cNvGrpSpPr/>
          <p:nvPr/>
        </p:nvGrpSpPr>
        <p:grpSpPr>
          <a:xfrm>
            <a:off x="7683925" y="745396"/>
            <a:ext cx="745132" cy="1877049"/>
            <a:chOff x="7580032" y="910721"/>
            <a:chExt cx="745132" cy="1877049"/>
          </a:xfrm>
        </p:grpSpPr>
        <p:grpSp>
          <p:nvGrpSpPr>
            <p:cNvPr id="5515" name="Google Shape;5515;p285"/>
            <p:cNvGrpSpPr/>
            <p:nvPr/>
          </p:nvGrpSpPr>
          <p:grpSpPr>
            <a:xfrm flipH="1" rot="10800000">
              <a:off x="7580032" y="910721"/>
              <a:ext cx="175800" cy="1877049"/>
              <a:chOff x="7691232" y="2709546"/>
              <a:chExt cx="175800" cy="1877049"/>
            </a:xfrm>
          </p:grpSpPr>
          <p:grpSp>
            <p:nvGrpSpPr>
              <p:cNvPr id="5516" name="Google Shape;5516;p285"/>
              <p:cNvGrpSpPr/>
              <p:nvPr/>
            </p:nvGrpSpPr>
            <p:grpSpPr>
              <a:xfrm>
                <a:off x="7691232" y="3698897"/>
                <a:ext cx="175800" cy="887697"/>
                <a:chOff x="7371757" y="3976747"/>
                <a:chExt cx="175800" cy="887697"/>
              </a:xfrm>
            </p:grpSpPr>
            <p:sp>
              <p:nvSpPr>
                <p:cNvPr id="5517" name="Google Shape;5517;p28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28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28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28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1" name="Google Shape;5521;p285"/>
              <p:cNvGrpSpPr/>
              <p:nvPr/>
            </p:nvGrpSpPr>
            <p:grpSpPr>
              <a:xfrm>
                <a:off x="7691232" y="2709546"/>
                <a:ext cx="175800" cy="887697"/>
                <a:chOff x="7371757" y="3976747"/>
                <a:chExt cx="175800" cy="887697"/>
              </a:xfrm>
            </p:grpSpPr>
            <p:sp>
              <p:nvSpPr>
                <p:cNvPr id="5522" name="Google Shape;5522;p28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28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28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28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26" name="Google Shape;5526;p285"/>
            <p:cNvGrpSpPr/>
            <p:nvPr/>
          </p:nvGrpSpPr>
          <p:grpSpPr>
            <a:xfrm flipH="1" rot="10800000">
              <a:off x="7867490" y="910721"/>
              <a:ext cx="457675" cy="1877049"/>
              <a:chOff x="7691232" y="2709546"/>
              <a:chExt cx="457675" cy="1877049"/>
            </a:xfrm>
          </p:grpSpPr>
          <p:grpSp>
            <p:nvGrpSpPr>
              <p:cNvPr id="5527" name="Google Shape;5527;p285"/>
              <p:cNvGrpSpPr/>
              <p:nvPr/>
            </p:nvGrpSpPr>
            <p:grpSpPr>
              <a:xfrm>
                <a:off x="7691232" y="3698897"/>
                <a:ext cx="457675" cy="887697"/>
                <a:chOff x="7371757" y="3976747"/>
                <a:chExt cx="457675" cy="887697"/>
              </a:xfrm>
            </p:grpSpPr>
            <p:sp>
              <p:nvSpPr>
                <p:cNvPr id="5528" name="Google Shape;5528;p28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28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28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28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28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28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28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28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6" name="Google Shape;5536;p285"/>
              <p:cNvGrpSpPr/>
              <p:nvPr/>
            </p:nvGrpSpPr>
            <p:grpSpPr>
              <a:xfrm>
                <a:off x="7691232" y="2709546"/>
                <a:ext cx="457675" cy="887697"/>
                <a:chOff x="7371757" y="3976747"/>
                <a:chExt cx="457675" cy="887697"/>
              </a:xfrm>
            </p:grpSpPr>
            <p:sp>
              <p:nvSpPr>
                <p:cNvPr id="5537" name="Google Shape;5537;p28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28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28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28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28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28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28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28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45" name="Shape 5545"/>
        <p:cNvGrpSpPr/>
        <p:nvPr/>
      </p:nvGrpSpPr>
      <p:grpSpPr>
        <a:xfrm>
          <a:off x="0" y="0"/>
          <a:ext cx="0" cy="0"/>
          <a:chOff x="0" y="0"/>
          <a:chExt cx="0" cy="0"/>
        </a:xfrm>
      </p:grpSpPr>
      <p:sp>
        <p:nvSpPr>
          <p:cNvPr id="5546" name="Google Shape;5546;p286"/>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547" name="Google Shape;5547;p286"/>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48" name="Google Shape;5548;p286"/>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49" name="Google Shape;5549;p286"/>
          <p:cNvGrpSpPr/>
          <p:nvPr/>
        </p:nvGrpSpPr>
        <p:grpSpPr>
          <a:xfrm>
            <a:off x="562032" y="1301880"/>
            <a:ext cx="739550" cy="887697"/>
            <a:chOff x="7371757" y="3976747"/>
            <a:chExt cx="739550" cy="887697"/>
          </a:xfrm>
        </p:grpSpPr>
        <p:sp>
          <p:nvSpPr>
            <p:cNvPr id="5550" name="Google Shape;5550;p28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28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28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28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28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28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28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28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28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28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28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28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62" name="Shape 5562"/>
        <p:cNvGrpSpPr/>
        <p:nvPr/>
      </p:nvGrpSpPr>
      <p:grpSpPr>
        <a:xfrm>
          <a:off x="0" y="0"/>
          <a:ext cx="0" cy="0"/>
          <a:chOff x="0" y="0"/>
          <a:chExt cx="0" cy="0"/>
        </a:xfrm>
      </p:grpSpPr>
      <p:sp>
        <p:nvSpPr>
          <p:cNvPr id="5563" name="Google Shape;5563;p287"/>
          <p:cNvSpPr/>
          <p:nvPr>
            <p:ph idx="2" type="pic"/>
          </p:nvPr>
        </p:nvSpPr>
        <p:spPr>
          <a:xfrm>
            <a:off x="-25" y="-13725"/>
            <a:ext cx="9144000" cy="5157300"/>
          </a:xfrm>
          <a:prstGeom prst="rect">
            <a:avLst/>
          </a:prstGeom>
          <a:noFill/>
          <a:ln>
            <a:noFill/>
          </a:ln>
        </p:spPr>
      </p:sp>
      <p:sp>
        <p:nvSpPr>
          <p:cNvPr id="5564" name="Google Shape;5564;p287"/>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65" name="Shape 5565"/>
        <p:cNvGrpSpPr/>
        <p:nvPr/>
      </p:nvGrpSpPr>
      <p:grpSpPr>
        <a:xfrm>
          <a:off x="0" y="0"/>
          <a:ext cx="0" cy="0"/>
          <a:chOff x="0" y="0"/>
          <a:chExt cx="0" cy="0"/>
        </a:xfrm>
      </p:grpSpPr>
      <p:sp>
        <p:nvSpPr>
          <p:cNvPr id="5566" name="Google Shape;5566;p288"/>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67" name="Google Shape;5567;p288"/>
          <p:cNvGrpSpPr/>
          <p:nvPr/>
        </p:nvGrpSpPr>
        <p:grpSpPr>
          <a:xfrm>
            <a:off x="4553003" y="363602"/>
            <a:ext cx="3863079" cy="4414018"/>
            <a:chOff x="4553003" y="363602"/>
            <a:chExt cx="3863079" cy="4414018"/>
          </a:xfrm>
        </p:grpSpPr>
        <p:grpSp>
          <p:nvGrpSpPr>
            <p:cNvPr id="5568" name="Google Shape;5568;p288"/>
            <p:cNvGrpSpPr/>
            <p:nvPr/>
          </p:nvGrpSpPr>
          <p:grpSpPr>
            <a:xfrm flipH="1" rot="10800000">
              <a:off x="7958407" y="2900571"/>
              <a:ext cx="457675" cy="1877049"/>
              <a:chOff x="7691232" y="2709546"/>
              <a:chExt cx="457675" cy="1877049"/>
            </a:xfrm>
          </p:grpSpPr>
          <p:grpSp>
            <p:nvGrpSpPr>
              <p:cNvPr id="5569" name="Google Shape;5569;p288"/>
              <p:cNvGrpSpPr/>
              <p:nvPr/>
            </p:nvGrpSpPr>
            <p:grpSpPr>
              <a:xfrm>
                <a:off x="7691232" y="3698897"/>
                <a:ext cx="457675" cy="887697"/>
                <a:chOff x="7371757" y="3976747"/>
                <a:chExt cx="457675" cy="887697"/>
              </a:xfrm>
            </p:grpSpPr>
            <p:sp>
              <p:nvSpPr>
                <p:cNvPr id="5570" name="Google Shape;5570;p28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28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28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28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28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28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28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28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8" name="Google Shape;5578;p288"/>
              <p:cNvGrpSpPr/>
              <p:nvPr/>
            </p:nvGrpSpPr>
            <p:grpSpPr>
              <a:xfrm>
                <a:off x="7691232" y="2709546"/>
                <a:ext cx="457675" cy="887697"/>
                <a:chOff x="7371757" y="3976747"/>
                <a:chExt cx="457675" cy="887697"/>
              </a:xfrm>
            </p:grpSpPr>
            <p:sp>
              <p:nvSpPr>
                <p:cNvPr id="5579" name="Google Shape;5579;p28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28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28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28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28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28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28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28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87" name="Google Shape;5587;p288"/>
            <p:cNvGrpSpPr/>
            <p:nvPr/>
          </p:nvGrpSpPr>
          <p:grpSpPr>
            <a:xfrm>
              <a:off x="4553003" y="363602"/>
              <a:ext cx="887795" cy="175887"/>
              <a:chOff x="2284850" y="131975"/>
              <a:chExt cx="1720200" cy="340800"/>
            </a:xfrm>
          </p:grpSpPr>
          <p:sp>
            <p:nvSpPr>
              <p:cNvPr id="5588" name="Google Shape;5588;p28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28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28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28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92" name="Google Shape;5592;p288"/>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5593" name="Google Shape;5593;p288"/>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5594" name="Shape 5594"/>
        <p:cNvGrpSpPr/>
        <p:nvPr/>
      </p:nvGrpSpPr>
      <p:grpSpPr>
        <a:xfrm>
          <a:off x="0" y="0"/>
          <a:ext cx="0" cy="0"/>
          <a:chOff x="0" y="0"/>
          <a:chExt cx="0" cy="0"/>
        </a:xfrm>
      </p:grpSpPr>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595" name="Shape 5595"/>
        <p:cNvGrpSpPr/>
        <p:nvPr/>
      </p:nvGrpSpPr>
      <p:grpSpPr>
        <a:xfrm>
          <a:off x="0" y="0"/>
          <a:ext cx="0" cy="0"/>
          <a:chOff x="0" y="0"/>
          <a:chExt cx="0" cy="0"/>
        </a:xfrm>
      </p:grpSpPr>
      <p:sp>
        <p:nvSpPr>
          <p:cNvPr id="5596" name="Google Shape;5596;p290"/>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597" name="Google Shape;5597;p290"/>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98" name="Google Shape;5598;p290"/>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99" name="Google Shape;5599;p290"/>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00" name="Google Shape;5600;p290"/>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01" name="Google Shape;5601;p290"/>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02" name="Google Shape;5602;p290"/>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03" name="Google Shape;5603;p290"/>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04" name="Google Shape;5604;p290"/>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05" name="Google Shape;5605;p290"/>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06" name="Google Shape;5606;p290"/>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07" name="Google Shape;5607;p290"/>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08" name="Google Shape;5608;p290"/>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09" name="Google Shape;5609;p290"/>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10" name="Google Shape;5610;p290"/>
          <p:cNvGrpSpPr/>
          <p:nvPr/>
        </p:nvGrpSpPr>
        <p:grpSpPr>
          <a:xfrm>
            <a:off x="269328" y="4815227"/>
            <a:ext cx="887795" cy="175887"/>
            <a:chOff x="2284850" y="131975"/>
            <a:chExt cx="1720200" cy="340800"/>
          </a:xfrm>
        </p:grpSpPr>
        <p:sp>
          <p:nvSpPr>
            <p:cNvPr id="5611" name="Google Shape;5611;p29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29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29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29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5" name="Google Shape;5615;p290"/>
          <p:cNvGrpSpPr/>
          <p:nvPr/>
        </p:nvGrpSpPr>
        <p:grpSpPr>
          <a:xfrm>
            <a:off x="7958582" y="3067871"/>
            <a:ext cx="975375" cy="1877049"/>
            <a:chOff x="7167632" y="2744946"/>
            <a:chExt cx="975375" cy="1877049"/>
          </a:xfrm>
        </p:grpSpPr>
        <p:grpSp>
          <p:nvGrpSpPr>
            <p:cNvPr id="5616" name="Google Shape;5616;p290"/>
            <p:cNvGrpSpPr/>
            <p:nvPr/>
          </p:nvGrpSpPr>
          <p:grpSpPr>
            <a:xfrm>
              <a:off x="7700682" y="2744946"/>
              <a:ext cx="175800" cy="1877049"/>
              <a:chOff x="7691232" y="2709546"/>
              <a:chExt cx="175800" cy="1877049"/>
            </a:xfrm>
          </p:grpSpPr>
          <p:grpSp>
            <p:nvGrpSpPr>
              <p:cNvPr id="5617" name="Google Shape;5617;p290"/>
              <p:cNvGrpSpPr/>
              <p:nvPr/>
            </p:nvGrpSpPr>
            <p:grpSpPr>
              <a:xfrm>
                <a:off x="7691232" y="3698897"/>
                <a:ext cx="175800" cy="887697"/>
                <a:chOff x="7371757" y="3976747"/>
                <a:chExt cx="175800" cy="887697"/>
              </a:xfrm>
            </p:grpSpPr>
            <p:sp>
              <p:nvSpPr>
                <p:cNvPr id="5618" name="Google Shape;5618;p2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2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2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2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2" name="Google Shape;5622;p290"/>
              <p:cNvGrpSpPr/>
              <p:nvPr/>
            </p:nvGrpSpPr>
            <p:grpSpPr>
              <a:xfrm>
                <a:off x="7691232" y="2709546"/>
                <a:ext cx="175800" cy="887697"/>
                <a:chOff x="7371757" y="3976747"/>
                <a:chExt cx="175800" cy="887697"/>
              </a:xfrm>
            </p:grpSpPr>
            <p:sp>
              <p:nvSpPr>
                <p:cNvPr id="5623" name="Google Shape;5623;p2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2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2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2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27" name="Google Shape;5627;p290"/>
            <p:cNvGrpSpPr/>
            <p:nvPr/>
          </p:nvGrpSpPr>
          <p:grpSpPr>
            <a:xfrm>
              <a:off x="7434157" y="2744946"/>
              <a:ext cx="175800" cy="1877049"/>
              <a:chOff x="7691232" y="2709546"/>
              <a:chExt cx="175800" cy="1877049"/>
            </a:xfrm>
          </p:grpSpPr>
          <p:grpSp>
            <p:nvGrpSpPr>
              <p:cNvPr id="5628" name="Google Shape;5628;p290"/>
              <p:cNvGrpSpPr/>
              <p:nvPr/>
            </p:nvGrpSpPr>
            <p:grpSpPr>
              <a:xfrm>
                <a:off x="7691232" y="3698897"/>
                <a:ext cx="175800" cy="887697"/>
                <a:chOff x="7371757" y="3976747"/>
                <a:chExt cx="175800" cy="887697"/>
              </a:xfrm>
            </p:grpSpPr>
            <p:sp>
              <p:nvSpPr>
                <p:cNvPr id="5629" name="Google Shape;5629;p2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2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2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2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3" name="Google Shape;5633;p290"/>
              <p:cNvGrpSpPr/>
              <p:nvPr/>
            </p:nvGrpSpPr>
            <p:grpSpPr>
              <a:xfrm>
                <a:off x="7691232" y="2709546"/>
                <a:ext cx="175800" cy="887697"/>
                <a:chOff x="7371757" y="3976747"/>
                <a:chExt cx="175800" cy="887697"/>
              </a:xfrm>
            </p:grpSpPr>
            <p:sp>
              <p:nvSpPr>
                <p:cNvPr id="5634" name="Google Shape;5634;p2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2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2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2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38" name="Google Shape;5638;p290"/>
            <p:cNvGrpSpPr/>
            <p:nvPr/>
          </p:nvGrpSpPr>
          <p:grpSpPr>
            <a:xfrm>
              <a:off x="7167632" y="2744946"/>
              <a:ext cx="175800" cy="1877049"/>
              <a:chOff x="7691232" y="2709546"/>
              <a:chExt cx="175800" cy="1877049"/>
            </a:xfrm>
          </p:grpSpPr>
          <p:grpSp>
            <p:nvGrpSpPr>
              <p:cNvPr id="5639" name="Google Shape;5639;p290"/>
              <p:cNvGrpSpPr/>
              <p:nvPr/>
            </p:nvGrpSpPr>
            <p:grpSpPr>
              <a:xfrm>
                <a:off x="7691232" y="3698897"/>
                <a:ext cx="175800" cy="887697"/>
                <a:chOff x="7371757" y="3976747"/>
                <a:chExt cx="175800" cy="887697"/>
              </a:xfrm>
            </p:grpSpPr>
            <p:sp>
              <p:nvSpPr>
                <p:cNvPr id="5640" name="Google Shape;5640;p2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2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2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2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4" name="Google Shape;5644;p290"/>
              <p:cNvGrpSpPr/>
              <p:nvPr/>
            </p:nvGrpSpPr>
            <p:grpSpPr>
              <a:xfrm>
                <a:off x="7691232" y="2709546"/>
                <a:ext cx="175800" cy="887697"/>
                <a:chOff x="7371757" y="3976747"/>
                <a:chExt cx="175800" cy="887697"/>
              </a:xfrm>
            </p:grpSpPr>
            <p:sp>
              <p:nvSpPr>
                <p:cNvPr id="5645" name="Google Shape;5645;p2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2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2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2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49" name="Google Shape;5649;p290"/>
            <p:cNvGrpSpPr/>
            <p:nvPr/>
          </p:nvGrpSpPr>
          <p:grpSpPr>
            <a:xfrm>
              <a:off x="7967207" y="2744946"/>
              <a:ext cx="175800" cy="1877049"/>
              <a:chOff x="7691232" y="2709546"/>
              <a:chExt cx="175800" cy="1877049"/>
            </a:xfrm>
          </p:grpSpPr>
          <p:grpSp>
            <p:nvGrpSpPr>
              <p:cNvPr id="5650" name="Google Shape;5650;p290"/>
              <p:cNvGrpSpPr/>
              <p:nvPr/>
            </p:nvGrpSpPr>
            <p:grpSpPr>
              <a:xfrm>
                <a:off x="7691232" y="3698897"/>
                <a:ext cx="175800" cy="887697"/>
                <a:chOff x="7371757" y="3976747"/>
                <a:chExt cx="175800" cy="887697"/>
              </a:xfrm>
            </p:grpSpPr>
            <p:sp>
              <p:nvSpPr>
                <p:cNvPr id="5651" name="Google Shape;5651;p2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2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2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2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5" name="Google Shape;5655;p290"/>
              <p:cNvGrpSpPr/>
              <p:nvPr/>
            </p:nvGrpSpPr>
            <p:grpSpPr>
              <a:xfrm>
                <a:off x="7691232" y="2709546"/>
                <a:ext cx="175800" cy="887697"/>
                <a:chOff x="7371757" y="3976747"/>
                <a:chExt cx="175800" cy="887697"/>
              </a:xfrm>
            </p:grpSpPr>
            <p:sp>
              <p:nvSpPr>
                <p:cNvPr id="5656" name="Google Shape;5656;p29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29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29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29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660" name="Shape 5660"/>
        <p:cNvGrpSpPr/>
        <p:nvPr/>
      </p:nvGrpSpPr>
      <p:grpSpPr>
        <a:xfrm>
          <a:off x="0" y="0"/>
          <a:ext cx="0" cy="0"/>
          <a:chOff x="0" y="0"/>
          <a:chExt cx="0" cy="0"/>
        </a:xfrm>
      </p:grpSpPr>
      <p:sp>
        <p:nvSpPr>
          <p:cNvPr id="5661" name="Google Shape;5661;p2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662" name="Google Shape;5662;p291"/>
          <p:cNvGrpSpPr/>
          <p:nvPr/>
        </p:nvGrpSpPr>
        <p:grpSpPr>
          <a:xfrm>
            <a:off x="-20657" y="150"/>
            <a:ext cx="9164657" cy="5143500"/>
            <a:chOff x="-20657" y="150"/>
            <a:chExt cx="9164657" cy="5143500"/>
          </a:xfrm>
        </p:grpSpPr>
        <p:cxnSp>
          <p:nvCxnSpPr>
            <p:cNvPr id="5663" name="Google Shape;5663;p291"/>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5664" name="Google Shape;5664;p291"/>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65" name="Google Shape;5665;p291"/>
            <p:cNvGrpSpPr/>
            <p:nvPr/>
          </p:nvGrpSpPr>
          <p:grpSpPr>
            <a:xfrm>
              <a:off x="7542978" y="176248"/>
              <a:ext cx="887795" cy="175887"/>
              <a:chOff x="2284850" y="131975"/>
              <a:chExt cx="1720200" cy="340800"/>
            </a:xfrm>
          </p:grpSpPr>
          <p:sp>
            <p:nvSpPr>
              <p:cNvPr id="5666" name="Google Shape;5666;p29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29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29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29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5670" name="Shape 5670"/>
        <p:cNvGrpSpPr/>
        <p:nvPr/>
      </p:nvGrpSpPr>
      <p:grpSpPr>
        <a:xfrm>
          <a:off x="0" y="0"/>
          <a:ext cx="0" cy="0"/>
          <a:chOff x="0" y="0"/>
          <a:chExt cx="0" cy="0"/>
        </a:xfrm>
      </p:grpSpPr>
      <p:sp>
        <p:nvSpPr>
          <p:cNvPr id="5671" name="Google Shape;5671;p292"/>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672" name="Google Shape;5672;p292"/>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5673" name="Google Shape;5673;p292"/>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4" name="Google Shape;5674;p292"/>
          <p:cNvGrpSpPr/>
          <p:nvPr/>
        </p:nvGrpSpPr>
        <p:grpSpPr>
          <a:xfrm flipH="1">
            <a:off x="7966220" y="4782198"/>
            <a:ext cx="887795" cy="175887"/>
            <a:chOff x="2284850" y="131975"/>
            <a:chExt cx="1720200" cy="340800"/>
          </a:xfrm>
        </p:grpSpPr>
        <p:sp>
          <p:nvSpPr>
            <p:cNvPr id="5675" name="Google Shape;5675;p29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29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29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29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5679" name="Shape 5679"/>
        <p:cNvGrpSpPr/>
        <p:nvPr/>
      </p:nvGrpSpPr>
      <p:grpSpPr>
        <a:xfrm>
          <a:off x="0" y="0"/>
          <a:ext cx="0" cy="0"/>
          <a:chOff x="0" y="0"/>
          <a:chExt cx="0" cy="0"/>
        </a:xfrm>
      </p:grpSpPr>
      <p:sp>
        <p:nvSpPr>
          <p:cNvPr id="5680" name="Google Shape;5680;p2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681" name="Google Shape;5681;p293"/>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5682" name="Google Shape;5682;p293"/>
          <p:cNvGrpSpPr/>
          <p:nvPr/>
        </p:nvGrpSpPr>
        <p:grpSpPr>
          <a:xfrm>
            <a:off x="4128103" y="186798"/>
            <a:ext cx="887795" cy="175887"/>
            <a:chOff x="2284850" y="131975"/>
            <a:chExt cx="1720200" cy="340800"/>
          </a:xfrm>
        </p:grpSpPr>
        <p:sp>
          <p:nvSpPr>
            <p:cNvPr id="5683" name="Google Shape;5683;p29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29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29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29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87" name="Google Shape;5687;p293"/>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688" name="Shape 5688"/>
        <p:cNvGrpSpPr/>
        <p:nvPr/>
      </p:nvGrpSpPr>
      <p:grpSpPr>
        <a:xfrm>
          <a:off x="0" y="0"/>
          <a:ext cx="0" cy="0"/>
          <a:chOff x="0" y="0"/>
          <a:chExt cx="0" cy="0"/>
        </a:xfrm>
      </p:grpSpPr>
      <p:sp>
        <p:nvSpPr>
          <p:cNvPr id="5689" name="Google Shape;5689;p294"/>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690" name="Google Shape;5690;p294"/>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5691" name="Google Shape;5691;p29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92" name="Google Shape;5692;p294"/>
          <p:cNvGrpSpPr/>
          <p:nvPr/>
        </p:nvGrpSpPr>
        <p:grpSpPr>
          <a:xfrm flipH="1" rot="10800000">
            <a:off x="7946332" y="1013372"/>
            <a:ext cx="739550" cy="887697"/>
            <a:chOff x="7371757" y="3976747"/>
            <a:chExt cx="739550" cy="887697"/>
          </a:xfrm>
        </p:grpSpPr>
        <p:sp>
          <p:nvSpPr>
            <p:cNvPr id="5693" name="Google Shape;5693;p29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29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29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29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29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29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29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29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29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29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29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29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5705" name="Shape 5705"/>
        <p:cNvGrpSpPr/>
        <p:nvPr/>
      </p:nvGrpSpPr>
      <p:grpSpPr>
        <a:xfrm>
          <a:off x="0" y="0"/>
          <a:ext cx="0" cy="0"/>
          <a:chOff x="0" y="0"/>
          <a:chExt cx="0" cy="0"/>
        </a:xfrm>
      </p:grpSpPr>
      <p:sp>
        <p:nvSpPr>
          <p:cNvPr id="5706" name="Google Shape;5706;p295"/>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07" name="Google Shape;5707;p295"/>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5708" name="Google Shape;5708;p295"/>
          <p:cNvGrpSpPr/>
          <p:nvPr/>
        </p:nvGrpSpPr>
        <p:grpSpPr>
          <a:xfrm>
            <a:off x="759093" y="449071"/>
            <a:ext cx="7652479" cy="3799448"/>
            <a:chOff x="759093" y="449071"/>
            <a:chExt cx="7652479" cy="3799448"/>
          </a:xfrm>
        </p:grpSpPr>
        <p:grpSp>
          <p:nvGrpSpPr>
            <p:cNvPr id="5709" name="Google Shape;5709;p295"/>
            <p:cNvGrpSpPr/>
            <p:nvPr/>
          </p:nvGrpSpPr>
          <p:grpSpPr>
            <a:xfrm flipH="1">
              <a:off x="7523777" y="449071"/>
              <a:ext cx="887795" cy="175887"/>
              <a:chOff x="2284850" y="131975"/>
              <a:chExt cx="1720200" cy="340800"/>
            </a:xfrm>
          </p:grpSpPr>
          <p:sp>
            <p:nvSpPr>
              <p:cNvPr id="5710" name="Google Shape;5710;p29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29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29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29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4" name="Google Shape;5714;p295"/>
            <p:cNvGrpSpPr/>
            <p:nvPr/>
          </p:nvGrpSpPr>
          <p:grpSpPr>
            <a:xfrm flipH="1">
              <a:off x="759093" y="3360822"/>
              <a:ext cx="457675" cy="887697"/>
              <a:chOff x="7653632" y="3976747"/>
              <a:chExt cx="457675" cy="887697"/>
            </a:xfrm>
          </p:grpSpPr>
          <p:sp>
            <p:nvSpPr>
              <p:cNvPr id="5715" name="Google Shape;5715;p29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29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29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29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29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29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29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29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23" name="Google Shape;5723;p295"/>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24" name="Google Shape;5724;p295"/>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725" name="Google Shape;5725;p295"/>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5726" name="Shape 5726"/>
        <p:cNvGrpSpPr/>
        <p:nvPr/>
      </p:nvGrpSpPr>
      <p:grpSpPr>
        <a:xfrm>
          <a:off x="0" y="0"/>
          <a:ext cx="0" cy="0"/>
          <a:chOff x="0" y="0"/>
          <a:chExt cx="0" cy="0"/>
        </a:xfrm>
      </p:grpSpPr>
      <p:sp>
        <p:nvSpPr>
          <p:cNvPr id="5727" name="Google Shape;5727;p296"/>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28" name="Google Shape;5728;p296"/>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729" name="Google Shape;5729;p296"/>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730" name="Shape 5730"/>
        <p:cNvGrpSpPr/>
        <p:nvPr/>
      </p:nvGrpSpPr>
      <p:grpSpPr>
        <a:xfrm>
          <a:off x="0" y="0"/>
          <a:ext cx="0" cy="0"/>
          <a:chOff x="0" y="0"/>
          <a:chExt cx="0" cy="0"/>
        </a:xfrm>
      </p:grpSpPr>
      <p:sp>
        <p:nvSpPr>
          <p:cNvPr id="5731" name="Google Shape;5731;p297"/>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2" name="Google Shape;5732;p297"/>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5733" name="Google Shape;5733;p297"/>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34" name="Google Shape;5734;p297"/>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5735" name="Google Shape;5735;p297"/>
          <p:cNvGrpSpPr/>
          <p:nvPr/>
        </p:nvGrpSpPr>
        <p:grpSpPr>
          <a:xfrm>
            <a:off x="324243" y="3769347"/>
            <a:ext cx="707325" cy="887697"/>
            <a:chOff x="324243" y="3769347"/>
            <a:chExt cx="707325" cy="887697"/>
          </a:xfrm>
        </p:grpSpPr>
        <p:grpSp>
          <p:nvGrpSpPr>
            <p:cNvPr id="5736" name="Google Shape;5736;p297"/>
            <p:cNvGrpSpPr/>
            <p:nvPr/>
          </p:nvGrpSpPr>
          <p:grpSpPr>
            <a:xfrm rot="10800000">
              <a:off x="324243" y="3769347"/>
              <a:ext cx="175800" cy="887697"/>
              <a:chOff x="7935507" y="3976747"/>
              <a:chExt cx="175800" cy="887697"/>
            </a:xfrm>
          </p:grpSpPr>
          <p:sp>
            <p:nvSpPr>
              <p:cNvPr id="5737" name="Google Shape;5737;p29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29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29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29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1" name="Google Shape;5741;p297"/>
            <p:cNvGrpSpPr/>
            <p:nvPr/>
          </p:nvGrpSpPr>
          <p:grpSpPr>
            <a:xfrm rot="10800000">
              <a:off x="855768" y="3769347"/>
              <a:ext cx="175800" cy="887697"/>
              <a:chOff x="7371757" y="3976747"/>
              <a:chExt cx="175800" cy="887697"/>
            </a:xfrm>
          </p:grpSpPr>
          <p:sp>
            <p:nvSpPr>
              <p:cNvPr id="5742" name="Google Shape;5742;p29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29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29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29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6" name="Google Shape;5746;p297"/>
            <p:cNvGrpSpPr/>
            <p:nvPr/>
          </p:nvGrpSpPr>
          <p:grpSpPr>
            <a:xfrm rot="10800000">
              <a:off x="590005" y="3769347"/>
              <a:ext cx="175800" cy="887697"/>
              <a:chOff x="7935507" y="3976747"/>
              <a:chExt cx="175800" cy="887697"/>
            </a:xfrm>
          </p:grpSpPr>
          <p:sp>
            <p:nvSpPr>
              <p:cNvPr id="5747" name="Google Shape;5747;p29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29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29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29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5751" name="Shape 5751"/>
        <p:cNvGrpSpPr/>
        <p:nvPr/>
      </p:nvGrpSpPr>
      <p:grpSpPr>
        <a:xfrm>
          <a:off x="0" y="0"/>
          <a:ext cx="0" cy="0"/>
          <a:chOff x="0" y="0"/>
          <a:chExt cx="0" cy="0"/>
        </a:xfrm>
      </p:grpSpPr>
      <p:cxnSp>
        <p:nvCxnSpPr>
          <p:cNvPr id="5752" name="Google Shape;5752;p298"/>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5753" name="Google Shape;5753;p298"/>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54" name="Google Shape;5754;p298"/>
          <p:cNvGrpSpPr/>
          <p:nvPr/>
        </p:nvGrpSpPr>
        <p:grpSpPr>
          <a:xfrm>
            <a:off x="7958407" y="2900571"/>
            <a:ext cx="739550" cy="1877049"/>
            <a:chOff x="7691232" y="2709546"/>
            <a:chExt cx="739550" cy="1877049"/>
          </a:xfrm>
        </p:grpSpPr>
        <p:grpSp>
          <p:nvGrpSpPr>
            <p:cNvPr id="5755" name="Google Shape;5755;p298"/>
            <p:cNvGrpSpPr/>
            <p:nvPr/>
          </p:nvGrpSpPr>
          <p:grpSpPr>
            <a:xfrm>
              <a:off x="7691232" y="3698897"/>
              <a:ext cx="739550" cy="887697"/>
              <a:chOff x="7371757" y="3976747"/>
              <a:chExt cx="739550" cy="887697"/>
            </a:xfrm>
          </p:grpSpPr>
          <p:sp>
            <p:nvSpPr>
              <p:cNvPr id="5756" name="Google Shape;5756;p29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29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29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29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29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29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29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29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29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29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29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29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8" name="Google Shape;5768;p298"/>
            <p:cNvGrpSpPr/>
            <p:nvPr/>
          </p:nvGrpSpPr>
          <p:grpSpPr>
            <a:xfrm>
              <a:off x="7691232" y="2709546"/>
              <a:ext cx="739550" cy="887697"/>
              <a:chOff x="7371757" y="3976747"/>
              <a:chExt cx="739550" cy="887697"/>
            </a:xfrm>
          </p:grpSpPr>
          <p:sp>
            <p:nvSpPr>
              <p:cNvPr id="5769" name="Google Shape;5769;p29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29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29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29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29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29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29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29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29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29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29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29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81" name="Google Shape;5781;p298"/>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82" name="Google Shape;5782;p298"/>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5783" name="Shape 5783"/>
        <p:cNvGrpSpPr/>
        <p:nvPr/>
      </p:nvGrpSpPr>
      <p:grpSpPr>
        <a:xfrm>
          <a:off x="0" y="0"/>
          <a:ext cx="0" cy="0"/>
          <a:chOff x="0" y="0"/>
          <a:chExt cx="0" cy="0"/>
        </a:xfrm>
      </p:grpSpPr>
      <p:sp>
        <p:nvSpPr>
          <p:cNvPr id="5784" name="Google Shape;5784;p29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85" name="Google Shape;5785;p299"/>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5786" name="Google Shape;5786;p299"/>
          <p:cNvGrpSpPr/>
          <p:nvPr/>
        </p:nvGrpSpPr>
        <p:grpSpPr>
          <a:xfrm>
            <a:off x="269328" y="269127"/>
            <a:ext cx="8249354" cy="1636293"/>
            <a:chOff x="269328" y="269127"/>
            <a:chExt cx="8249354" cy="1636293"/>
          </a:xfrm>
        </p:grpSpPr>
        <p:grpSp>
          <p:nvGrpSpPr>
            <p:cNvPr id="5787" name="Google Shape;5787;p299"/>
            <p:cNvGrpSpPr/>
            <p:nvPr/>
          </p:nvGrpSpPr>
          <p:grpSpPr>
            <a:xfrm flipH="1" rot="10800000">
              <a:off x="8061007" y="1017722"/>
              <a:ext cx="457675" cy="887697"/>
              <a:chOff x="7371757" y="3976747"/>
              <a:chExt cx="457675" cy="887697"/>
            </a:xfrm>
          </p:grpSpPr>
          <p:sp>
            <p:nvSpPr>
              <p:cNvPr id="5788" name="Google Shape;5788;p29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29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29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29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29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29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29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29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6" name="Google Shape;5796;p299"/>
            <p:cNvGrpSpPr/>
            <p:nvPr/>
          </p:nvGrpSpPr>
          <p:grpSpPr>
            <a:xfrm>
              <a:off x="269328" y="269127"/>
              <a:ext cx="887795" cy="175887"/>
              <a:chOff x="2284850" y="131975"/>
              <a:chExt cx="1720200" cy="340800"/>
            </a:xfrm>
          </p:grpSpPr>
          <p:sp>
            <p:nvSpPr>
              <p:cNvPr id="5797" name="Google Shape;5797;p29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29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29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29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801" name="Google Shape;5801;p299"/>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02" name="Google Shape;5802;p299"/>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5803" name="Shape 5803"/>
        <p:cNvGrpSpPr/>
        <p:nvPr/>
      </p:nvGrpSpPr>
      <p:grpSpPr>
        <a:xfrm>
          <a:off x="0" y="0"/>
          <a:ext cx="0" cy="0"/>
          <a:chOff x="0" y="0"/>
          <a:chExt cx="0" cy="0"/>
        </a:xfrm>
      </p:grpSpPr>
      <p:sp>
        <p:nvSpPr>
          <p:cNvPr id="5804" name="Google Shape;5804;p300"/>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05" name="Google Shape;5805;p300"/>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5806" name="Google Shape;5806;p30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07" name="Google Shape;5807;p300"/>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5808" name="Google Shape;5808;p300"/>
          <p:cNvGrpSpPr/>
          <p:nvPr/>
        </p:nvGrpSpPr>
        <p:grpSpPr>
          <a:xfrm>
            <a:off x="269328" y="269127"/>
            <a:ext cx="887795" cy="175887"/>
            <a:chOff x="2284850" y="131975"/>
            <a:chExt cx="1720200" cy="340800"/>
          </a:xfrm>
        </p:grpSpPr>
        <p:sp>
          <p:nvSpPr>
            <p:cNvPr id="5809" name="Google Shape;5809;p30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30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30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30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3" name="Google Shape;5813;p300"/>
          <p:cNvGrpSpPr/>
          <p:nvPr/>
        </p:nvGrpSpPr>
        <p:grpSpPr>
          <a:xfrm>
            <a:off x="7920045" y="3001872"/>
            <a:ext cx="433111" cy="1871372"/>
            <a:chOff x="8038657" y="1017722"/>
            <a:chExt cx="433111" cy="1871372"/>
          </a:xfrm>
        </p:grpSpPr>
        <p:grpSp>
          <p:nvGrpSpPr>
            <p:cNvPr id="5814" name="Google Shape;5814;p300"/>
            <p:cNvGrpSpPr/>
            <p:nvPr/>
          </p:nvGrpSpPr>
          <p:grpSpPr>
            <a:xfrm>
              <a:off x="8038657" y="1017722"/>
              <a:ext cx="175800" cy="887697"/>
              <a:chOff x="7371757" y="3976747"/>
              <a:chExt cx="175800" cy="887697"/>
            </a:xfrm>
          </p:grpSpPr>
          <p:sp>
            <p:nvSpPr>
              <p:cNvPr id="5815" name="Google Shape;5815;p30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30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30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30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9" name="Google Shape;5819;p300"/>
            <p:cNvGrpSpPr/>
            <p:nvPr/>
          </p:nvGrpSpPr>
          <p:grpSpPr>
            <a:xfrm>
              <a:off x="8295968" y="1017722"/>
              <a:ext cx="175800" cy="887697"/>
              <a:chOff x="7935507" y="3976747"/>
              <a:chExt cx="175800" cy="887697"/>
            </a:xfrm>
          </p:grpSpPr>
          <p:sp>
            <p:nvSpPr>
              <p:cNvPr id="5820" name="Google Shape;5820;p30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30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30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30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4" name="Google Shape;5824;p300"/>
            <p:cNvGrpSpPr/>
            <p:nvPr/>
          </p:nvGrpSpPr>
          <p:grpSpPr>
            <a:xfrm>
              <a:off x="8038657" y="2001397"/>
              <a:ext cx="175800" cy="887697"/>
              <a:chOff x="7371757" y="3976747"/>
              <a:chExt cx="175800" cy="887697"/>
            </a:xfrm>
          </p:grpSpPr>
          <p:sp>
            <p:nvSpPr>
              <p:cNvPr id="5825" name="Google Shape;5825;p30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30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30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30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9" name="Google Shape;5829;p300"/>
            <p:cNvGrpSpPr/>
            <p:nvPr/>
          </p:nvGrpSpPr>
          <p:grpSpPr>
            <a:xfrm>
              <a:off x="8295968" y="2001397"/>
              <a:ext cx="175800" cy="887697"/>
              <a:chOff x="7935507" y="3976747"/>
              <a:chExt cx="175800" cy="887697"/>
            </a:xfrm>
          </p:grpSpPr>
          <p:sp>
            <p:nvSpPr>
              <p:cNvPr id="5830" name="Google Shape;5830;p30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30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30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30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834" name="Shape 5834"/>
        <p:cNvGrpSpPr/>
        <p:nvPr/>
      </p:nvGrpSpPr>
      <p:grpSpPr>
        <a:xfrm>
          <a:off x="0" y="0"/>
          <a:ext cx="0" cy="0"/>
          <a:chOff x="0" y="0"/>
          <a:chExt cx="0" cy="0"/>
        </a:xfrm>
      </p:grpSpPr>
      <p:sp>
        <p:nvSpPr>
          <p:cNvPr id="5835" name="Google Shape;5835;p30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6" name="Google Shape;5836;p301"/>
          <p:cNvGrpSpPr/>
          <p:nvPr/>
        </p:nvGrpSpPr>
        <p:grpSpPr>
          <a:xfrm>
            <a:off x="3539353" y="688497"/>
            <a:ext cx="5261204" cy="4003441"/>
            <a:chOff x="3539353" y="688497"/>
            <a:chExt cx="5261204" cy="4003441"/>
          </a:xfrm>
        </p:grpSpPr>
        <p:grpSp>
          <p:nvGrpSpPr>
            <p:cNvPr id="5837" name="Google Shape;5837;p301"/>
            <p:cNvGrpSpPr/>
            <p:nvPr/>
          </p:nvGrpSpPr>
          <p:grpSpPr>
            <a:xfrm flipH="1" rot="10800000">
              <a:off x="8061007" y="688497"/>
              <a:ext cx="739550" cy="887697"/>
              <a:chOff x="7371757" y="3976747"/>
              <a:chExt cx="739550" cy="887697"/>
            </a:xfrm>
          </p:grpSpPr>
          <p:sp>
            <p:nvSpPr>
              <p:cNvPr id="5838" name="Google Shape;5838;p30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30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0" name="Google Shape;5840;p30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30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30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30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30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30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30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30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30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30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0" name="Google Shape;5850;p301"/>
            <p:cNvGrpSpPr/>
            <p:nvPr/>
          </p:nvGrpSpPr>
          <p:grpSpPr>
            <a:xfrm>
              <a:off x="3539353" y="4516052"/>
              <a:ext cx="887795" cy="175887"/>
              <a:chOff x="2284850" y="131975"/>
              <a:chExt cx="1720200" cy="340800"/>
            </a:xfrm>
          </p:grpSpPr>
          <p:sp>
            <p:nvSpPr>
              <p:cNvPr id="5851" name="Google Shape;5851;p30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30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30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30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855" name="Google Shape;5855;p301"/>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56" name="Google Shape;5856;p301"/>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57" name="Google Shape;5857;p301"/>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58" name="Google Shape;5858;p301"/>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59" name="Google Shape;5859;p301"/>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5860" name="Shape 5860"/>
        <p:cNvGrpSpPr/>
        <p:nvPr/>
      </p:nvGrpSpPr>
      <p:grpSpPr>
        <a:xfrm>
          <a:off x="0" y="0"/>
          <a:ext cx="0" cy="0"/>
          <a:chOff x="0" y="0"/>
          <a:chExt cx="0" cy="0"/>
        </a:xfrm>
      </p:grpSpPr>
      <p:sp>
        <p:nvSpPr>
          <p:cNvPr id="5861" name="Google Shape;5861;p302"/>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62" name="Google Shape;5862;p302"/>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5863" name="Google Shape;5863;p302"/>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5864" name="Google Shape;5864;p302"/>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302"/>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866" name="Shape 5866"/>
        <p:cNvGrpSpPr/>
        <p:nvPr/>
      </p:nvGrpSpPr>
      <p:grpSpPr>
        <a:xfrm>
          <a:off x="0" y="0"/>
          <a:ext cx="0" cy="0"/>
          <a:chOff x="0" y="0"/>
          <a:chExt cx="0" cy="0"/>
        </a:xfrm>
      </p:grpSpPr>
      <p:sp>
        <p:nvSpPr>
          <p:cNvPr id="5867" name="Google Shape;5867;p303"/>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68" name="Google Shape;5868;p303"/>
          <p:cNvGrpSpPr/>
          <p:nvPr/>
        </p:nvGrpSpPr>
        <p:grpSpPr>
          <a:xfrm flipH="1">
            <a:off x="7986880" y="4515911"/>
            <a:ext cx="887795" cy="175887"/>
            <a:chOff x="2284850" y="131975"/>
            <a:chExt cx="1720200" cy="340800"/>
          </a:xfrm>
        </p:grpSpPr>
        <p:sp>
          <p:nvSpPr>
            <p:cNvPr id="5869" name="Google Shape;5869;p30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0" name="Google Shape;5870;p30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30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30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73" name="Google Shape;5873;p303"/>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74" name="Google Shape;5874;p303"/>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75" name="Google Shape;5875;p303"/>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76" name="Google Shape;5876;p303"/>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77" name="Google Shape;5877;p303"/>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78" name="Google Shape;5878;p303"/>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879" name="Google Shape;5879;p303"/>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880" name="Shape 5880"/>
        <p:cNvGrpSpPr/>
        <p:nvPr/>
      </p:nvGrpSpPr>
      <p:grpSpPr>
        <a:xfrm>
          <a:off x="0" y="0"/>
          <a:ext cx="0" cy="0"/>
          <a:chOff x="0" y="0"/>
          <a:chExt cx="0" cy="0"/>
        </a:xfrm>
      </p:grpSpPr>
      <p:sp>
        <p:nvSpPr>
          <p:cNvPr id="5881" name="Google Shape;5881;p30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82" name="Google Shape;5882;p304"/>
          <p:cNvGrpSpPr/>
          <p:nvPr/>
        </p:nvGrpSpPr>
        <p:grpSpPr>
          <a:xfrm>
            <a:off x="269328" y="197352"/>
            <a:ext cx="8249354" cy="3899618"/>
            <a:chOff x="269328" y="197352"/>
            <a:chExt cx="8249354" cy="3899618"/>
          </a:xfrm>
        </p:grpSpPr>
        <p:grpSp>
          <p:nvGrpSpPr>
            <p:cNvPr id="5883" name="Google Shape;5883;p304"/>
            <p:cNvGrpSpPr/>
            <p:nvPr/>
          </p:nvGrpSpPr>
          <p:grpSpPr>
            <a:xfrm>
              <a:off x="8061007" y="3209272"/>
              <a:ext cx="457675" cy="887697"/>
              <a:chOff x="7371757" y="3976747"/>
              <a:chExt cx="457675" cy="887697"/>
            </a:xfrm>
          </p:grpSpPr>
          <p:sp>
            <p:nvSpPr>
              <p:cNvPr id="5884" name="Google Shape;5884;p30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30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30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30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30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30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30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1" name="Google Shape;5891;p30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2" name="Google Shape;5892;p304"/>
            <p:cNvGrpSpPr/>
            <p:nvPr/>
          </p:nvGrpSpPr>
          <p:grpSpPr>
            <a:xfrm>
              <a:off x="269328" y="197352"/>
              <a:ext cx="887795" cy="175887"/>
              <a:chOff x="2284850" y="131975"/>
              <a:chExt cx="1720200" cy="340800"/>
            </a:xfrm>
          </p:grpSpPr>
          <p:sp>
            <p:nvSpPr>
              <p:cNvPr id="5893" name="Google Shape;5893;p30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30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30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30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897" name="Google Shape;5897;p304"/>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98" name="Google Shape;5898;p304"/>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99" name="Google Shape;5899;p304"/>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00" name="Google Shape;5900;p304"/>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01" name="Google Shape;5901;p304"/>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02" name="Google Shape;5902;p304"/>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03" name="Google Shape;5903;p304"/>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04" name="Google Shape;5904;p304"/>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05" name="Google Shape;5905;p304"/>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906" name="Shape 5906"/>
        <p:cNvGrpSpPr/>
        <p:nvPr/>
      </p:nvGrpSpPr>
      <p:grpSpPr>
        <a:xfrm>
          <a:off x="0" y="0"/>
          <a:ext cx="0" cy="0"/>
          <a:chOff x="0" y="0"/>
          <a:chExt cx="0" cy="0"/>
        </a:xfrm>
      </p:grpSpPr>
      <p:sp>
        <p:nvSpPr>
          <p:cNvPr id="5907" name="Google Shape;5907;p305"/>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08" name="Google Shape;5908;p305"/>
          <p:cNvGrpSpPr/>
          <p:nvPr/>
        </p:nvGrpSpPr>
        <p:grpSpPr>
          <a:xfrm flipH="1">
            <a:off x="3091253" y="4774223"/>
            <a:ext cx="887795" cy="175887"/>
            <a:chOff x="2284850" y="131975"/>
            <a:chExt cx="1720200" cy="340800"/>
          </a:xfrm>
        </p:grpSpPr>
        <p:sp>
          <p:nvSpPr>
            <p:cNvPr id="5909" name="Google Shape;5909;p30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30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30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30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3" name="Google Shape;5913;p3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14" name="Google Shape;5914;p305"/>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15" name="Google Shape;5915;p305"/>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16" name="Google Shape;5916;p305"/>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17" name="Google Shape;5917;p305"/>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18" name="Google Shape;5918;p305"/>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19" name="Google Shape;5919;p305"/>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920" name="Google Shape;5920;p305"/>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21" name="Google Shape;5921;p305"/>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22" name="Google Shape;5922;p305"/>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23" name="Google Shape;5923;p305"/>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24" name="Google Shape;5924;p305"/>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925" name="Google Shape;5925;p305"/>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926" name="Shape 5926"/>
        <p:cNvGrpSpPr/>
        <p:nvPr/>
      </p:nvGrpSpPr>
      <p:grpSpPr>
        <a:xfrm>
          <a:off x="0" y="0"/>
          <a:ext cx="0" cy="0"/>
          <a:chOff x="0" y="0"/>
          <a:chExt cx="0" cy="0"/>
        </a:xfrm>
      </p:grpSpPr>
      <p:sp>
        <p:nvSpPr>
          <p:cNvPr id="5927" name="Google Shape;5927;p306"/>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28" name="Google Shape;5928;p306"/>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5929" name="Google Shape;5929;p306"/>
          <p:cNvGrpSpPr/>
          <p:nvPr/>
        </p:nvGrpSpPr>
        <p:grpSpPr>
          <a:xfrm flipH="1">
            <a:off x="7829752" y="4831427"/>
            <a:ext cx="887795" cy="175887"/>
            <a:chOff x="2284850" y="131975"/>
            <a:chExt cx="1720200" cy="340800"/>
          </a:xfrm>
        </p:grpSpPr>
        <p:sp>
          <p:nvSpPr>
            <p:cNvPr id="5930" name="Google Shape;5930;p30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30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30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30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4" name="Google Shape;5934;p306"/>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935" name="Google Shape;5935;p306"/>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936" name="Google Shape;5936;p306"/>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937" name="Google Shape;5937;p306"/>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938" name="Google Shape;5938;p306"/>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939" name="Google Shape;5939;p306"/>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5940" name="Google Shape;5940;p306"/>
          <p:cNvGrpSpPr/>
          <p:nvPr/>
        </p:nvGrpSpPr>
        <p:grpSpPr>
          <a:xfrm>
            <a:off x="300632" y="445022"/>
            <a:ext cx="958892" cy="887697"/>
            <a:chOff x="272293" y="445022"/>
            <a:chExt cx="958892" cy="887697"/>
          </a:xfrm>
        </p:grpSpPr>
        <p:grpSp>
          <p:nvGrpSpPr>
            <p:cNvPr id="5941" name="Google Shape;5941;p306"/>
            <p:cNvGrpSpPr/>
            <p:nvPr/>
          </p:nvGrpSpPr>
          <p:grpSpPr>
            <a:xfrm rot="10800000">
              <a:off x="272293" y="445022"/>
              <a:ext cx="175800" cy="887697"/>
              <a:chOff x="7935507" y="3976747"/>
              <a:chExt cx="175800" cy="887697"/>
            </a:xfrm>
          </p:grpSpPr>
          <p:sp>
            <p:nvSpPr>
              <p:cNvPr id="5942" name="Google Shape;5942;p30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30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30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5" name="Google Shape;5945;p30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46" name="Google Shape;5946;p306"/>
            <p:cNvGrpSpPr/>
            <p:nvPr/>
          </p:nvGrpSpPr>
          <p:grpSpPr>
            <a:xfrm rot="10800000">
              <a:off x="533323" y="445022"/>
              <a:ext cx="175800" cy="887697"/>
              <a:chOff x="7935507" y="3976747"/>
              <a:chExt cx="175800" cy="887697"/>
            </a:xfrm>
          </p:grpSpPr>
          <p:sp>
            <p:nvSpPr>
              <p:cNvPr id="5947" name="Google Shape;5947;p30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30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30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30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1" name="Google Shape;5951;p306"/>
            <p:cNvGrpSpPr/>
            <p:nvPr/>
          </p:nvGrpSpPr>
          <p:grpSpPr>
            <a:xfrm rot="10800000">
              <a:off x="794354" y="445022"/>
              <a:ext cx="175800" cy="887697"/>
              <a:chOff x="7935507" y="3976747"/>
              <a:chExt cx="175800" cy="887697"/>
            </a:xfrm>
          </p:grpSpPr>
          <p:sp>
            <p:nvSpPr>
              <p:cNvPr id="5952" name="Google Shape;5952;p30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3" name="Google Shape;5953;p30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30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30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6" name="Google Shape;5956;p306"/>
            <p:cNvGrpSpPr/>
            <p:nvPr/>
          </p:nvGrpSpPr>
          <p:grpSpPr>
            <a:xfrm rot="10800000">
              <a:off x="1055385" y="445022"/>
              <a:ext cx="175800" cy="887697"/>
              <a:chOff x="7935507" y="3976747"/>
              <a:chExt cx="175800" cy="887697"/>
            </a:xfrm>
          </p:grpSpPr>
          <p:sp>
            <p:nvSpPr>
              <p:cNvPr id="5957" name="Google Shape;5957;p30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8" name="Google Shape;5958;p30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9" name="Google Shape;5959;p30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30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5961" name="Shape 5961"/>
        <p:cNvGrpSpPr/>
        <p:nvPr/>
      </p:nvGrpSpPr>
      <p:grpSpPr>
        <a:xfrm>
          <a:off x="0" y="0"/>
          <a:ext cx="0" cy="0"/>
          <a:chOff x="0" y="0"/>
          <a:chExt cx="0" cy="0"/>
        </a:xfrm>
      </p:grpSpPr>
      <p:cxnSp>
        <p:nvCxnSpPr>
          <p:cNvPr id="5962" name="Google Shape;5962;p307"/>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5963" name="Google Shape;5963;p307"/>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64" name="Google Shape;5964;p307"/>
          <p:cNvGrpSpPr/>
          <p:nvPr/>
        </p:nvGrpSpPr>
        <p:grpSpPr>
          <a:xfrm flipH="1">
            <a:off x="896577" y="269148"/>
            <a:ext cx="887795" cy="175887"/>
            <a:chOff x="2284850" y="131975"/>
            <a:chExt cx="1720200" cy="340800"/>
          </a:xfrm>
        </p:grpSpPr>
        <p:sp>
          <p:nvSpPr>
            <p:cNvPr id="5965" name="Google Shape;5965;p30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30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30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30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69" name="Google Shape;5969;p307"/>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970" name="Google Shape;5970;p307"/>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5971" name="Google Shape;5971;p307"/>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972" name="Google Shape;5972;p307"/>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973" name="Google Shape;5973;p307"/>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5974" name="Google Shape;5974;p307"/>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975" name="Google Shape;5975;p307"/>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976" name="Google Shape;5976;p307"/>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5977" name="Google Shape;5977;p307"/>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978" name="Google Shape;5978;p307"/>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979" name="Shape 5979"/>
        <p:cNvGrpSpPr/>
        <p:nvPr/>
      </p:nvGrpSpPr>
      <p:grpSpPr>
        <a:xfrm>
          <a:off x="0" y="0"/>
          <a:ext cx="0" cy="0"/>
          <a:chOff x="0" y="0"/>
          <a:chExt cx="0" cy="0"/>
        </a:xfrm>
      </p:grpSpPr>
      <p:sp>
        <p:nvSpPr>
          <p:cNvPr id="5980" name="Google Shape;5980;p308"/>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81" name="Google Shape;5981;p308"/>
          <p:cNvGrpSpPr/>
          <p:nvPr/>
        </p:nvGrpSpPr>
        <p:grpSpPr>
          <a:xfrm flipH="1">
            <a:off x="754543" y="777996"/>
            <a:ext cx="739550" cy="1877049"/>
            <a:chOff x="7691232" y="2709546"/>
            <a:chExt cx="739550" cy="1877049"/>
          </a:xfrm>
        </p:grpSpPr>
        <p:grpSp>
          <p:nvGrpSpPr>
            <p:cNvPr id="5982" name="Google Shape;5982;p308"/>
            <p:cNvGrpSpPr/>
            <p:nvPr/>
          </p:nvGrpSpPr>
          <p:grpSpPr>
            <a:xfrm>
              <a:off x="7691232" y="3698897"/>
              <a:ext cx="739550" cy="887697"/>
              <a:chOff x="7371757" y="3976747"/>
              <a:chExt cx="739550" cy="887697"/>
            </a:xfrm>
          </p:grpSpPr>
          <p:sp>
            <p:nvSpPr>
              <p:cNvPr id="5983" name="Google Shape;5983;p30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4" name="Google Shape;5984;p30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30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30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7" name="Google Shape;5987;p30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8" name="Google Shape;5988;p30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9" name="Google Shape;5989;p30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0" name="Google Shape;5990;p30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30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30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30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30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5" name="Google Shape;5995;p308"/>
            <p:cNvGrpSpPr/>
            <p:nvPr/>
          </p:nvGrpSpPr>
          <p:grpSpPr>
            <a:xfrm>
              <a:off x="7691232" y="2709546"/>
              <a:ext cx="739550" cy="887697"/>
              <a:chOff x="7371757" y="3976747"/>
              <a:chExt cx="739550" cy="887697"/>
            </a:xfrm>
          </p:grpSpPr>
          <p:sp>
            <p:nvSpPr>
              <p:cNvPr id="5996" name="Google Shape;5996;p30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7" name="Google Shape;5997;p30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30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30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30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30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30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30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4" name="Google Shape;6004;p30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5" name="Google Shape;6005;p30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30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7" name="Google Shape;6007;p30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08" name="Google Shape;6008;p308"/>
          <p:cNvGrpSpPr/>
          <p:nvPr/>
        </p:nvGrpSpPr>
        <p:grpSpPr>
          <a:xfrm flipH="1">
            <a:off x="3391227" y="4753102"/>
            <a:ext cx="887795" cy="175887"/>
            <a:chOff x="2284850" y="131975"/>
            <a:chExt cx="1720200" cy="340800"/>
          </a:xfrm>
        </p:grpSpPr>
        <p:sp>
          <p:nvSpPr>
            <p:cNvPr id="6009" name="Google Shape;6009;p30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30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30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30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13" name="Google Shape;6013;p308"/>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6014" name="Google Shape;6014;p308"/>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15" name="Google Shape;6015;p308"/>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016" name="Shape 6016"/>
        <p:cNvGrpSpPr/>
        <p:nvPr/>
      </p:nvGrpSpPr>
      <p:grpSpPr>
        <a:xfrm>
          <a:off x="0" y="0"/>
          <a:ext cx="0" cy="0"/>
          <a:chOff x="0" y="0"/>
          <a:chExt cx="0" cy="0"/>
        </a:xfrm>
      </p:grpSpPr>
      <p:cxnSp>
        <p:nvCxnSpPr>
          <p:cNvPr id="6017" name="Google Shape;6017;p309"/>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6018" name="Google Shape;6018;p309"/>
          <p:cNvGrpSpPr/>
          <p:nvPr/>
        </p:nvGrpSpPr>
        <p:grpSpPr>
          <a:xfrm>
            <a:off x="269328" y="3823073"/>
            <a:ext cx="887795" cy="175887"/>
            <a:chOff x="-5191947" y="7177654"/>
            <a:chExt cx="1720200" cy="340800"/>
          </a:xfrm>
        </p:grpSpPr>
        <p:sp>
          <p:nvSpPr>
            <p:cNvPr id="6019" name="Google Shape;6019;p309"/>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309"/>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309"/>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309"/>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23" name="Google Shape;6023;p309"/>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024" name="Shape 6024"/>
        <p:cNvGrpSpPr/>
        <p:nvPr/>
      </p:nvGrpSpPr>
      <p:grpSpPr>
        <a:xfrm>
          <a:off x="0" y="0"/>
          <a:ext cx="0" cy="0"/>
          <a:chOff x="0" y="0"/>
          <a:chExt cx="0" cy="0"/>
        </a:xfrm>
      </p:grpSpPr>
      <p:cxnSp>
        <p:nvCxnSpPr>
          <p:cNvPr id="6025" name="Google Shape;6025;p310"/>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6026" name="Google Shape;6026;p310"/>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27" name="Google Shape;6027;p310"/>
          <p:cNvGrpSpPr/>
          <p:nvPr/>
        </p:nvGrpSpPr>
        <p:grpSpPr>
          <a:xfrm>
            <a:off x="1553061" y="1633371"/>
            <a:ext cx="3369104" cy="3282565"/>
            <a:chOff x="1553061" y="1633371"/>
            <a:chExt cx="3369104" cy="3282565"/>
          </a:xfrm>
        </p:grpSpPr>
        <p:grpSp>
          <p:nvGrpSpPr>
            <p:cNvPr id="6028" name="Google Shape;6028;p310"/>
            <p:cNvGrpSpPr/>
            <p:nvPr/>
          </p:nvGrpSpPr>
          <p:grpSpPr>
            <a:xfrm rot="10800000">
              <a:off x="1553061" y="1633371"/>
              <a:ext cx="457675" cy="1877049"/>
              <a:chOff x="7973107" y="2709546"/>
              <a:chExt cx="457675" cy="1877049"/>
            </a:xfrm>
          </p:grpSpPr>
          <p:grpSp>
            <p:nvGrpSpPr>
              <p:cNvPr id="6029" name="Google Shape;6029;p310"/>
              <p:cNvGrpSpPr/>
              <p:nvPr/>
            </p:nvGrpSpPr>
            <p:grpSpPr>
              <a:xfrm>
                <a:off x="7973107" y="3698897"/>
                <a:ext cx="457675" cy="887697"/>
                <a:chOff x="7653632" y="3976747"/>
                <a:chExt cx="457675" cy="887697"/>
              </a:xfrm>
            </p:grpSpPr>
            <p:sp>
              <p:nvSpPr>
                <p:cNvPr id="6030" name="Google Shape;6030;p31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1" name="Google Shape;6031;p31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2" name="Google Shape;6032;p31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31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31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5" name="Google Shape;6035;p31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6" name="Google Shape;6036;p31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7" name="Google Shape;6037;p31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8" name="Google Shape;6038;p310"/>
              <p:cNvGrpSpPr/>
              <p:nvPr/>
            </p:nvGrpSpPr>
            <p:grpSpPr>
              <a:xfrm>
                <a:off x="7973107" y="2709546"/>
                <a:ext cx="457675" cy="887697"/>
                <a:chOff x="7653632" y="3976747"/>
                <a:chExt cx="457675" cy="887697"/>
              </a:xfrm>
            </p:grpSpPr>
            <p:sp>
              <p:nvSpPr>
                <p:cNvPr id="6039" name="Google Shape;6039;p31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31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31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2" name="Google Shape;6042;p31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3" name="Google Shape;6043;p31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31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31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6" name="Google Shape;6046;p31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47" name="Google Shape;6047;p310"/>
            <p:cNvGrpSpPr/>
            <p:nvPr/>
          </p:nvGrpSpPr>
          <p:grpSpPr>
            <a:xfrm flipH="1">
              <a:off x="4034370" y="4740048"/>
              <a:ext cx="887795" cy="175887"/>
              <a:chOff x="-5191947" y="7177654"/>
              <a:chExt cx="1720200" cy="340800"/>
            </a:xfrm>
          </p:grpSpPr>
          <p:sp>
            <p:nvSpPr>
              <p:cNvPr id="6048" name="Google Shape;6048;p310"/>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310"/>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0" name="Google Shape;6050;p310"/>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1" name="Google Shape;6051;p310"/>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55" name="Shape 6055"/>
        <p:cNvGrpSpPr/>
        <p:nvPr/>
      </p:nvGrpSpPr>
      <p:grpSpPr>
        <a:xfrm>
          <a:off x="0" y="0"/>
          <a:ext cx="0" cy="0"/>
          <a:chOff x="0" y="0"/>
          <a:chExt cx="0" cy="0"/>
        </a:xfrm>
      </p:grpSpPr>
      <p:sp>
        <p:nvSpPr>
          <p:cNvPr id="6056" name="Google Shape;6056;p312"/>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6057" name="Google Shape;6057;p312"/>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6058" name="Google Shape;6058;p31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59" name="Google Shape;6059;p312"/>
          <p:cNvGrpSpPr/>
          <p:nvPr/>
        </p:nvGrpSpPr>
        <p:grpSpPr>
          <a:xfrm>
            <a:off x="7371757" y="3976747"/>
            <a:ext cx="739550" cy="887697"/>
            <a:chOff x="7371757" y="3976747"/>
            <a:chExt cx="739550" cy="887697"/>
          </a:xfrm>
        </p:grpSpPr>
        <p:sp>
          <p:nvSpPr>
            <p:cNvPr id="6060" name="Google Shape;6060;p31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1" name="Google Shape;6061;p31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2" name="Google Shape;6062;p31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31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31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31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31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7" name="Google Shape;6067;p31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8" name="Google Shape;6068;p31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31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31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1" name="Google Shape;6071;p31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72" name="Shape 6072"/>
        <p:cNvGrpSpPr/>
        <p:nvPr/>
      </p:nvGrpSpPr>
      <p:grpSpPr>
        <a:xfrm>
          <a:off x="0" y="0"/>
          <a:ext cx="0" cy="0"/>
          <a:chOff x="0" y="0"/>
          <a:chExt cx="0" cy="0"/>
        </a:xfrm>
      </p:grpSpPr>
      <p:sp>
        <p:nvSpPr>
          <p:cNvPr id="6073" name="Google Shape;6073;p313"/>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74" name="Google Shape;6074;p313"/>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075" name="Google Shape;6075;p313"/>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076" name="Google Shape;6076;p313"/>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77" name="Google Shape;6077;p313"/>
          <p:cNvGrpSpPr/>
          <p:nvPr/>
        </p:nvGrpSpPr>
        <p:grpSpPr>
          <a:xfrm flipH="1" rot="10800000">
            <a:off x="6851382" y="1633371"/>
            <a:ext cx="457675" cy="1877049"/>
            <a:chOff x="7691232" y="2709546"/>
            <a:chExt cx="457675" cy="1877049"/>
          </a:xfrm>
        </p:grpSpPr>
        <p:grpSp>
          <p:nvGrpSpPr>
            <p:cNvPr id="6078" name="Google Shape;6078;p313"/>
            <p:cNvGrpSpPr/>
            <p:nvPr/>
          </p:nvGrpSpPr>
          <p:grpSpPr>
            <a:xfrm>
              <a:off x="7691232" y="3698897"/>
              <a:ext cx="457675" cy="887697"/>
              <a:chOff x="7371757" y="3976747"/>
              <a:chExt cx="457675" cy="887697"/>
            </a:xfrm>
          </p:grpSpPr>
          <p:sp>
            <p:nvSpPr>
              <p:cNvPr id="6079" name="Google Shape;6079;p31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31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31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2" name="Google Shape;6082;p31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3" name="Google Shape;6083;p31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31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5" name="Google Shape;6085;p31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6" name="Google Shape;6086;p31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7" name="Google Shape;6087;p313"/>
            <p:cNvGrpSpPr/>
            <p:nvPr/>
          </p:nvGrpSpPr>
          <p:grpSpPr>
            <a:xfrm>
              <a:off x="7691232" y="2709546"/>
              <a:ext cx="457675" cy="887697"/>
              <a:chOff x="7371757" y="3976747"/>
              <a:chExt cx="457675" cy="887697"/>
            </a:xfrm>
          </p:grpSpPr>
          <p:sp>
            <p:nvSpPr>
              <p:cNvPr id="6088" name="Google Shape;6088;p31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31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31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1" name="Google Shape;6091;p31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2" name="Google Shape;6092;p31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31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31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5" name="Google Shape;6095;p31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096" name="Shape 6096"/>
        <p:cNvGrpSpPr/>
        <p:nvPr/>
      </p:nvGrpSpPr>
      <p:grpSpPr>
        <a:xfrm>
          <a:off x="0" y="0"/>
          <a:ext cx="0" cy="0"/>
          <a:chOff x="0" y="0"/>
          <a:chExt cx="0" cy="0"/>
        </a:xfrm>
      </p:grpSpPr>
      <p:sp>
        <p:nvSpPr>
          <p:cNvPr id="6097" name="Google Shape;6097;p314"/>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098" name="Google Shape;6098;p314"/>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6099" name="Google Shape;6099;p314"/>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6100" name="Google Shape;6100;p31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01" name="Google Shape;6101;p314"/>
          <p:cNvGrpSpPr/>
          <p:nvPr/>
        </p:nvGrpSpPr>
        <p:grpSpPr>
          <a:xfrm>
            <a:off x="1202653" y="2683622"/>
            <a:ext cx="6827579" cy="2242691"/>
            <a:chOff x="1202653" y="2683622"/>
            <a:chExt cx="6827579" cy="2242691"/>
          </a:xfrm>
        </p:grpSpPr>
        <p:grpSp>
          <p:nvGrpSpPr>
            <p:cNvPr id="6102" name="Google Shape;6102;p314"/>
            <p:cNvGrpSpPr/>
            <p:nvPr/>
          </p:nvGrpSpPr>
          <p:grpSpPr>
            <a:xfrm>
              <a:off x="7854432" y="2683622"/>
              <a:ext cx="175800" cy="887697"/>
              <a:chOff x="7371757" y="3976747"/>
              <a:chExt cx="175800" cy="887697"/>
            </a:xfrm>
          </p:grpSpPr>
          <p:sp>
            <p:nvSpPr>
              <p:cNvPr id="6103" name="Google Shape;6103;p31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31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31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31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7" name="Google Shape;6107;p314"/>
            <p:cNvGrpSpPr/>
            <p:nvPr/>
          </p:nvGrpSpPr>
          <p:grpSpPr>
            <a:xfrm>
              <a:off x="1202653" y="4750427"/>
              <a:ext cx="887795" cy="175887"/>
              <a:chOff x="2284850" y="131975"/>
              <a:chExt cx="1720200" cy="340800"/>
            </a:xfrm>
          </p:grpSpPr>
          <p:sp>
            <p:nvSpPr>
              <p:cNvPr id="6108" name="Google Shape;6108;p31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9" name="Google Shape;6109;p31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31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31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12" name="Shape 6112"/>
        <p:cNvGrpSpPr/>
        <p:nvPr/>
      </p:nvGrpSpPr>
      <p:grpSpPr>
        <a:xfrm>
          <a:off x="0" y="0"/>
          <a:ext cx="0" cy="0"/>
          <a:chOff x="0" y="0"/>
          <a:chExt cx="0" cy="0"/>
        </a:xfrm>
      </p:grpSpPr>
      <p:sp>
        <p:nvSpPr>
          <p:cNvPr id="6113" name="Google Shape;6113;p31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14" name="Google Shape;6114;p315"/>
          <p:cNvGrpSpPr/>
          <p:nvPr/>
        </p:nvGrpSpPr>
        <p:grpSpPr>
          <a:xfrm>
            <a:off x="5956178" y="1566397"/>
            <a:ext cx="2637804" cy="3321791"/>
            <a:chOff x="5956178" y="1566397"/>
            <a:chExt cx="2637804" cy="3321791"/>
          </a:xfrm>
        </p:grpSpPr>
        <p:grpSp>
          <p:nvGrpSpPr>
            <p:cNvPr id="6115" name="Google Shape;6115;p315"/>
            <p:cNvGrpSpPr/>
            <p:nvPr/>
          </p:nvGrpSpPr>
          <p:grpSpPr>
            <a:xfrm flipH="1" rot="10800000">
              <a:off x="7854432" y="1566397"/>
              <a:ext cx="739550" cy="887697"/>
              <a:chOff x="7371757" y="3976747"/>
              <a:chExt cx="739550" cy="887697"/>
            </a:xfrm>
          </p:grpSpPr>
          <p:sp>
            <p:nvSpPr>
              <p:cNvPr id="6116" name="Google Shape;6116;p31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31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8" name="Google Shape;6118;p31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9" name="Google Shape;6119;p31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31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31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31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31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31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31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6" name="Google Shape;6126;p31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7" name="Google Shape;6127;p31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8" name="Google Shape;6128;p315"/>
            <p:cNvGrpSpPr/>
            <p:nvPr/>
          </p:nvGrpSpPr>
          <p:grpSpPr>
            <a:xfrm>
              <a:off x="5956178" y="4712302"/>
              <a:ext cx="887795" cy="175887"/>
              <a:chOff x="2284850" y="131975"/>
              <a:chExt cx="1720200" cy="340800"/>
            </a:xfrm>
          </p:grpSpPr>
          <p:sp>
            <p:nvSpPr>
              <p:cNvPr id="6129" name="Google Shape;6129;p31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31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1" name="Google Shape;6131;p31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2" name="Google Shape;6132;p31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133" name="Google Shape;6133;p315"/>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134" name="Google Shape;6134;p315"/>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135" name="Google Shape;6135;p315"/>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136" name="Google Shape;6136;p315"/>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137" name="Google Shape;6137;p315"/>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38" name="Shape 6138"/>
        <p:cNvGrpSpPr/>
        <p:nvPr/>
      </p:nvGrpSpPr>
      <p:grpSpPr>
        <a:xfrm>
          <a:off x="0" y="0"/>
          <a:ext cx="0" cy="0"/>
          <a:chOff x="0" y="0"/>
          <a:chExt cx="0" cy="0"/>
        </a:xfrm>
      </p:grpSpPr>
      <p:sp>
        <p:nvSpPr>
          <p:cNvPr id="6139" name="Google Shape;6139;p3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140" name="Google Shape;6140;p316"/>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6141" name="Google Shape;6141;p316"/>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42" name="Google Shape;6142;p316"/>
          <p:cNvGrpSpPr/>
          <p:nvPr/>
        </p:nvGrpSpPr>
        <p:grpSpPr>
          <a:xfrm flipH="1">
            <a:off x="7966220" y="186773"/>
            <a:ext cx="887795" cy="175887"/>
            <a:chOff x="2284850" y="131975"/>
            <a:chExt cx="1720200" cy="340800"/>
          </a:xfrm>
        </p:grpSpPr>
        <p:sp>
          <p:nvSpPr>
            <p:cNvPr id="6143" name="Google Shape;6143;p31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4" name="Google Shape;6144;p31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31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31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47" name="Shape 6147"/>
        <p:cNvGrpSpPr/>
        <p:nvPr/>
      </p:nvGrpSpPr>
      <p:grpSpPr>
        <a:xfrm>
          <a:off x="0" y="0"/>
          <a:ext cx="0" cy="0"/>
          <a:chOff x="0" y="0"/>
          <a:chExt cx="0" cy="0"/>
        </a:xfrm>
      </p:grpSpPr>
      <p:sp>
        <p:nvSpPr>
          <p:cNvPr id="6148" name="Google Shape;6148;p317"/>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149" name="Google Shape;6149;p317"/>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6150" name="Google Shape;6150;p317"/>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51" name="Google Shape;6151;p317"/>
          <p:cNvGrpSpPr/>
          <p:nvPr/>
        </p:nvGrpSpPr>
        <p:grpSpPr>
          <a:xfrm>
            <a:off x="269328" y="716196"/>
            <a:ext cx="8517204" cy="3970118"/>
            <a:chOff x="269328" y="716196"/>
            <a:chExt cx="8517204" cy="3970118"/>
          </a:xfrm>
        </p:grpSpPr>
        <p:grpSp>
          <p:nvGrpSpPr>
            <p:cNvPr id="6152" name="Google Shape;6152;p317"/>
            <p:cNvGrpSpPr/>
            <p:nvPr/>
          </p:nvGrpSpPr>
          <p:grpSpPr>
            <a:xfrm>
              <a:off x="8328857" y="716196"/>
              <a:ext cx="457675" cy="1877049"/>
              <a:chOff x="7691232" y="2709546"/>
              <a:chExt cx="457675" cy="1877049"/>
            </a:xfrm>
          </p:grpSpPr>
          <p:grpSp>
            <p:nvGrpSpPr>
              <p:cNvPr id="6153" name="Google Shape;6153;p317"/>
              <p:cNvGrpSpPr/>
              <p:nvPr/>
            </p:nvGrpSpPr>
            <p:grpSpPr>
              <a:xfrm>
                <a:off x="7691232" y="3698897"/>
                <a:ext cx="457675" cy="887697"/>
                <a:chOff x="7371757" y="3976747"/>
                <a:chExt cx="457675" cy="887697"/>
              </a:xfrm>
            </p:grpSpPr>
            <p:sp>
              <p:nvSpPr>
                <p:cNvPr id="6154" name="Google Shape;6154;p31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5" name="Google Shape;6155;p31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6" name="Google Shape;6156;p31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31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31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9" name="Google Shape;6159;p31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0" name="Google Shape;6160;p31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31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2" name="Google Shape;6162;p317"/>
              <p:cNvGrpSpPr/>
              <p:nvPr/>
            </p:nvGrpSpPr>
            <p:grpSpPr>
              <a:xfrm>
                <a:off x="7691232" y="2709546"/>
                <a:ext cx="457675" cy="887697"/>
                <a:chOff x="7371757" y="3976747"/>
                <a:chExt cx="457675" cy="887697"/>
              </a:xfrm>
            </p:grpSpPr>
            <p:sp>
              <p:nvSpPr>
                <p:cNvPr id="6163" name="Google Shape;6163;p31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4" name="Google Shape;6164;p31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5" name="Google Shape;6165;p31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31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7" name="Google Shape;6167;p31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8" name="Google Shape;6168;p31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31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0" name="Google Shape;6170;p31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71" name="Google Shape;6171;p317"/>
            <p:cNvGrpSpPr/>
            <p:nvPr/>
          </p:nvGrpSpPr>
          <p:grpSpPr>
            <a:xfrm>
              <a:off x="269328" y="4510427"/>
              <a:ext cx="887795" cy="175887"/>
              <a:chOff x="2284850" y="131975"/>
              <a:chExt cx="1720200" cy="340800"/>
            </a:xfrm>
          </p:grpSpPr>
          <p:sp>
            <p:nvSpPr>
              <p:cNvPr id="6172" name="Google Shape;6172;p31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3" name="Google Shape;6173;p31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4" name="Google Shape;6174;p31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31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176" name="Shape 6176"/>
        <p:cNvGrpSpPr/>
        <p:nvPr/>
      </p:nvGrpSpPr>
      <p:grpSpPr>
        <a:xfrm>
          <a:off x="0" y="0"/>
          <a:ext cx="0" cy="0"/>
          <a:chOff x="0" y="0"/>
          <a:chExt cx="0" cy="0"/>
        </a:xfrm>
      </p:grpSpPr>
      <p:sp>
        <p:nvSpPr>
          <p:cNvPr id="6177" name="Google Shape;6177;p318"/>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318"/>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6179" name="Google Shape;6179;p318"/>
          <p:cNvGrpSpPr/>
          <p:nvPr/>
        </p:nvGrpSpPr>
        <p:grpSpPr>
          <a:xfrm>
            <a:off x="7683925" y="745396"/>
            <a:ext cx="745132" cy="1877049"/>
            <a:chOff x="7580032" y="910721"/>
            <a:chExt cx="745132" cy="1877049"/>
          </a:xfrm>
        </p:grpSpPr>
        <p:grpSp>
          <p:nvGrpSpPr>
            <p:cNvPr id="6180" name="Google Shape;6180;p318"/>
            <p:cNvGrpSpPr/>
            <p:nvPr/>
          </p:nvGrpSpPr>
          <p:grpSpPr>
            <a:xfrm flipH="1" rot="10800000">
              <a:off x="7580032" y="910721"/>
              <a:ext cx="175800" cy="1877049"/>
              <a:chOff x="7691232" y="2709546"/>
              <a:chExt cx="175800" cy="1877049"/>
            </a:xfrm>
          </p:grpSpPr>
          <p:grpSp>
            <p:nvGrpSpPr>
              <p:cNvPr id="6181" name="Google Shape;6181;p318"/>
              <p:cNvGrpSpPr/>
              <p:nvPr/>
            </p:nvGrpSpPr>
            <p:grpSpPr>
              <a:xfrm>
                <a:off x="7691232" y="3698897"/>
                <a:ext cx="175800" cy="887697"/>
                <a:chOff x="7371757" y="3976747"/>
                <a:chExt cx="175800" cy="887697"/>
              </a:xfrm>
            </p:grpSpPr>
            <p:sp>
              <p:nvSpPr>
                <p:cNvPr id="6182" name="Google Shape;6182;p31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31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4" name="Google Shape;6184;p31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5" name="Google Shape;6185;p31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6" name="Google Shape;6186;p318"/>
              <p:cNvGrpSpPr/>
              <p:nvPr/>
            </p:nvGrpSpPr>
            <p:grpSpPr>
              <a:xfrm>
                <a:off x="7691232" y="2709546"/>
                <a:ext cx="175800" cy="887697"/>
                <a:chOff x="7371757" y="3976747"/>
                <a:chExt cx="175800" cy="887697"/>
              </a:xfrm>
            </p:grpSpPr>
            <p:sp>
              <p:nvSpPr>
                <p:cNvPr id="6187" name="Google Shape;6187;p31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8" name="Google Shape;6188;p31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9" name="Google Shape;6189;p31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0" name="Google Shape;6190;p31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91" name="Google Shape;6191;p318"/>
            <p:cNvGrpSpPr/>
            <p:nvPr/>
          </p:nvGrpSpPr>
          <p:grpSpPr>
            <a:xfrm flipH="1" rot="10800000">
              <a:off x="7867490" y="910721"/>
              <a:ext cx="457675" cy="1877049"/>
              <a:chOff x="7691232" y="2709546"/>
              <a:chExt cx="457675" cy="1877049"/>
            </a:xfrm>
          </p:grpSpPr>
          <p:grpSp>
            <p:nvGrpSpPr>
              <p:cNvPr id="6192" name="Google Shape;6192;p318"/>
              <p:cNvGrpSpPr/>
              <p:nvPr/>
            </p:nvGrpSpPr>
            <p:grpSpPr>
              <a:xfrm>
                <a:off x="7691232" y="3698897"/>
                <a:ext cx="457675" cy="887697"/>
                <a:chOff x="7371757" y="3976747"/>
                <a:chExt cx="457675" cy="887697"/>
              </a:xfrm>
            </p:grpSpPr>
            <p:sp>
              <p:nvSpPr>
                <p:cNvPr id="6193" name="Google Shape;6193;p31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31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5" name="Google Shape;6195;p31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6" name="Google Shape;6196;p31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31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31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9" name="Google Shape;6199;p31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0" name="Google Shape;6200;p31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1" name="Google Shape;6201;p318"/>
              <p:cNvGrpSpPr/>
              <p:nvPr/>
            </p:nvGrpSpPr>
            <p:grpSpPr>
              <a:xfrm>
                <a:off x="7691232" y="2709546"/>
                <a:ext cx="457675" cy="887697"/>
                <a:chOff x="7371757" y="3976747"/>
                <a:chExt cx="457675" cy="887697"/>
              </a:xfrm>
            </p:grpSpPr>
            <p:sp>
              <p:nvSpPr>
                <p:cNvPr id="6202" name="Google Shape;6202;p31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31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31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5" name="Google Shape;6205;p31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6" name="Google Shape;6206;p31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31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31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31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10" name="Shape 6210"/>
        <p:cNvGrpSpPr/>
        <p:nvPr/>
      </p:nvGrpSpPr>
      <p:grpSpPr>
        <a:xfrm>
          <a:off x="0" y="0"/>
          <a:ext cx="0" cy="0"/>
          <a:chOff x="0" y="0"/>
          <a:chExt cx="0" cy="0"/>
        </a:xfrm>
      </p:grpSpPr>
      <p:sp>
        <p:nvSpPr>
          <p:cNvPr id="6211" name="Google Shape;6211;p319"/>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212" name="Google Shape;6212;p319"/>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13" name="Google Shape;6213;p319"/>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14" name="Google Shape;6214;p319"/>
          <p:cNvGrpSpPr/>
          <p:nvPr/>
        </p:nvGrpSpPr>
        <p:grpSpPr>
          <a:xfrm>
            <a:off x="562032" y="1301880"/>
            <a:ext cx="739550" cy="887697"/>
            <a:chOff x="7371757" y="3976747"/>
            <a:chExt cx="739550" cy="887697"/>
          </a:xfrm>
        </p:grpSpPr>
        <p:sp>
          <p:nvSpPr>
            <p:cNvPr id="6215" name="Google Shape;6215;p31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6" name="Google Shape;6216;p31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31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31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31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31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1" name="Google Shape;6221;p31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2" name="Google Shape;6222;p31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31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31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31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6" name="Google Shape;6226;p31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27" name="Shape 6227"/>
        <p:cNvGrpSpPr/>
        <p:nvPr/>
      </p:nvGrpSpPr>
      <p:grpSpPr>
        <a:xfrm>
          <a:off x="0" y="0"/>
          <a:ext cx="0" cy="0"/>
          <a:chOff x="0" y="0"/>
          <a:chExt cx="0" cy="0"/>
        </a:xfrm>
      </p:grpSpPr>
      <p:sp>
        <p:nvSpPr>
          <p:cNvPr id="6228" name="Google Shape;6228;p320"/>
          <p:cNvSpPr/>
          <p:nvPr>
            <p:ph idx="2" type="pic"/>
          </p:nvPr>
        </p:nvSpPr>
        <p:spPr>
          <a:xfrm>
            <a:off x="-25" y="-13725"/>
            <a:ext cx="9144000" cy="5157300"/>
          </a:xfrm>
          <a:prstGeom prst="rect">
            <a:avLst/>
          </a:prstGeom>
          <a:noFill/>
          <a:ln>
            <a:noFill/>
          </a:ln>
        </p:spPr>
      </p:sp>
      <p:sp>
        <p:nvSpPr>
          <p:cNvPr id="6229" name="Google Shape;6229;p320"/>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230" name="Shape 6230"/>
        <p:cNvGrpSpPr/>
        <p:nvPr/>
      </p:nvGrpSpPr>
      <p:grpSpPr>
        <a:xfrm>
          <a:off x="0" y="0"/>
          <a:ext cx="0" cy="0"/>
          <a:chOff x="0" y="0"/>
          <a:chExt cx="0" cy="0"/>
        </a:xfrm>
      </p:grpSpPr>
      <p:sp>
        <p:nvSpPr>
          <p:cNvPr id="6231" name="Google Shape;6231;p321"/>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32" name="Google Shape;6232;p321"/>
          <p:cNvGrpSpPr/>
          <p:nvPr/>
        </p:nvGrpSpPr>
        <p:grpSpPr>
          <a:xfrm>
            <a:off x="4553003" y="363602"/>
            <a:ext cx="3863079" cy="4414018"/>
            <a:chOff x="4553003" y="363602"/>
            <a:chExt cx="3863079" cy="4414018"/>
          </a:xfrm>
        </p:grpSpPr>
        <p:grpSp>
          <p:nvGrpSpPr>
            <p:cNvPr id="6233" name="Google Shape;6233;p321"/>
            <p:cNvGrpSpPr/>
            <p:nvPr/>
          </p:nvGrpSpPr>
          <p:grpSpPr>
            <a:xfrm flipH="1" rot="10800000">
              <a:off x="7958407" y="2900571"/>
              <a:ext cx="457675" cy="1877049"/>
              <a:chOff x="7691232" y="2709546"/>
              <a:chExt cx="457675" cy="1877049"/>
            </a:xfrm>
          </p:grpSpPr>
          <p:grpSp>
            <p:nvGrpSpPr>
              <p:cNvPr id="6234" name="Google Shape;6234;p321"/>
              <p:cNvGrpSpPr/>
              <p:nvPr/>
            </p:nvGrpSpPr>
            <p:grpSpPr>
              <a:xfrm>
                <a:off x="7691232" y="3698897"/>
                <a:ext cx="457675" cy="887697"/>
                <a:chOff x="7371757" y="3976747"/>
                <a:chExt cx="457675" cy="887697"/>
              </a:xfrm>
            </p:grpSpPr>
            <p:sp>
              <p:nvSpPr>
                <p:cNvPr id="6235" name="Google Shape;6235;p32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6" name="Google Shape;6236;p32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7" name="Google Shape;6237;p32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8" name="Google Shape;6238;p32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9" name="Google Shape;6239;p32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0" name="Google Shape;6240;p32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1" name="Google Shape;6241;p32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2" name="Google Shape;6242;p32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3" name="Google Shape;6243;p321"/>
              <p:cNvGrpSpPr/>
              <p:nvPr/>
            </p:nvGrpSpPr>
            <p:grpSpPr>
              <a:xfrm>
                <a:off x="7691232" y="2709546"/>
                <a:ext cx="457675" cy="887697"/>
                <a:chOff x="7371757" y="3976747"/>
                <a:chExt cx="457675" cy="887697"/>
              </a:xfrm>
            </p:grpSpPr>
            <p:sp>
              <p:nvSpPr>
                <p:cNvPr id="6244" name="Google Shape;6244;p32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32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32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32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8" name="Google Shape;6248;p32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9" name="Google Shape;6249;p32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32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32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52" name="Google Shape;6252;p321"/>
            <p:cNvGrpSpPr/>
            <p:nvPr/>
          </p:nvGrpSpPr>
          <p:grpSpPr>
            <a:xfrm>
              <a:off x="4553003" y="363602"/>
              <a:ext cx="887795" cy="175887"/>
              <a:chOff x="2284850" y="131975"/>
              <a:chExt cx="1720200" cy="340800"/>
            </a:xfrm>
          </p:grpSpPr>
          <p:sp>
            <p:nvSpPr>
              <p:cNvPr id="6253" name="Google Shape;6253;p32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32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32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32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57" name="Google Shape;6257;p321"/>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6258" name="Google Shape;6258;p321"/>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6259" name="Shape 6259"/>
        <p:cNvGrpSpPr/>
        <p:nvPr/>
      </p:nvGrpSpPr>
      <p:grpSpPr>
        <a:xfrm>
          <a:off x="0" y="0"/>
          <a:ext cx="0" cy="0"/>
          <a:chOff x="0" y="0"/>
          <a:chExt cx="0" cy="0"/>
        </a:xfrm>
      </p:grpSpPr>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260" name="Shape 6260"/>
        <p:cNvGrpSpPr/>
        <p:nvPr/>
      </p:nvGrpSpPr>
      <p:grpSpPr>
        <a:xfrm>
          <a:off x="0" y="0"/>
          <a:ext cx="0" cy="0"/>
          <a:chOff x="0" y="0"/>
          <a:chExt cx="0" cy="0"/>
        </a:xfrm>
      </p:grpSpPr>
      <p:sp>
        <p:nvSpPr>
          <p:cNvPr id="6261" name="Google Shape;6261;p323"/>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262" name="Google Shape;6262;p323"/>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63" name="Google Shape;6263;p323"/>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64" name="Google Shape;6264;p323"/>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65" name="Google Shape;6265;p323"/>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66" name="Google Shape;6266;p323"/>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67" name="Google Shape;6267;p323"/>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68" name="Google Shape;6268;p323"/>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69" name="Google Shape;6269;p323"/>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70" name="Google Shape;6270;p323"/>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271" name="Google Shape;6271;p323"/>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272" name="Google Shape;6272;p323"/>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273" name="Google Shape;6273;p323"/>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274" name="Google Shape;6274;p323"/>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75" name="Google Shape;6275;p323"/>
          <p:cNvGrpSpPr/>
          <p:nvPr/>
        </p:nvGrpSpPr>
        <p:grpSpPr>
          <a:xfrm>
            <a:off x="269328" y="4815227"/>
            <a:ext cx="887795" cy="175887"/>
            <a:chOff x="2284850" y="131975"/>
            <a:chExt cx="1720200" cy="340800"/>
          </a:xfrm>
        </p:grpSpPr>
        <p:sp>
          <p:nvSpPr>
            <p:cNvPr id="6276" name="Google Shape;6276;p32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7" name="Google Shape;6277;p32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8" name="Google Shape;6278;p32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32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0" name="Google Shape;6280;p323"/>
          <p:cNvGrpSpPr/>
          <p:nvPr/>
        </p:nvGrpSpPr>
        <p:grpSpPr>
          <a:xfrm>
            <a:off x="7958582" y="3067871"/>
            <a:ext cx="975375" cy="1877049"/>
            <a:chOff x="7167632" y="2744946"/>
            <a:chExt cx="975375" cy="1877049"/>
          </a:xfrm>
        </p:grpSpPr>
        <p:grpSp>
          <p:nvGrpSpPr>
            <p:cNvPr id="6281" name="Google Shape;6281;p323"/>
            <p:cNvGrpSpPr/>
            <p:nvPr/>
          </p:nvGrpSpPr>
          <p:grpSpPr>
            <a:xfrm>
              <a:off x="7700682" y="2744946"/>
              <a:ext cx="175800" cy="1877049"/>
              <a:chOff x="7691232" y="2709546"/>
              <a:chExt cx="175800" cy="1877049"/>
            </a:xfrm>
          </p:grpSpPr>
          <p:grpSp>
            <p:nvGrpSpPr>
              <p:cNvPr id="6282" name="Google Shape;6282;p323"/>
              <p:cNvGrpSpPr/>
              <p:nvPr/>
            </p:nvGrpSpPr>
            <p:grpSpPr>
              <a:xfrm>
                <a:off x="7691232" y="3698897"/>
                <a:ext cx="175800" cy="887697"/>
                <a:chOff x="7371757" y="3976747"/>
                <a:chExt cx="175800" cy="887697"/>
              </a:xfrm>
            </p:grpSpPr>
            <p:sp>
              <p:nvSpPr>
                <p:cNvPr id="6283" name="Google Shape;6283;p3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3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3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3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7" name="Google Shape;6287;p323"/>
              <p:cNvGrpSpPr/>
              <p:nvPr/>
            </p:nvGrpSpPr>
            <p:grpSpPr>
              <a:xfrm>
                <a:off x="7691232" y="2709546"/>
                <a:ext cx="175800" cy="887697"/>
                <a:chOff x="7371757" y="3976747"/>
                <a:chExt cx="175800" cy="887697"/>
              </a:xfrm>
            </p:grpSpPr>
            <p:sp>
              <p:nvSpPr>
                <p:cNvPr id="6288" name="Google Shape;6288;p3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3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3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3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92" name="Google Shape;6292;p323"/>
            <p:cNvGrpSpPr/>
            <p:nvPr/>
          </p:nvGrpSpPr>
          <p:grpSpPr>
            <a:xfrm>
              <a:off x="7434157" y="2744946"/>
              <a:ext cx="175800" cy="1877049"/>
              <a:chOff x="7691232" y="2709546"/>
              <a:chExt cx="175800" cy="1877049"/>
            </a:xfrm>
          </p:grpSpPr>
          <p:grpSp>
            <p:nvGrpSpPr>
              <p:cNvPr id="6293" name="Google Shape;6293;p323"/>
              <p:cNvGrpSpPr/>
              <p:nvPr/>
            </p:nvGrpSpPr>
            <p:grpSpPr>
              <a:xfrm>
                <a:off x="7691232" y="3698897"/>
                <a:ext cx="175800" cy="887697"/>
                <a:chOff x="7371757" y="3976747"/>
                <a:chExt cx="175800" cy="887697"/>
              </a:xfrm>
            </p:grpSpPr>
            <p:sp>
              <p:nvSpPr>
                <p:cNvPr id="6294" name="Google Shape;6294;p3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5" name="Google Shape;6295;p3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3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3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8" name="Google Shape;6298;p323"/>
              <p:cNvGrpSpPr/>
              <p:nvPr/>
            </p:nvGrpSpPr>
            <p:grpSpPr>
              <a:xfrm>
                <a:off x="7691232" y="2709546"/>
                <a:ext cx="175800" cy="887697"/>
                <a:chOff x="7371757" y="3976747"/>
                <a:chExt cx="175800" cy="887697"/>
              </a:xfrm>
            </p:grpSpPr>
            <p:sp>
              <p:nvSpPr>
                <p:cNvPr id="6299" name="Google Shape;6299;p3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3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3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2" name="Google Shape;6302;p3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03" name="Google Shape;6303;p323"/>
            <p:cNvGrpSpPr/>
            <p:nvPr/>
          </p:nvGrpSpPr>
          <p:grpSpPr>
            <a:xfrm>
              <a:off x="7167632" y="2744946"/>
              <a:ext cx="175800" cy="1877049"/>
              <a:chOff x="7691232" y="2709546"/>
              <a:chExt cx="175800" cy="1877049"/>
            </a:xfrm>
          </p:grpSpPr>
          <p:grpSp>
            <p:nvGrpSpPr>
              <p:cNvPr id="6304" name="Google Shape;6304;p323"/>
              <p:cNvGrpSpPr/>
              <p:nvPr/>
            </p:nvGrpSpPr>
            <p:grpSpPr>
              <a:xfrm>
                <a:off x="7691232" y="3698897"/>
                <a:ext cx="175800" cy="887697"/>
                <a:chOff x="7371757" y="3976747"/>
                <a:chExt cx="175800" cy="887697"/>
              </a:xfrm>
            </p:grpSpPr>
            <p:sp>
              <p:nvSpPr>
                <p:cNvPr id="6305" name="Google Shape;6305;p3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3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3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3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9" name="Google Shape;6309;p323"/>
              <p:cNvGrpSpPr/>
              <p:nvPr/>
            </p:nvGrpSpPr>
            <p:grpSpPr>
              <a:xfrm>
                <a:off x="7691232" y="2709546"/>
                <a:ext cx="175800" cy="887697"/>
                <a:chOff x="7371757" y="3976747"/>
                <a:chExt cx="175800" cy="887697"/>
              </a:xfrm>
            </p:grpSpPr>
            <p:sp>
              <p:nvSpPr>
                <p:cNvPr id="6310" name="Google Shape;6310;p3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1" name="Google Shape;6311;p3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2" name="Google Shape;6312;p3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3" name="Google Shape;6313;p3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14" name="Google Shape;6314;p323"/>
            <p:cNvGrpSpPr/>
            <p:nvPr/>
          </p:nvGrpSpPr>
          <p:grpSpPr>
            <a:xfrm>
              <a:off x="7967207" y="2744946"/>
              <a:ext cx="175800" cy="1877049"/>
              <a:chOff x="7691232" y="2709546"/>
              <a:chExt cx="175800" cy="1877049"/>
            </a:xfrm>
          </p:grpSpPr>
          <p:grpSp>
            <p:nvGrpSpPr>
              <p:cNvPr id="6315" name="Google Shape;6315;p323"/>
              <p:cNvGrpSpPr/>
              <p:nvPr/>
            </p:nvGrpSpPr>
            <p:grpSpPr>
              <a:xfrm>
                <a:off x="7691232" y="3698897"/>
                <a:ext cx="175800" cy="887697"/>
                <a:chOff x="7371757" y="3976747"/>
                <a:chExt cx="175800" cy="887697"/>
              </a:xfrm>
            </p:grpSpPr>
            <p:sp>
              <p:nvSpPr>
                <p:cNvPr id="6316" name="Google Shape;6316;p3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7" name="Google Shape;6317;p3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8" name="Google Shape;6318;p3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9" name="Google Shape;6319;p3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20" name="Google Shape;6320;p323"/>
              <p:cNvGrpSpPr/>
              <p:nvPr/>
            </p:nvGrpSpPr>
            <p:grpSpPr>
              <a:xfrm>
                <a:off x="7691232" y="2709546"/>
                <a:ext cx="175800" cy="887697"/>
                <a:chOff x="7371757" y="3976747"/>
                <a:chExt cx="175800" cy="887697"/>
              </a:xfrm>
            </p:grpSpPr>
            <p:sp>
              <p:nvSpPr>
                <p:cNvPr id="6321" name="Google Shape;6321;p32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32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32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4" name="Google Shape;6324;p32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325" name="Shape 6325"/>
        <p:cNvGrpSpPr/>
        <p:nvPr/>
      </p:nvGrpSpPr>
      <p:grpSpPr>
        <a:xfrm>
          <a:off x="0" y="0"/>
          <a:ext cx="0" cy="0"/>
          <a:chOff x="0" y="0"/>
          <a:chExt cx="0" cy="0"/>
        </a:xfrm>
      </p:grpSpPr>
      <p:sp>
        <p:nvSpPr>
          <p:cNvPr id="6326" name="Google Shape;6326;p3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6327" name="Google Shape;6327;p324"/>
          <p:cNvGrpSpPr/>
          <p:nvPr/>
        </p:nvGrpSpPr>
        <p:grpSpPr>
          <a:xfrm>
            <a:off x="-20657" y="150"/>
            <a:ext cx="9164657" cy="5143500"/>
            <a:chOff x="-20657" y="150"/>
            <a:chExt cx="9164657" cy="5143500"/>
          </a:xfrm>
        </p:grpSpPr>
        <p:cxnSp>
          <p:nvCxnSpPr>
            <p:cNvPr id="6328" name="Google Shape;6328;p324"/>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6329" name="Google Shape;6329;p324"/>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0" name="Google Shape;6330;p324"/>
            <p:cNvGrpSpPr/>
            <p:nvPr/>
          </p:nvGrpSpPr>
          <p:grpSpPr>
            <a:xfrm>
              <a:off x="7542978" y="176248"/>
              <a:ext cx="887795" cy="175887"/>
              <a:chOff x="2284850" y="131975"/>
              <a:chExt cx="1720200" cy="340800"/>
            </a:xfrm>
          </p:grpSpPr>
          <p:sp>
            <p:nvSpPr>
              <p:cNvPr id="6331" name="Google Shape;6331;p32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32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3" name="Google Shape;6333;p32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4" name="Google Shape;6334;p32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6335" name="Shape 6335"/>
        <p:cNvGrpSpPr/>
        <p:nvPr/>
      </p:nvGrpSpPr>
      <p:grpSpPr>
        <a:xfrm>
          <a:off x="0" y="0"/>
          <a:ext cx="0" cy="0"/>
          <a:chOff x="0" y="0"/>
          <a:chExt cx="0" cy="0"/>
        </a:xfrm>
      </p:grpSpPr>
      <p:sp>
        <p:nvSpPr>
          <p:cNvPr id="6336" name="Google Shape;6336;p325"/>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337" name="Google Shape;6337;p325"/>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6338" name="Google Shape;6338;p325"/>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9" name="Google Shape;6339;p325"/>
          <p:cNvGrpSpPr/>
          <p:nvPr/>
        </p:nvGrpSpPr>
        <p:grpSpPr>
          <a:xfrm flipH="1">
            <a:off x="7966220" y="4782198"/>
            <a:ext cx="887795" cy="175887"/>
            <a:chOff x="2284850" y="131975"/>
            <a:chExt cx="1720200" cy="340800"/>
          </a:xfrm>
        </p:grpSpPr>
        <p:sp>
          <p:nvSpPr>
            <p:cNvPr id="6340" name="Google Shape;6340;p32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32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32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3" name="Google Shape;6343;p32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6344" name="Shape 6344"/>
        <p:cNvGrpSpPr/>
        <p:nvPr/>
      </p:nvGrpSpPr>
      <p:grpSpPr>
        <a:xfrm>
          <a:off x="0" y="0"/>
          <a:ext cx="0" cy="0"/>
          <a:chOff x="0" y="0"/>
          <a:chExt cx="0" cy="0"/>
        </a:xfrm>
      </p:grpSpPr>
      <p:sp>
        <p:nvSpPr>
          <p:cNvPr id="6345" name="Google Shape;6345;p3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346" name="Google Shape;6346;p326"/>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6347" name="Google Shape;6347;p326"/>
          <p:cNvGrpSpPr/>
          <p:nvPr/>
        </p:nvGrpSpPr>
        <p:grpSpPr>
          <a:xfrm>
            <a:off x="4128103" y="186798"/>
            <a:ext cx="887795" cy="175887"/>
            <a:chOff x="2284850" y="131975"/>
            <a:chExt cx="1720200" cy="340800"/>
          </a:xfrm>
        </p:grpSpPr>
        <p:sp>
          <p:nvSpPr>
            <p:cNvPr id="6348" name="Google Shape;6348;p32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9" name="Google Shape;6349;p32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0" name="Google Shape;6350;p32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32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52" name="Google Shape;6352;p326"/>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353" name="Shape 6353"/>
        <p:cNvGrpSpPr/>
        <p:nvPr/>
      </p:nvGrpSpPr>
      <p:grpSpPr>
        <a:xfrm>
          <a:off x="0" y="0"/>
          <a:ext cx="0" cy="0"/>
          <a:chOff x="0" y="0"/>
          <a:chExt cx="0" cy="0"/>
        </a:xfrm>
      </p:grpSpPr>
      <p:sp>
        <p:nvSpPr>
          <p:cNvPr id="6354" name="Google Shape;6354;p327"/>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6355" name="Google Shape;6355;p327"/>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6356" name="Google Shape;6356;p32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57" name="Google Shape;6357;p327"/>
          <p:cNvGrpSpPr/>
          <p:nvPr/>
        </p:nvGrpSpPr>
        <p:grpSpPr>
          <a:xfrm flipH="1" rot="10800000">
            <a:off x="7946332" y="1013372"/>
            <a:ext cx="739550" cy="887697"/>
            <a:chOff x="7371757" y="3976747"/>
            <a:chExt cx="739550" cy="887697"/>
          </a:xfrm>
        </p:grpSpPr>
        <p:sp>
          <p:nvSpPr>
            <p:cNvPr id="6358" name="Google Shape;6358;p32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9" name="Google Shape;6359;p32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32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32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32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32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32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32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6" name="Google Shape;6366;p32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7" name="Google Shape;6367;p32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8" name="Google Shape;6368;p32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9" name="Google Shape;6369;p32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370" name="Shape 6370"/>
        <p:cNvGrpSpPr/>
        <p:nvPr/>
      </p:nvGrpSpPr>
      <p:grpSpPr>
        <a:xfrm>
          <a:off x="0" y="0"/>
          <a:ext cx="0" cy="0"/>
          <a:chOff x="0" y="0"/>
          <a:chExt cx="0" cy="0"/>
        </a:xfrm>
      </p:grpSpPr>
      <p:sp>
        <p:nvSpPr>
          <p:cNvPr id="6371" name="Google Shape;6371;p328"/>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72" name="Google Shape;6372;p328"/>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6373" name="Google Shape;6373;p328"/>
          <p:cNvGrpSpPr/>
          <p:nvPr/>
        </p:nvGrpSpPr>
        <p:grpSpPr>
          <a:xfrm>
            <a:off x="759093" y="449071"/>
            <a:ext cx="7652479" cy="3799448"/>
            <a:chOff x="759093" y="449071"/>
            <a:chExt cx="7652479" cy="3799448"/>
          </a:xfrm>
        </p:grpSpPr>
        <p:grpSp>
          <p:nvGrpSpPr>
            <p:cNvPr id="6374" name="Google Shape;6374;p328"/>
            <p:cNvGrpSpPr/>
            <p:nvPr/>
          </p:nvGrpSpPr>
          <p:grpSpPr>
            <a:xfrm flipH="1">
              <a:off x="7523777" y="449071"/>
              <a:ext cx="887795" cy="175887"/>
              <a:chOff x="2284850" y="131975"/>
              <a:chExt cx="1720200" cy="340800"/>
            </a:xfrm>
          </p:grpSpPr>
          <p:sp>
            <p:nvSpPr>
              <p:cNvPr id="6375" name="Google Shape;6375;p32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6" name="Google Shape;6376;p32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7" name="Google Shape;6377;p32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32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9" name="Google Shape;6379;p328"/>
            <p:cNvGrpSpPr/>
            <p:nvPr/>
          </p:nvGrpSpPr>
          <p:grpSpPr>
            <a:xfrm flipH="1">
              <a:off x="759093" y="3360822"/>
              <a:ext cx="457675" cy="887697"/>
              <a:chOff x="7653632" y="3976747"/>
              <a:chExt cx="457675" cy="887697"/>
            </a:xfrm>
          </p:grpSpPr>
          <p:sp>
            <p:nvSpPr>
              <p:cNvPr id="6380" name="Google Shape;6380;p32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32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2" name="Google Shape;6382;p32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32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4" name="Google Shape;6384;p32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5" name="Google Shape;6385;p32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32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32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388" name="Google Shape;6388;p328"/>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89" name="Google Shape;6389;p328"/>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90" name="Google Shape;6390;p328"/>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391" name="Shape 6391"/>
        <p:cNvGrpSpPr/>
        <p:nvPr/>
      </p:nvGrpSpPr>
      <p:grpSpPr>
        <a:xfrm>
          <a:off x="0" y="0"/>
          <a:ext cx="0" cy="0"/>
          <a:chOff x="0" y="0"/>
          <a:chExt cx="0" cy="0"/>
        </a:xfrm>
      </p:grpSpPr>
      <p:sp>
        <p:nvSpPr>
          <p:cNvPr id="6392" name="Google Shape;6392;p329"/>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93" name="Google Shape;6393;p329"/>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94" name="Google Shape;6394;p329"/>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6395" name="Shape 6395"/>
        <p:cNvGrpSpPr/>
        <p:nvPr/>
      </p:nvGrpSpPr>
      <p:grpSpPr>
        <a:xfrm>
          <a:off x="0" y="0"/>
          <a:ext cx="0" cy="0"/>
          <a:chOff x="0" y="0"/>
          <a:chExt cx="0" cy="0"/>
        </a:xfrm>
      </p:grpSpPr>
      <p:sp>
        <p:nvSpPr>
          <p:cNvPr id="6396" name="Google Shape;6396;p330"/>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97" name="Google Shape;6397;p330"/>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6398" name="Google Shape;6398;p330"/>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399" name="Google Shape;6399;p330"/>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400" name="Google Shape;6400;p330"/>
          <p:cNvGrpSpPr/>
          <p:nvPr/>
        </p:nvGrpSpPr>
        <p:grpSpPr>
          <a:xfrm>
            <a:off x="324243" y="3769347"/>
            <a:ext cx="707325" cy="887697"/>
            <a:chOff x="324243" y="3769347"/>
            <a:chExt cx="707325" cy="887697"/>
          </a:xfrm>
        </p:grpSpPr>
        <p:grpSp>
          <p:nvGrpSpPr>
            <p:cNvPr id="6401" name="Google Shape;6401;p330"/>
            <p:cNvGrpSpPr/>
            <p:nvPr/>
          </p:nvGrpSpPr>
          <p:grpSpPr>
            <a:xfrm rot="10800000">
              <a:off x="324243" y="3769347"/>
              <a:ext cx="175800" cy="887697"/>
              <a:chOff x="7935507" y="3976747"/>
              <a:chExt cx="175800" cy="887697"/>
            </a:xfrm>
          </p:grpSpPr>
          <p:sp>
            <p:nvSpPr>
              <p:cNvPr id="6402" name="Google Shape;6402;p33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3" name="Google Shape;6403;p33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33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5" name="Google Shape;6405;p33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06" name="Google Shape;6406;p330"/>
            <p:cNvGrpSpPr/>
            <p:nvPr/>
          </p:nvGrpSpPr>
          <p:grpSpPr>
            <a:xfrm rot="10800000">
              <a:off x="855768" y="3769347"/>
              <a:ext cx="175800" cy="887697"/>
              <a:chOff x="7371757" y="3976747"/>
              <a:chExt cx="175800" cy="887697"/>
            </a:xfrm>
          </p:grpSpPr>
          <p:sp>
            <p:nvSpPr>
              <p:cNvPr id="6407" name="Google Shape;6407;p33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8" name="Google Shape;6408;p33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33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0" name="Google Shape;6410;p33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11" name="Google Shape;6411;p330"/>
            <p:cNvGrpSpPr/>
            <p:nvPr/>
          </p:nvGrpSpPr>
          <p:grpSpPr>
            <a:xfrm rot="10800000">
              <a:off x="590005" y="3769347"/>
              <a:ext cx="175800" cy="887697"/>
              <a:chOff x="7935507" y="3976747"/>
              <a:chExt cx="175800" cy="887697"/>
            </a:xfrm>
          </p:grpSpPr>
          <p:sp>
            <p:nvSpPr>
              <p:cNvPr id="6412" name="Google Shape;6412;p33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3" name="Google Shape;6413;p33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4" name="Google Shape;6414;p33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5" name="Google Shape;6415;p33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6416" name="Shape 6416"/>
        <p:cNvGrpSpPr/>
        <p:nvPr/>
      </p:nvGrpSpPr>
      <p:grpSpPr>
        <a:xfrm>
          <a:off x="0" y="0"/>
          <a:ext cx="0" cy="0"/>
          <a:chOff x="0" y="0"/>
          <a:chExt cx="0" cy="0"/>
        </a:xfrm>
      </p:grpSpPr>
      <p:cxnSp>
        <p:nvCxnSpPr>
          <p:cNvPr id="6417" name="Google Shape;6417;p331"/>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6418" name="Google Shape;6418;p331"/>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9" name="Google Shape;6419;p331"/>
          <p:cNvGrpSpPr/>
          <p:nvPr/>
        </p:nvGrpSpPr>
        <p:grpSpPr>
          <a:xfrm>
            <a:off x="7958407" y="2900571"/>
            <a:ext cx="739550" cy="1877049"/>
            <a:chOff x="7691232" y="2709546"/>
            <a:chExt cx="739550" cy="1877049"/>
          </a:xfrm>
        </p:grpSpPr>
        <p:grpSp>
          <p:nvGrpSpPr>
            <p:cNvPr id="6420" name="Google Shape;6420;p331"/>
            <p:cNvGrpSpPr/>
            <p:nvPr/>
          </p:nvGrpSpPr>
          <p:grpSpPr>
            <a:xfrm>
              <a:off x="7691232" y="3698897"/>
              <a:ext cx="739550" cy="887697"/>
              <a:chOff x="7371757" y="3976747"/>
              <a:chExt cx="739550" cy="887697"/>
            </a:xfrm>
          </p:grpSpPr>
          <p:sp>
            <p:nvSpPr>
              <p:cNvPr id="6421" name="Google Shape;6421;p33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2" name="Google Shape;6422;p33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3" name="Google Shape;6423;p33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4" name="Google Shape;6424;p33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5" name="Google Shape;6425;p33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33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7" name="Google Shape;6427;p33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8" name="Google Shape;6428;p33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33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33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33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33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3" name="Google Shape;6433;p331"/>
            <p:cNvGrpSpPr/>
            <p:nvPr/>
          </p:nvGrpSpPr>
          <p:grpSpPr>
            <a:xfrm>
              <a:off x="7691232" y="2709546"/>
              <a:ext cx="739550" cy="887697"/>
              <a:chOff x="7371757" y="3976747"/>
              <a:chExt cx="739550" cy="887697"/>
            </a:xfrm>
          </p:grpSpPr>
          <p:sp>
            <p:nvSpPr>
              <p:cNvPr id="6434" name="Google Shape;6434;p33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33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6" name="Google Shape;6436;p33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7" name="Google Shape;6437;p33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33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33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0" name="Google Shape;6440;p33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1" name="Google Shape;6441;p33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33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33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33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5" name="Google Shape;6445;p33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446" name="Google Shape;6446;p331"/>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47" name="Google Shape;6447;p331"/>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6448" name="Shape 6448"/>
        <p:cNvGrpSpPr/>
        <p:nvPr/>
      </p:nvGrpSpPr>
      <p:grpSpPr>
        <a:xfrm>
          <a:off x="0" y="0"/>
          <a:ext cx="0" cy="0"/>
          <a:chOff x="0" y="0"/>
          <a:chExt cx="0" cy="0"/>
        </a:xfrm>
      </p:grpSpPr>
      <p:sp>
        <p:nvSpPr>
          <p:cNvPr id="6449" name="Google Shape;6449;p33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50" name="Google Shape;6450;p332"/>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6451" name="Google Shape;6451;p332"/>
          <p:cNvGrpSpPr/>
          <p:nvPr/>
        </p:nvGrpSpPr>
        <p:grpSpPr>
          <a:xfrm>
            <a:off x="269328" y="269127"/>
            <a:ext cx="8249354" cy="1636293"/>
            <a:chOff x="269328" y="269127"/>
            <a:chExt cx="8249354" cy="1636293"/>
          </a:xfrm>
        </p:grpSpPr>
        <p:grpSp>
          <p:nvGrpSpPr>
            <p:cNvPr id="6452" name="Google Shape;6452;p332"/>
            <p:cNvGrpSpPr/>
            <p:nvPr/>
          </p:nvGrpSpPr>
          <p:grpSpPr>
            <a:xfrm flipH="1" rot="10800000">
              <a:off x="8061007" y="1017722"/>
              <a:ext cx="457675" cy="887697"/>
              <a:chOff x="7371757" y="3976747"/>
              <a:chExt cx="457675" cy="887697"/>
            </a:xfrm>
          </p:grpSpPr>
          <p:sp>
            <p:nvSpPr>
              <p:cNvPr id="6453" name="Google Shape;6453;p33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4" name="Google Shape;6454;p33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5" name="Google Shape;6455;p33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33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33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33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33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33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1" name="Google Shape;6461;p332"/>
            <p:cNvGrpSpPr/>
            <p:nvPr/>
          </p:nvGrpSpPr>
          <p:grpSpPr>
            <a:xfrm>
              <a:off x="269328" y="269127"/>
              <a:ext cx="887795" cy="175887"/>
              <a:chOff x="2284850" y="131975"/>
              <a:chExt cx="1720200" cy="340800"/>
            </a:xfrm>
          </p:grpSpPr>
          <p:sp>
            <p:nvSpPr>
              <p:cNvPr id="6462" name="Google Shape;6462;p33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33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33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5" name="Google Shape;6465;p33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466" name="Google Shape;6466;p332"/>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67" name="Google Shape;6467;p332"/>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6468" name="Shape 6468"/>
        <p:cNvGrpSpPr/>
        <p:nvPr/>
      </p:nvGrpSpPr>
      <p:grpSpPr>
        <a:xfrm>
          <a:off x="0" y="0"/>
          <a:ext cx="0" cy="0"/>
          <a:chOff x="0" y="0"/>
          <a:chExt cx="0" cy="0"/>
        </a:xfrm>
      </p:grpSpPr>
      <p:sp>
        <p:nvSpPr>
          <p:cNvPr id="6469" name="Google Shape;6469;p333"/>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70" name="Google Shape;6470;p333"/>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6471" name="Google Shape;6471;p33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72" name="Google Shape;6472;p333"/>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6473" name="Google Shape;6473;p333"/>
          <p:cNvGrpSpPr/>
          <p:nvPr/>
        </p:nvGrpSpPr>
        <p:grpSpPr>
          <a:xfrm>
            <a:off x="269328" y="269127"/>
            <a:ext cx="887795" cy="175887"/>
            <a:chOff x="2284850" y="131975"/>
            <a:chExt cx="1720200" cy="340800"/>
          </a:xfrm>
        </p:grpSpPr>
        <p:sp>
          <p:nvSpPr>
            <p:cNvPr id="6474" name="Google Shape;6474;p33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5" name="Google Shape;6475;p33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6" name="Google Shape;6476;p33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7" name="Google Shape;6477;p33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8" name="Google Shape;6478;p333"/>
          <p:cNvGrpSpPr/>
          <p:nvPr/>
        </p:nvGrpSpPr>
        <p:grpSpPr>
          <a:xfrm>
            <a:off x="7920045" y="3001872"/>
            <a:ext cx="433111" cy="1871372"/>
            <a:chOff x="8038657" y="1017722"/>
            <a:chExt cx="433111" cy="1871372"/>
          </a:xfrm>
        </p:grpSpPr>
        <p:grpSp>
          <p:nvGrpSpPr>
            <p:cNvPr id="6479" name="Google Shape;6479;p333"/>
            <p:cNvGrpSpPr/>
            <p:nvPr/>
          </p:nvGrpSpPr>
          <p:grpSpPr>
            <a:xfrm>
              <a:off x="8038657" y="1017722"/>
              <a:ext cx="175800" cy="887697"/>
              <a:chOff x="7371757" y="3976747"/>
              <a:chExt cx="175800" cy="887697"/>
            </a:xfrm>
          </p:grpSpPr>
          <p:sp>
            <p:nvSpPr>
              <p:cNvPr id="6480" name="Google Shape;6480;p33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1" name="Google Shape;6481;p33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2" name="Google Shape;6482;p33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33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84" name="Google Shape;6484;p333"/>
            <p:cNvGrpSpPr/>
            <p:nvPr/>
          </p:nvGrpSpPr>
          <p:grpSpPr>
            <a:xfrm>
              <a:off x="8295968" y="1017722"/>
              <a:ext cx="175800" cy="887697"/>
              <a:chOff x="7935507" y="3976747"/>
              <a:chExt cx="175800" cy="887697"/>
            </a:xfrm>
          </p:grpSpPr>
          <p:sp>
            <p:nvSpPr>
              <p:cNvPr id="6485" name="Google Shape;6485;p33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6" name="Google Shape;6486;p33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7" name="Google Shape;6487;p33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33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89" name="Google Shape;6489;p333"/>
            <p:cNvGrpSpPr/>
            <p:nvPr/>
          </p:nvGrpSpPr>
          <p:grpSpPr>
            <a:xfrm>
              <a:off x="8038657" y="2001397"/>
              <a:ext cx="175800" cy="887697"/>
              <a:chOff x="7371757" y="3976747"/>
              <a:chExt cx="175800" cy="887697"/>
            </a:xfrm>
          </p:grpSpPr>
          <p:sp>
            <p:nvSpPr>
              <p:cNvPr id="6490" name="Google Shape;6490;p33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33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2" name="Google Shape;6492;p33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3" name="Google Shape;6493;p33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4" name="Google Shape;6494;p333"/>
            <p:cNvGrpSpPr/>
            <p:nvPr/>
          </p:nvGrpSpPr>
          <p:grpSpPr>
            <a:xfrm>
              <a:off x="8295968" y="2001397"/>
              <a:ext cx="175800" cy="887697"/>
              <a:chOff x="7935507" y="3976747"/>
              <a:chExt cx="175800" cy="887697"/>
            </a:xfrm>
          </p:grpSpPr>
          <p:sp>
            <p:nvSpPr>
              <p:cNvPr id="6495" name="Google Shape;6495;p33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6" name="Google Shape;6496;p33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7" name="Google Shape;6497;p33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33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6499" name="Shape 6499"/>
        <p:cNvGrpSpPr/>
        <p:nvPr/>
      </p:nvGrpSpPr>
      <p:grpSpPr>
        <a:xfrm>
          <a:off x="0" y="0"/>
          <a:ext cx="0" cy="0"/>
          <a:chOff x="0" y="0"/>
          <a:chExt cx="0" cy="0"/>
        </a:xfrm>
      </p:grpSpPr>
      <p:sp>
        <p:nvSpPr>
          <p:cNvPr id="6500" name="Google Shape;6500;p33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01" name="Google Shape;6501;p334"/>
          <p:cNvGrpSpPr/>
          <p:nvPr/>
        </p:nvGrpSpPr>
        <p:grpSpPr>
          <a:xfrm>
            <a:off x="3539353" y="688497"/>
            <a:ext cx="5261204" cy="4003441"/>
            <a:chOff x="3539353" y="688497"/>
            <a:chExt cx="5261204" cy="4003441"/>
          </a:xfrm>
        </p:grpSpPr>
        <p:grpSp>
          <p:nvGrpSpPr>
            <p:cNvPr id="6502" name="Google Shape;6502;p334"/>
            <p:cNvGrpSpPr/>
            <p:nvPr/>
          </p:nvGrpSpPr>
          <p:grpSpPr>
            <a:xfrm flipH="1" rot="10800000">
              <a:off x="8061007" y="688497"/>
              <a:ext cx="739550" cy="887697"/>
              <a:chOff x="7371757" y="3976747"/>
              <a:chExt cx="739550" cy="887697"/>
            </a:xfrm>
          </p:grpSpPr>
          <p:sp>
            <p:nvSpPr>
              <p:cNvPr id="6503" name="Google Shape;6503;p33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33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33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33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33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8" name="Google Shape;6508;p33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9" name="Google Shape;6509;p33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33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33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2" name="Google Shape;6512;p33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33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33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5" name="Google Shape;6515;p334"/>
            <p:cNvGrpSpPr/>
            <p:nvPr/>
          </p:nvGrpSpPr>
          <p:grpSpPr>
            <a:xfrm>
              <a:off x="3539353" y="4516052"/>
              <a:ext cx="887795" cy="175887"/>
              <a:chOff x="2284850" y="131975"/>
              <a:chExt cx="1720200" cy="340800"/>
            </a:xfrm>
          </p:grpSpPr>
          <p:sp>
            <p:nvSpPr>
              <p:cNvPr id="6516" name="Google Shape;6516;p33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7" name="Google Shape;6517;p33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33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9" name="Google Shape;6519;p33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520" name="Google Shape;6520;p334"/>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21" name="Google Shape;6521;p334"/>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22" name="Google Shape;6522;p334"/>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23" name="Google Shape;6523;p334"/>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24" name="Google Shape;6524;p334"/>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6525" name="Shape 6525"/>
        <p:cNvGrpSpPr/>
        <p:nvPr/>
      </p:nvGrpSpPr>
      <p:grpSpPr>
        <a:xfrm>
          <a:off x="0" y="0"/>
          <a:ext cx="0" cy="0"/>
          <a:chOff x="0" y="0"/>
          <a:chExt cx="0" cy="0"/>
        </a:xfrm>
      </p:grpSpPr>
      <p:sp>
        <p:nvSpPr>
          <p:cNvPr id="6526" name="Google Shape;6526;p335"/>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27" name="Google Shape;6527;p335"/>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6528" name="Google Shape;6528;p335"/>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6529" name="Google Shape;6529;p335"/>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0" name="Google Shape;6530;p335"/>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531" name="Shape 6531"/>
        <p:cNvGrpSpPr/>
        <p:nvPr/>
      </p:nvGrpSpPr>
      <p:grpSpPr>
        <a:xfrm>
          <a:off x="0" y="0"/>
          <a:ext cx="0" cy="0"/>
          <a:chOff x="0" y="0"/>
          <a:chExt cx="0" cy="0"/>
        </a:xfrm>
      </p:grpSpPr>
      <p:sp>
        <p:nvSpPr>
          <p:cNvPr id="6532" name="Google Shape;6532;p336"/>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33" name="Google Shape;6533;p336"/>
          <p:cNvGrpSpPr/>
          <p:nvPr/>
        </p:nvGrpSpPr>
        <p:grpSpPr>
          <a:xfrm flipH="1">
            <a:off x="7986880" y="4515911"/>
            <a:ext cx="887795" cy="175887"/>
            <a:chOff x="2284850" y="131975"/>
            <a:chExt cx="1720200" cy="340800"/>
          </a:xfrm>
        </p:grpSpPr>
        <p:sp>
          <p:nvSpPr>
            <p:cNvPr id="6534" name="Google Shape;6534;p33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33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33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33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38" name="Google Shape;6538;p336"/>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39" name="Google Shape;6539;p336"/>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40" name="Google Shape;6540;p336"/>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41" name="Google Shape;6541;p336"/>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42" name="Google Shape;6542;p336"/>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43" name="Google Shape;6543;p336"/>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44" name="Google Shape;6544;p336"/>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545" name="Shape 6545"/>
        <p:cNvGrpSpPr/>
        <p:nvPr/>
      </p:nvGrpSpPr>
      <p:grpSpPr>
        <a:xfrm>
          <a:off x="0" y="0"/>
          <a:ext cx="0" cy="0"/>
          <a:chOff x="0" y="0"/>
          <a:chExt cx="0" cy="0"/>
        </a:xfrm>
      </p:grpSpPr>
      <p:sp>
        <p:nvSpPr>
          <p:cNvPr id="6546" name="Google Shape;6546;p33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47" name="Google Shape;6547;p337"/>
          <p:cNvGrpSpPr/>
          <p:nvPr/>
        </p:nvGrpSpPr>
        <p:grpSpPr>
          <a:xfrm>
            <a:off x="269328" y="197352"/>
            <a:ext cx="8249354" cy="3899618"/>
            <a:chOff x="269328" y="197352"/>
            <a:chExt cx="8249354" cy="3899618"/>
          </a:xfrm>
        </p:grpSpPr>
        <p:grpSp>
          <p:nvGrpSpPr>
            <p:cNvPr id="6548" name="Google Shape;6548;p337"/>
            <p:cNvGrpSpPr/>
            <p:nvPr/>
          </p:nvGrpSpPr>
          <p:grpSpPr>
            <a:xfrm>
              <a:off x="8061007" y="3209272"/>
              <a:ext cx="457675" cy="887697"/>
              <a:chOff x="7371757" y="3976747"/>
              <a:chExt cx="457675" cy="887697"/>
            </a:xfrm>
          </p:grpSpPr>
          <p:sp>
            <p:nvSpPr>
              <p:cNvPr id="6549" name="Google Shape;6549;p33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0" name="Google Shape;6550;p33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1" name="Google Shape;6551;p33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33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3" name="Google Shape;6553;p33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4" name="Google Shape;6554;p33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33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33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7" name="Google Shape;6557;p337"/>
            <p:cNvGrpSpPr/>
            <p:nvPr/>
          </p:nvGrpSpPr>
          <p:grpSpPr>
            <a:xfrm>
              <a:off x="269328" y="197352"/>
              <a:ext cx="887795" cy="175887"/>
              <a:chOff x="2284850" y="131975"/>
              <a:chExt cx="1720200" cy="340800"/>
            </a:xfrm>
          </p:grpSpPr>
          <p:sp>
            <p:nvSpPr>
              <p:cNvPr id="6558" name="Google Shape;6558;p33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9" name="Google Shape;6559;p33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33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1" name="Google Shape;6561;p33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562" name="Google Shape;6562;p337"/>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63" name="Google Shape;6563;p337"/>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64" name="Google Shape;6564;p337"/>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65" name="Google Shape;6565;p337"/>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66" name="Google Shape;6566;p337"/>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67" name="Google Shape;6567;p337"/>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68" name="Google Shape;6568;p337"/>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69" name="Google Shape;6569;p337"/>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70" name="Google Shape;6570;p337"/>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571" name="Shape 6571"/>
        <p:cNvGrpSpPr/>
        <p:nvPr/>
      </p:nvGrpSpPr>
      <p:grpSpPr>
        <a:xfrm>
          <a:off x="0" y="0"/>
          <a:ext cx="0" cy="0"/>
          <a:chOff x="0" y="0"/>
          <a:chExt cx="0" cy="0"/>
        </a:xfrm>
      </p:grpSpPr>
      <p:sp>
        <p:nvSpPr>
          <p:cNvPr id="6572" name="Google Shape;6572;p338"/>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73" name="Google Shape;6573;p338"/>
          <p:cNvGrpSpPr/>
          <p:nvPr/>
        </p:nvGrpSpPr>
        <p:grpSpPr>
          <a:xfrm flipH="1">
            <a:off x="3091253" y="4774223"/>
            <a:ext cx="887795" cy="175887"/>
            <a:chOff x="2284850" y="131975"/>
            <a:chExt cx="1720200" cy="340800"/>
          </a:xfrm>
        </p:grpSpPr>
        <p:sp>
          <p:nvSpPr>
            <p:cNvPr id="6574" name="Google Shape;6574;p33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33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6" name="Google Shape;6576;p33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33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78" name="Google Shape;6578;p3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579" name="Google Shape;6579;p338"/>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80" name="Google Shape;6580;p338"/>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81" name="Google Shape;6581;p338"/>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82" name="Google Shape;6582;p338"/>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83" name="Google Shape;6583;p338"/>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84" name="Google Shape;6584;p338"/>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85" name="Google Shape;6585;p338"/>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86" name="Google Shape;6586;p338"/>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87" name="Google Shape;6587;p338"/>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88" name="Google Shape;6588;p338"/>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89" name="Google Shape;6589;p338"/>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90" name="Google Shape;6590;p338"/>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6591" name="Shape 6591"/>
        <p:cNvGrpSpPr/>
        <p:nvPr/>
      </p:nvGrpSpPr>
      <p:grpSpPr>
        <a:xfrm>
          <a:off x="0" y="0"/>
          <a:ext cx="0" cy="0"/>
          <a:chOff x="0" y="0"/>
          <a:chExt cx="0" cy="0"/>
        </a:xfrm>
      </p:grpSpPr>
      <p:sp>
        <p:nvSpPr>
          <p:cNvPr id="6592" name="Google Shape;6592;p339"/>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93" name="Google Shape;6593;p339"/>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6594" name="Google Shape;6594;p339"/>
          <p:cNvGrpSpPr/>
          <p:nvPr/>
        </p:nvGrpSpPr>
        <p:grpSpPr>
          <a:xfrm flipH="1">
            <a:off x="7829752" y="4831427"/>
            <a:ext cx="887795" cy="175887"/>
            <a:chOff x="2284850" y="131975"/>
            <a:chExt cx="1720200" cy="340800"/>
          </a:xfrm>
        </p:grpSpPr>
        <p:sp>
          <p:nvSpPr>
            <p:cNvPr id="6595" name="Google Shape;6595;p33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6" name="Google Shape;6596;p33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7" name="Google Shape;6597;p33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8" name="Google Shape;6598;p33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99" name="Google Shape;6599;p339"/>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600" name="Google Shape;6600;p339"/>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6601" name="Google Shape;6601;p339"/>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602" name="Google Shape;6602;p339"/>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6603" name="Google Shape;6603;p339"/>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604" name="Google Shape;6604;p339"/>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6605" name="Google Shape;6605;p339"/>
          <p:cNvGrpSpPr/>
          <p:nvPr/>
        </p:nvGrpSpPr>
        <p:grpSpPr>
          <a:xfrm>
            <a:off x="300632" y="445022"/>
            <a:ext cx="958892" cy="887697"/>
            <a:chOff x="272293" y="445022"/>
            <a:chExt cx="958892" cy="887697"/>
          </a:xfrm>
        </p:grpSpPr>
        <p:grpSp>
          <p:nvGrpSpPr>
            <p:cNvPr id="6606" name="Google Shape;6606;p339"/>
            <p:cNvGrpSpPr/>
            <p:nvPr/>
          </p:nvGrpSpPr>
          <p:grpSpPr>
            <a:xfrm rot="10800000">
              <a:off x="272293" y="445022"/>
              <a:ext cx="175800" cy="887697"/>
              <a:chOff x="7935507" y="3976747"/>
              <a:chExt cx="175800" cy="887697"/>
            </a:xfrm>
          </p:grpSpPr>
          <p:sp>
            <p:nvSpPr>
              <p:cNvPr id="6607" name="Google Shape;6607;p33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33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33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33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1" name="Google Shape;6611;p339"/>
            <p:cNvGrpSpPr/>
            <p:nvPr/>
          </p:nvGrpSpPr>
          <p:grpSpPr>
            <a:xfrm rot="10800000">
              <a:off x="533323" y="445022"/>
              <a:ext cx="175800" cy="887697"/>
              <a:chOff x="7935507" y="3976747"/>
              <a:chExt cx="175800" cy="887697"/>
            </a:xfrm>
          </p:grpSpPr>
          <p:sp>
            <p:nvSpPr>
              <p:cNvPr id="6612" name="Google Shape;6612;p33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33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33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5" name="Google Shape;6615;p33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6" name="Google Shape;6616;p339"/>
            <p:cNvGrpSpPr/>
            <p:nvPr/>
          </p:nvGrpSpPr>
          <p:grpSpPr>
            <a:xfrm rot="10800000">
              <a:off x="794354" y="445022"/>
              <a:ext cx="175800" cy="887697"/>
              <a:chOff x="7935507" y="3976747"/>
              <a:chExt cx="175800" cy="887697"/>
            </a:xfrm>
          </p:grpSpPr>
          <p:sp>
            <p:nvSpPr>
              <p:cNvPr id="6617" name="Google Shape;6617;p33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8" name="Google Shape;6618;p33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9" name="Google Shape;6619;p33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33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1" name="Google Shape;6621;p339"/>
            <p:cNvGrpSpPr/>
            <p:nvPr/>
          </p:nvGrpSpPr>
          <p:grpSpPr>
            <a:xfrm rot="10800000">
              <a:off x="1055385" y="445022"/>
              <a:ext cx="175800" cy="887697"/>
              <a:chOff x="7935507" y="3976747"/>
              <a:chExt cx="175800" cy="887697"/>
            </a:xfrm>
          </p:grpSpPr>
          <p:sp>
            <p:nvSpPr>
              <p:cNvPr id="6622" name="Google Shape;6622;p33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3" name="Google Shape;6623;p33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33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33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6626" name="Shape 6626"/>
        <p:cNvGrpSpPr/>
        <p:nvPr/>
      </p:nvGrpSpPr>
      <p:grpSpPr>
        <a:xfrm>
          <a:off x="0" y="0"/>
          <a:ext cx="0" cy="0"/>
          <a:chOff x="0" y="0"/>
          <a:chExt cx="0" cy="0"/>
        </a:xfrm>
      </p:grpSpPr>
      <p:cxnSp>
        <p:nvCxnSpPr>
          <p:cNvPr id="6627" name="Google Shape;6627;p340"/>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6628" name="Google Shape;6628;p340"/>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9" name="Google Shape;6629;p340"/>
          <p:cNvGrpSpPr/>
          <p:nvPr/>
        </p:nvGrpSpPr>
        <p:grpSpPr>
          <a:xfrm flipH="1">
            <a:off x="896577" y="269148"/>
            <a:ext cx="887795" cy="175887"/>
            <a:chOff x="2284850" y="131975"/>
            <a:chExt cx="1720200" cy="340800"/>
          </a:xfrm>
        </p:grpSpPr>
        <p:sp>
          <p:nvSpPr>
            <p:cNvPr id="6630" name="Google Shape;6630;p34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1" name="Google Shape;6631;p34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2" name="Google Shape;6632;p34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3" name="Google Shape;6633;p34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34" name="Google Shape;6634;p340"/>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635" name="Google Shape;6635;p340"/>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6636" name="Google Shape;6636;p340"/>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637" name="Google Shape;6637;p340"/>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638" name="Google Shape;6638;p340"/>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6639" name="Google Shape;6639;p340"/>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640" name="Google Shape;6640;p340"/>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641" name="Google Shape;6641;p340"/>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6642" name="Google Shape;6642;p340"/>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643" name="Google Shape;6643;p340"/>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6644" name="Shape 6644"/>
        <p:cNvGrpSpPr/>
        <p:nvPr/>
      </p:nvGrpSpPr>
      <p:grpSpPr>
        <a:xfrm>
          <a:off x="0" y="0"/>
          <a:ext cx="0" cy="0"/>
          <a:chOff x="0" y="0"/>
          <a:chExt cx="0" cy="0"/>
        </a:xfrm>
      </p:grpSpPr>
      <p:sp>
        <p:nvSpPr>
          <p:cNvPr id="6645" name="Google Shape;6645;p341"/>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46" name="Google Shape;6646;p341"/>
          <p:cNvGrpSpPr/>
          <p:nvPr/>
        </p:nvGrpSpPr>
        <p:grpSpPr>
          <a:xfrm flipH="1">
            <a:off x="754543" y="777996"/>
            <a:ext cx="739550" cy="1877049"/>
            <a:chOff x="7691232" y="2709546"/>
            <a:chExt cx="739550" cy="1877049"/>
          </a:xfrm>
        </p:grpSpPr>
        <p:grpSp>
          <p:nvGrpSpPr>
            <p:cNvPr id="6647" name="Google Shape;6647;p341"/>
            <p:cNvGrpSpPr/>
            <p:nvPr/>
          </p:nvGrpSpPr>
          <p:grpSpPr>
            <a:xfrm>
              <a:off x="7691232" y="3698897"/>
              <a:ext cx="739550" cy="887697"/>
              <a:chOff x="7371757" y="3976747"/>
              <a:chExt cx="739550" cy="887697"/>
            </a:xfrm>
          </p:grpSpPr>
          <p:sp>
            <p:nvSpPr>
              <p:cNvPr id="6648" name="Google Shape;6648;p34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34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34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34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2" name="Google Shape;6652;p34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3" name="Google Shape;6653;p34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4" name="Google Shape;6654;p34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5" name="Google Shape;6655;p34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6" name="Google Shape;6656;p34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7" name="Google Shape;6657;p34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34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34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0" name="Google Shape;6660;p341"/>
            <p:cNvGrpSpPr/>
            <p:nvPr/>
          </p:nvGrpSpPr>
          <p:grpSpPr>
            <a:xfrm>
              <a:off x="7691232" y="2709546"/>
              <a:ext cx="739550" cy="887697"/>
              <a:chOff x="7371757" y="3976747"/>
              <a:chExt cx="739550" cy="887697"/>
            </a:xfrm>
          </p:grpSpPr>
          <p:sp>
            <p:nvSpPr>
              <p:cNvPr id="6661" name="Google Shape;6661;p34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2" name="Google Shape;6662;p34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3" name="Google Shape;6663;p34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4" name="Google Shape;6664;p34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5" name="Google Shape;6665;p34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6" name="Google Shape;6666;p34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7" name="Google Shape;6667;p34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34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34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0" name="Google Shape;6670;p34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1" name="Google Shape;6671;p34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2" name="Google Shape;6672;p34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73" name="Google Shape;6673;p341"/>
          <p:cNvGrpSpPr/>
          <p:nvPr/>
        </p:nvGrpSpPr>
        <p:grpSpPr>
          <a:xfrm flipH="1">
            <a:off x="3391227" y="4753102"/>
            <a:ext cx="887795" cy="175887"/>
            <a:chOff x="2284850" y="131975"/>
            <a:chExt cx="1720200" cy="340800"/>
          </a:xfrm>
        </p:grpSpPr>
        <p:sp>
          <p:nvSpPr>
            <p:cNvPr id="6674" name="Google Shape;6674;p34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34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34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34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78" name="Google Shape;6678;p341"/>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6679" name="Google Shape;6679;p341"/>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680" name="Google Shape;6680;p341"/>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681" name="Shape 6681"/>
        <p:cNvGrpSpPr/>
        <p:nvPr/>
      </p:nvGrpSpPr>
      <p:grpSpPr>
        <a:xfrm>
          <a:off x="0" y="0"/>
          <a:ext cx="0" cy="0"/>
          <a:chOff x="0" y="0"/>
          <a:chExt cx="0" cy="0"/>
        </a:xfrm>
      </p:grpSpPr>
      <p:cxnSp>
        <p:nvCxnSpPr>
          <p:cNvPr id="6682" name="Google Shape;6682;p342"/>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6683" name="Google Shape;6683;p342"/>
          <p:cNvGrpSpPr/>
          <p:nvPr/>
        </p:nvGrpSpPr>
        <p:grpSpPr>
          <a:xfrm>
            <a:off x="269328" y="3823073"/>
            <a:ext cx="887795" cy="175887"/>
            <a:chOff x="-5191947" y="7177654"/>
            <a:chExt cx="1720200" cy="340800"/>
          </a:xfrm>
        </p:grpSpPr>
        <p:sp>
          <p:nvSpPr>
            <p:cNvPr id="6684" name="Google Shape;6684;p342"/>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5" name="Google Shape;6685;p342"/>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342"/>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342"/>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88" name="Google Shape;6688;p342"/>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689" name="Shape 6689"/>
        <p:cNvGrpSpPr/>
        <p:nvPr/>
      </p:nvGrpSpPr>
      <p:grpSpPr>
        <a:xfrm>
          <a:off x="0" y="0"/>
          <a:ext cx="0" cy="0"/>
          <a:chOff x="0" y="0"/>
          <a:chExt cx="0" cy="0"/>
        </a:xfrm>
      </p:grpSpPr>
      <p:cxnSp>
        <p:nvCxnSpPr>
          <p:cNvPr id="6690" name="Google Shape;6690;p343"/>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6691" name="Google Shape;6691;p343"/>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92" name="Google Shape;6692;p343"/>
          <p:cNvGrpSpPr/>
          <p:nvPr/>
        </p:nvGrpSpPr>
        <p:grpSpPr>
          <a:xfrm>
            <a:off x="1553061" y="1633371"/>
            <a:ext cx="3369104" cy="3282565"/>
            <a:chOff x="1553061" y="1633371"/>
            <a:chExt cx="3369104" cy="3282565"/>
          </a:xfrm>
        </p:grpSpPr>
        <p:grpSp>
          <p:nvGrpSpPr>
            <p:cNvPr id="6693" name="Google Shape;6693;p343"/>
            <p:cNvGrpSpPr/>
            <p:nvPr/>
          </p:nvGrpSpPr>
          <p:grpSpPr>
            <a:xfrm rot="10800000">
              <a:off x="1553061" y="1633371"/>
              <a:ext cx="457675" cy="1877049"/>
              <a:chOff x="7973107" y="2709546"/>
              <a:chExt cx="457675" cy="1877049"/>
            </a:xfrm>
          </p:grpSpPr>
          <p:grpSp>
            <p:nvGrpSpPr>
              <p:cNvPr id="6694" name="Google Shape;6694;p343"/>
              <p:cNvGrpSpPr/>
              <p:nvPr/>
            </p:nvGrpSpPr>
            <p:grpSpPr>
              <a:xfrm>
                <a:off x="7973107" y="3698897"/>
                <a:ext cx="457675" cy="887697"/>
                <a:chOff x="7653632" y="3976747"/>
                <a:chExt cx="457675" cy="887697"/>
              </a:xfrm>
            </p:grpSpPr>
            <p:sp>
              <p:nvSpPr>
                <p:cNvPr id="6695" name="Google Shape;6695;p34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6" name="Google Shape;6696;p34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7" name="Google Shape;6697;p34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34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34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34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34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34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03" name="Google Shape;6703;p343"/>
              <p:cNvGrpSpPr/>
              <p:nvPr/>
            </p:nvGrpSpPr>
            <p:grpSpPr>
              <a:xfrm>
                <a:off x="7973107" y="2709546"/>
                <a:ext cx="457675" cy="887697"/>
                <a:chOff x="7653632" y="3976747"/>
                <a:chExt cx="457675" cy="887697"/>
              </a:xfrm>
            </p:grpSpPr>
            <p:sp>
              <p:nvSpPr>
                <p:cNvPr id="6704" name="Google Shape;6704;p34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34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34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34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34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34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34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34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712" name="Google Shape;6712;p343"/>
            <p:cNvGrpSpPr/>
            <p:nvPr/>
          </p:nvGrpSpPr>
          <p:grpSpPr>
            <a:xfrm flipH="1">
              <a:off x="4034370" y="4740048"/>
              <a:ext cx="887795" cy="175887"/>
              <a:chOff x="-5191947" y="7177654"/>
              <a:chExt cx="1720200" cy="340800"/>
            </a:xfrm>
          </p:grpSpPr>
          <p:sp>
            <p:nvSpPr>
              <p:cNvPr id="6713" name="Google Shape;6713;p343"/>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343"/>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343"/>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343"/>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720" name="Shape 6720"/>
        <p:cNvGrpSpPr/>
        <p:nvPr/>
      </p:nvGrpSpPr>
      <p:grpSpPr>
        <a:xfrm>
          <a:off x="0" y="0"/>
          <a:ext cx="0" cy="0"/>
          <a:chOff x="0" y="0"/>
          <a:chExt cx="0" cy="0"/>
        </a:xfrm>
      </p:grpSpPr>
      <p:sp>
        <p:nvSpPr>
          <p:cNvPr id="6721" name="Google Shape;6721;p345"/>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6722" name="Google Shape;6722;p345"/>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6723" name="Google Shape;6723;p34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24" name="Google Shape;6724;p345"/>
          <p:cNvGrpSpPr/>
          <p:nvPr/>
        </p:nvGrpSpPr>
        <p:grpSpPr>
          <a:xfrm>
            <a:off x="7371757" y="3976747"/>
            <a:ext cx="739550" cy="887697"/>
            <a:chOff x="7371757" y="3976747"/>
            <a:chExt cx="739550" cy="887697"/>
          </a:xfrm>
        </p:grpSpPr>
        <p:sp>
          <p:nvSpPr>
            <p:cNvPr id="6725" name="Google Shape;6725;p34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34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34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34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9" name="Google Shape;6729;p34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34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34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34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34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34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5" name="Google Shape;6735;p34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6" name="Google Shape;6736;p34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37" name="Shape 6737"/>
        <p:cNvGrpSpPr/>
        <p:nvPr/>
      </p:nvGrpSpPr>
      <p:grpSpPr>
        <a:xfrm>
          <a:off x="0" y="0"/>
          <a:ext cx="0" cy="0"/>
          <a:chOff x="0" y="0"/>
          <a:chExt cx="0" cy="0"/>
        </a:xfrm>
      </p:grpSpPr>
      <p:sp>
        <p:nvSpPr>
          <p:cNvPr id="6738" name="Google Shape;6738;p346"/>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739" name="Google Shape;6739;p346"/>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740" name="Google Shape;6740;p346"/>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741" name="Google Shape;6741;p346"/>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42" name="Google Shape;6742;p346"/>
          <p:cNvGrpSpPr/>
          <p:nvPr/>
        </p:nvGrpSpPr>
        <p:grpSpPr>
          <a:xfrm flipH="1" rot="10800000">
            <a:off x="6851382" y="1633371"/>
            <a:ext cx="457675" cy="1877049"/>
            <a:chOff x="7691232" y="2709546"/>
            <a:chExt cx="457675" cy="1877049"/>
          </a:xfrm>
        </p:grpSpPr>
        <p:grpSp>
          <p:nvGrpSpPr>
            <p:cNvPr id="6743" name="Google Shape;6743;p346"/>
            <p:cNvGrpSpPr/>
            <p:nvPr/>
          </p:nvGrpSpPr>
          <p:grpSpPr>
            <a:xfrm>
              <a:off x="7691232" y="3698897"/>
              <a:ext cx="457675" cy="887697"/>
              <a:chOff x="7371757" y="3976747"/>
              <a:chExt cx="457675" cy="887697"/>
            </a:xfrm>
          </p:grpSpPr>
          <p:sp>
            <p:nvSpPr>
              <p:cNvPr id="6744" name="Google Shape;6744;p34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34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34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34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34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34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0" name="Google Shape;6750;p34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1" name="Google Shape;6751;p34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2" name="Google Shape;6752;p346"/>
            <p:cNvGrpSpPr/>
            <p:nvPr/>
          </p:nvGrpSpPr>
          <p:grpSpPr>
            <a:xfrm>
              <a:off x="7691232" y="2709546"/>
              <a:ext cx="457675" cy="887697"/>
              <a:chOff x="7371757" y="3976747"/>
              <a:chExt cx="457675" cy="887697"/>
            </a:xfrm>
          </p:grpSpPr>
          <p:sp>
            <p:nvSpPr>
              <p:cNvPr id="6753" name="Google Shape;6753;p34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34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34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34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7" name="Google Shape;6757;p34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8" name="Google Shape;6758;p34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9" name="Google Shape;6759;p34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0" name="Google Shape;6760;p34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761" name="Shape 6761"/>
        <p:cNvGrpSpPr/>
        <p:nvPr/>
      </p:nvGrpSpPr>
      <p:grpSpPr>
        <a:xfrm>
          <a:off x="0" y="0"/>
          <a:ext cx="0" cy="0"/>
          <a:chOff x="0" y="0"/>
          <a:chExt cx="0" cy="0"/>
        </a:xfrm>
      </p:grpSpPr>
      <p:sp>
        <p:nvSpPr>
          <p:cNvPr id="6762" name="Google Shape;6762;p347"/>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63" name="Google Shape;6763;p347"/>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6764" name="Google Shape;6764;p347"/>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6765" name="Google Shape;6765;p34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6" name="Google Shape;6766;p347"/>
          <p:cNvGrpSpPr/>
          <p:nvPr/>
        </p:nvGrpSpPr>
        <p:grpSpPr>
          <a:xfrm>
            <a:off x="1202653" y="2683622"/>
            <a:ext cx="6827579" cy="2242691"/>
            <a:chOff x="1202653" y="2683622"/>
            <a:chExt cx="6827579" cy="2242691"/>
          </a:xfrm>
        </p:grpSpPr>
        <p:grpSp>
          <p:nvGrpSpPr>
            <p:cNvPr id="6767" name="Google Shape;6767;p347"/>
            <p:cNvGrpSpPr/>
            <p:nvPr/>
          </p:nvGrpSpPr>
          <p:grpSpPr>
            <a:xfrm>
              <a:off x="7854432" y="2683622"/>
              <a:ext cx="175800" cy="887697"/>
              <a:chOff x="7371757" y="3976747"/>
              <a:chExt cx="175800" cy="887697"/>
            </a:xfrm>
          </p:grpSpPr>
          <p:sp>
            <p:nvSpPr>
              <p:cNvPr id="6768" name="Google Shape;6768;p34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34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0" name="Google Shape;6770;p34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1" name="Google Shape;6771;p34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2" name="Google Shape;6772;p347"/>
            <p:cNvGrpSpPr/>
            <p:nvPr/>
          </p:nvGrpSpPr>
          <p:grpSpPr>
            <a:xfrm>
              <a:off x="1202653" y="4750427"/>
              <a:ext cx="887795" cy="175887"/>
              <a:chOff x="2284850" y="131975"/>
              <a:chExt cx="1720200" cy="340800"/>
            </a:xfrm>
          </p:grpSpPr>
          <p:sp>
            <p:nvSpPr>
              <p:cNvPr id="6773" name="Google Shape;6773;p34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34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34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34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77" name="Shape 6777"/>
        <p:cNvGrpSpPr/>
        <p:nvPr/>
      </p:nvGrpSpPr>
      <p:grpSpPr>
        <a:xfrm>
          <a:off x="0" y="0"/>
          <a:ext cx="0" cy="0"/>
          <a:chOff x="0" y="0"/>
          <a:chExt cx="0" cy="0"/>
        </a:xfrm>
      </p:grpSpPr>
      <p:sp>
        <p:nvSpPr>
          <p:cNvPr id="6778" name="Google Shape;6778;p34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79" name="Google Shape;6779;p348"/>
          <p:cNvGrpSpPr/>
          <p:nvPr/>
        </p:nvGrpSpPr>
        <p:grpSpPr>
          <a:xfrm>
            <a:off x="5956178" y="1566397"/>
            <a:ext cx="2637804" cy="3321791"/>
            <a:chOff x="5956178" y="1566397"/>
            <a:chExt cx="2637804" cy="3321791"/>
          </a:xfrm>
        </p:grpSpPr>
        <p:grpSp>
          <p:nvGrpSpPr>
            <p:cNvPr id="6780" name="Google Shape;6780;p348"/>
            <p:cNvGrpSpPr/>
            <p:nvPr/>
          </p:nvGrpSpPr>
          <p:grpSpPr>
            <a:xfrm flipH="1" rot="10800000">
              <a:off x="7854432" y="1566397"/>
              <a:ext cx="739550" cy="887697"/>
              <a:chOff x="7371757" y="3976747"/>
              <a:chExt cx="739550" cy="887697"/>
            </a:xfrm>
          </p:grpSpPr>
          <p:sp>
            <p:nvSpPr>
              <p:cNvPr id="6781" name="Google Shape;6781;p34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34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34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4" name="Google Shape;6784;p34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5" name="Google Shape;6785;p34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34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7" name="Google Shape;6787;p34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8" name="Google Shape;6788;p34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34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0" name="Google Shape;6790;p34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1" name="Google Shape;6791;p34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34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3" name="Google Shape;6793;p348"/>
            <p:cNvGrpSpPr/>
            <p:nvPr/>
          </p:nvGrpSpPr>
          <p:grpSpPr>
            <a:xfrm>
              <a:off x="5956178" y="4712302"/>
              <a:ext cx="887795" cy="175887"/>
              <a:chOff x="2284850" y="131975"/>
              <a:chExt cx="1720200" cy="340800"/>
            </a:xfrm>
          </p:grpSpPr>
          <p:sp>
            <p:nvSpPr>
              <p:cNvPr id="6794" name="Google Shape;6794;p34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5" name="Google Shape;6795;p34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6" name="Google Shape;6796;p34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7" name="Google Shape;6797;p34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798" name="Google Shape;6798;p348"/>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99" name="Google Shape;6799;p348"/>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800" name="Google Shape;6800;p348"/>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801" name="Google Shape;6801;p348"/>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802" name="Google Shape;6802;p348"/>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03" name="Shape 6803"/>
        <p:cNvGrpSpPr/>
        <p:nvPr/>
      </p:nvGrpSpPr>
      <p:grpSpPr>
        <a:xfrm>
          <a:off x="0" y="0"/>
          <a:ext cx="0" cy="0"/>
          <a:chOff x="0" y="0"/>
          <a:chExt cx="0" cy="0"/>
        </a:xfrm>
      </p:grpSpPr>
      <p:sp>
        <p:nvSpPr>
          <p:cNvPr id="6804" name="Google Shape;6804;p3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805" name="Google Shape;6805;p349"/>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6806" name="Google Shape;6806;p349"/>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07" name="Google Shape;6807;p349"/>
          <p:cNvGrpSpPr/>
          <p:nvPr/>
        </p:nvGrpSpPr>
        <p:grpSpPr>
          <a:xfrm flipH="1">
            <a:off x="7966220" y="186773"/>
            <a:ext cx="887795" cy="175887"/>
            <a:chOff x="2284850" y="131975"/>
            <a:chExt cx="1720200" cy="340800"/>
          </a:xfrm>
        </p:grpSpPr>
        <p:sp>
          <p:nvSpPr>
            <p:cNvPr id="6808" name="Google Shape;6808;p34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34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0" name="Google Shape;6810;p34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1" name="Google Shape;6811;p34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812" name="Shape 6812"/>
        <p:cNvGrpSpPr/>
        <p:nvPr/>
      </p:nvGrpSpPr>
      <p:grpSpPr>
        <a:xfrm>
          <a:off x="0" y="0"/>
          <a:ext cx="0" cy="0"/>
          <a:chOff x="0" y="0"/>
          <a:chExt cx="0" cy="0"/>
        </a:xfrm>
      </p:grpSpPr>
      <p:sp>
        <p:nvSpPr>
          <p:cNvPr id="6813" name="Google Shape;6813;p350"/>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814" name="Google Shape;6814;p350"/>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6815" name="Google Shape;6815;p350"/>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16" name="Google Shape;6816;p350"/>
          <p:cNvGrpSpPr/>
          <p:nvPr/>
        </p:nvGrpSpPr>
        <p:grpSpPr>
          <a:xfrm>
            <a:off x="269328" y="716196"/>
            <a:ext cx="8517204" cy="3970118"/>
            <a:chOff x="269328" y="716196"/>
            <a:chExt cx="8517204" cy="3970118"/>
          </a:xfrm>
        </p:grpSpPr>
        <p:grpSp>
          <p:nvGrpSpPr>
            <p:cNvPr id="6817" name="Google Shape;6817;p350"/>
            <p:cNvGrpSpPr/>
            <p:nvPr/>
          </p:nvGrpSpPr>
          <p:grpSpPr>
            <a:xfrm>
              <a:off x="8328857" y="716196"/>
              <a:ext cx="457675" cy="1877049"/>
              <a:chOff x="7691232" y="2709546"/>
              <a:chExt cx="457675" cy="1877049"/>
            </a:xfrm>
          </p:grpSpPr>
          <p:grpSp>
            <p:nvGrpSpPr>
              <p:cNvPr id="6818" name="Google Shape;6818;p350"/>
              <p:cNvGrpSpPr/>
              <p:nvPr/>
            </p:nvGrpSpPr>
            <p:grpSpPr>
              <a:xfrm>
                <a:off x="7691232" y="3698897"/>
                <a:ext cx="457675" cy="887697"/>
                <a:chOff x="7371757" y="3976747"/>
                <a:chExt cx="457675" cy="887697"/>
              </a:xfrm>
            </p:grpSpPr>
            <p:sp>
              <p:nvSpPr>
                <p:cNvPr id="6819" name="Google Shape;6819;p35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0" name="Google Shape;6820;p35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35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35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35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4" name="Google Shape;6824;p35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5" name="Google Shape;6825;p35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6" name="Google Shape;6826;p35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27" name="Google Shape;6827;p350"/>
              <p:cNvGrpSpPr/>
              <p:nvPr/>
            </p:nvGrpSpPr>
            <p:grpSpPr>
              <a:xfrm>
                <a:off x="7691232" y="2709546"/>
                <a:ext cx="457675" cy="887697"/>
                <a:chOff x="7371757" y="3976747"/>
                <a:chExt cx="457675" cy="887697"/>
              </a:xfrm>
            </p:grpSpPr>
            <p:sp>
              <p:nvSpPr>
                <p:cNvPr id="6828" name="Google Shape;6828;p35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9" name="Google Shape;6829;p35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0" name="Google Shape;6830;p35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1" name="Google Shape;6831;p35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2" name="Google Shape;6832;p35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3" name="Google Shape;6833;p35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35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5" name="Google Shape;6835;p35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36" name="Google Shape;6836;p350"/>
            <p:cNvGrpSpPr/>
            <p:nvPr/>
          </p:nvGrpSpPr>
          <p:grpSpPr>
            <a:xfrm>
              <a:off x="269328" y="4510427"/>
              <a:ext cx="887795" cy="175887"/>
              <a:chOff x="2284850" y="131975"/>
              <a:chExt cx="1720200" cy="340800"/>
            </a:xfrm>
          </p:grpSpPr>
          <p:sp>
            <p:nvSpPr>
              <p:cNvPr id="6837" name="Google Shape;6837;p35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8" name="Google Shape;6838;p35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35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35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41" name="Shape 6841"/>
        <p:cNvGrpSpPr/>
        <p:nvPr/>
      </p:nvGrpSpPr>
      <p:grpSpPr>
        <a:xfrm>
          <a:off x="0" y="0"/>
          <a:ext cx="0" cy="0"/>
          <a:chOff x="0" y="0"/>
          <a:chExt cx="0" cy="0"/>
        </a:xfrm>
      </p:grpSpPr>
      <p:sp>
        <p:nvSpPr>
          <p:cNvPr id="6842" name="Google Shape;6842;p351"/>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3" name="Google Shape;6843;p351"/>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6844" name="Google Shape;6844;p351"/>
          <p:cNvGrpSpPr/>
          <p:nvPr/>
        </p:nvGrpSpPr>
        <p:grpSpPr>
          <a:xfrm>
            <a:off x="7683925" y="745396"/>
            <a:ext cx="745132" cy="1877049"/>
            <a:chOff x="7580032" y="910721"/>
            <a:chExt cx="745132" cy="1877049"/>
          </a:xfrm>
        </p:grpSpPr>
        <p:grpSp>
          <p:nvGrpSpPr>
            <p:cNvPr id="6845" name="Google Shape;6845;p351"/>
            <p:cNvGrpSpPr/>
            <p:nvPr/>
          </p:nvGrpSpPr>
          <p:grpSpPr>
            <a:xfrm flipH="1" rot="10800000">
              <a:off x="7580032" y="910721"/>
              <a:ext cx="175800" cy="1877049"/>
              <a:chOff x="7691232" y="2709546"/>
              <a:chExt cx="175800" cy="1877049"/>
            </a:xfrm>
          </p:grpSpPr>
          <p:grpSp>
            <p:nvGrpSpPr>
              <p:cNvPr id="6846" name="Google Shape;6846;p351"/>
              <p:cNvGrpSpPr/>
              <p:nvPr/>
            </p:nvGrpSpPr>
            <p:grpSpPr>
              <a:xfrm>
                <a:off x="7691232" y="3698897"/>
                <a:ext cx="175800" cy="887697"/>
                <a:chOff x="7371757" y="3976747"/>
                <a:chExt cx="175800" cy="887697"/>
              </a:xfrm>
            </p:grpSpPr>
            <p:sp>
              <p:nvSpPr>
                <p:cNvPr id="6847" name="Google Shape;6847;p35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8" name="Google Shape;6848;p35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9" name="Google Shape;6849;p35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35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1" name="Google Shape;6851;p351"/>
              <p:cNvGrpSpPr/>
              <p:nvPr/>
            </p:nvGrpSpPr>
            <p:grpSpPr>
              <a:xfrm>
                <a:off x="7691232" y="2709546"/>
                <a:ext cx="175800" cy="887697"/>
                <a:chOff x="7371757" y="3976747"/>
                <a:chExt cx="175800" cy="887697"/>
              </a:xfrm>
            </p:grpSpPr>
            <p:sp>
              <p:nvSpPr>
                <p:cNvPr id="6852" name="Google Shape;6852;p35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3" name="Google Shape;6853;p35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4" name="Google Shape;6854;p35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5" name="Google Shape;6855;p35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56" name="Google Shape;6856;p351"/>
            <p:cNvGrpSpPr/>
            <p:nvPr/>
          </p:nvGrpSpPr>
          <p:grpSpPr>
            <a:xfrm flipH="1" rot="10800000">
              <a:off x="7867490" y="910721"/>
              <a:ext cx="457675" cy="1877049"/>
              <a:chOff x="7691232" y="2709546"/>
              <a:chExt cx="457675" cy="1877049"/>
            </a:xfrm>
          </p:grpSpPr>
          <p:grpSp>
            <p:nvGrpSpPr>
              <p:cNvPr id="6857" name="Google Shape;6857;p351"/>
              <p:cNvGrpSpPr/>
              <p:nvPr/>
            </p:nvGrpSpPr>
            <p:grpSpPr>
              <a:xfrm>
                <a:off x="7691232" y="3698897"/>
                <a:ext cx="457675" cy="887697"/>
                <a:chOff x="7371757" y="3976747"/>
                <a:chExt cx="457675" cy="887697"/>
              </a:xfrm>
            </p:grpSpPr>
            <p:sp>
              <p:nvSpPr>
                <p:cNvPr id="6858" name="Google Shape;6858;p35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9" name="Google Shape;6859;p35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0" name="Google Shape;6860;p35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1" name="Google Shape;6861;p35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2" name="Google Shape;6862;p35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3" name="Google Shape;6863;p35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35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5" name="Google Shape;6865;p35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6" name="Google Shape;6866;p351"/>
              <p:cNvGrpSpPr/>
              <p:nvPr/>
            </p:nvGrpSpPr>
            <p:grpSpPr>
              <a:xfrm>
                <a:off x="7691232" y="2709546"/>
                <a:ext cx="457675" cy="887697"/>
                <a:chOff x="7371757" y="3976747"/>
                <a:chExt cx="457675" cy="887697"/>
              </a:xfrm>
            </p:grpSpPr>
            <p:sp>
              <p:nvSpPr>
                <p:cNvPr id="6867" name="Google Shape;6867;p35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8" name="Google Shape;6868;p35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35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35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35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2" name="Google Shape;6872;p35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3" name="Google Shape;6873;p35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4" name="Google Shape;6874;p35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3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875" name="Shape 6875"/>
        <p:cNvGrpSpPr/>
        <p:nvPr/>
      </p:nvGrpSpPr>
      <p:grpSpPr>
        <a:xfrm>
          <a:off x="0" y="0"/>
          <a:ext cx="0" cy="0"/>
          <a:chOff x="0" y="0"/>
          <a:chExt cx="0" cy="0"/>
        </a:xfrm>
      </p:grpSpPr>
      <p:sp>
        <p:nvSpPr>
          <p:cNvPr id="6876" name="Google Shape;6876;p352"/>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877" name="Google Shape;6877;p352"/>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878" name="Google Shape;6878;p352"/>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79" name="Google Shape;6879;p352"/>
          <p:cNvGrpSpPr/>
          <p:nvPr/>
        </p:nvGrpSpPr>
        <p:grpSpPr>
          <a:xfrm>
            <a:off x="562032" y="1301880"/>
            <a:ext cx="739550" cy="887697"/>
            <a:chOff x="7371757" y="3976747"/>
            <a:chExt cx="739550" cy="887697"/>
          </a:xfrm>
        </p:grpSpPr>
        <p:sp>
          <p:nvSpPr>
            <p:cNvPr id="6880" name="Google Shape;6880;p35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35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35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3" name="Google Shape;6883;p35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4" name="Google Shape;6884;p35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35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35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7" name="Google Shape;6887;p35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8" name="Google Shape;6888;p35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35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0" name="Google Shape;6890;p35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1" name="Google Shape;6891;p35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92" name="Shape 6892"/>
        <p:cNvGrpSpPr/>
        <p:nvPr/>
      </p:nvGrpSpPr>
      <p:grpSpPr>
        <a:xfrm>
          <a:off x="0" y="0"/>
          <a:ext cx="0" cy="0"/>
          <a:chOff x="0" y="0"/>
          <a:chExt cx="0" cy="0"/>
        </a:xfrm>
      </p:grpSpPr>
      <p:sp>
        <p:nvSpPr>
          <p:cNvPr id="6893" name="Google Shape;6893;p353"/>
          <p:cNvSpPr/>
          <p:nvPr>
            <p:ph idx="2" type="pic"/>
          </p:nvPr>
        </p:nvSpPr>
        <p:spPr>
          <a:xfrm>
            <a:off x="-25" y="-13725"/>
            <a:ext cx="9144000" cy="5157300"/>
          </a:xfrm>
          <a:prstGeom prst="rect">
            <a:avLst/>
          </a:prstGeom>
          <a:noFill/>
          <a:ln>
            <a:noFill/>
          </a:ln>
        </p:spPr>
      </p:sp>
      <p:sp>
        <p:nvSpPr>
          <p:cNvPr id="6894" name="Google Shape;6894;p353"/>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895" name="Shape 6895"/>
        <p:cNvGrpSpPr/>
        <p:nvPr/>
      </p:nvGrpSpPr>
      <p:grpSpPr>
        <a:xfrm>
          <a:off x="0" y="0"/>
          <a:ext cx="0" cy="0"/>
          <a:chOff x="0" y="0"/>
          <a:chExt cx="0" cy="0"/>
        </a:xfrm>
      </p:grpSpPr>
      <p:sp>
        <p:nvSpPr>
          <p:cNvPr id="6896" name="Google Shape;6896;p354"/>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97" name="Google Shape;6897;p354"/>
          <p:cNvGrpSpPr/>
          <p:nvPr/>
        </p:nvGrpSpPr>
        <p:grpSpPr>
          <a:xfrm>
            <a:off x="4553003" y="363602"/>
            <a:ext cx="3863079" cy="4414018"/>
            <a:chOff x="4553003" y="363602"/>
            <a:chExt cx="3863079" cy="4414018"/>
          </a:xfrm>
        </p:grpSpPr>
        <p:grpSp>
          <p:nvGrpSpPr>
            <p:cNvPr id="6898" name="Google Shape;6898;p354"/>
            <p:cNvGrpSpPr/>
            <p:nvPr/>
          </p:nvGrpSpPr>
          <p:grpSpPr>
            <a:xfrm flipH="1" rot="10800000">
              <a:off x="7958407" y="2900571"/>
              <a:ext cx="457675" cy="1877049"/>
              <a:chOff x="7691232" y="2709546"/>
              <a:chExt cx="457675" cy="1877049"/>
            </a:xfrm>
          </p:grpSpPr>
          <p:grpSp>
            <p:nvGrpSpPr>
              <p:cNvPr id="6899" name="Google Shape;6899;p354"/>
              <p:cNvGrpSpPr/>
              <p:nvPr/>
            </p:nvGrpSpPr>
            <p:grpSpPr>
              <a:xfrm>
                <a:off x="7691232" y="3698897"/>
                <a:ext cx="457675" cy="887697"/>
                <a:chOff x="7371757" y="3976747"/>
                <a:chExt cx="457675" cy="887697"/>
              </a:xfrm>
            </p:grpSpPr>
            <p:sp>
              <p:nvSpPr>
                <p:cNvPr id="6900" name="Google Shape;6900;p35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1" name="Google Shape;6901;p35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2" name="Google Shape;6902;p35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3" name="Google Shape;6903;p35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35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5" name="Google Shape;6905;p35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6" name="Google Shape;6906;p35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7" name="Google Shape;6907;p35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8" name="Google Shape;6908;p354"/>
              <p:cNvGrpSpPr/>
              <p:nvPr/>
            </p:nvGrpSpPr>
            <p:grpSpPr>
              <a:xfrm>
                <a:off x="7691232" y="2709546"/>
                <a:ext cx="457675" cy="887697"/>
                <a:chOff x="7371757" y="3976747"/>
                <a:chExt cx="457675" cy="887697"/>
              </a:xfrm>
            </p:grpSpPr>
            <p:sp>
              <p:nvSpPr>
                <p:cNvPr id="6909" name="Google Shape;6909;p35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0" name="Google Shape;6910;p35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1" name="Google Shape;6911;p35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35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3" name="Google Shape;6913;p35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4" name="Google Shape;6914;p35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5" name="Google Shape;6915;p35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35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17" name="Google Shape;6917;p354"/>
            <p:cNvGrpSpPr/>
            <p:nvPr/>
          </p:nvGrpSpPr>
          <p:grpSpPr>
            <a:xfrm>
              <a:off x="4553003" y="363602"/>
              <a:ext cx="887795" cy="175887"/>
              <a:chOff x="2284850" y="131975"/>
              <a:chExt cx="1720200" cy="340800"/>
            </a:xfrm>
          </p:grpSpPr>
          <p:sp>
            <p:nvSpPr>
              <p:cNvPr id="6918" name="Google Shape;6918;p35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9" name="Google Shape;6919;p35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0" name="Google Shape;6920;p35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35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22" name="Google Shape;6922;p354"/>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6923" name="Google Shape;6923;p354"/>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6924" name="Shape 6924"/>
        <p:cNvGrpSpPr/>
        <p:nvPr/>
      </p:nvGrpSpPr>
      <p:grpSpPr>
        <a:xfrm>
          <a:off x="0" y="0"/>
          <a:ext cx="0" cy="0"/>
          <a:chOff x="0" y="0"/>
          <a:chExt cx="0" cy="0"/>
        </a:xfrm>
      </p:grpSpPr>
    </p:spTree>
  </p:cSld>
  <p:clrMapOvr>
    <a:masterClrMapping/>
  </p:clrMapOvr>
</p:sldLayout>
</file>

<file path=ppt/slideLayouts/slideLayout3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925" name="Shape 6925"/>
        <p:cNvGrpSpPr/>
        <p:nvPr/>
      </p:nvGrpSpPr>
      <p:grpSpPr>
        <a:xfrm>
          <a:off x="0" y="0"/>
          <a:ext cx="0" cy="0"/>
          <a:chOff x="0" y="0"/>
          <a:chExt cx="0" cy="0"/>
        </a:xfrm>
      </p:grpSpPr>
      <p:sp>
        <p:nvSpPr>
          <p:cNvPr id="6926" name="Google Shape;6926;p356"/>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927" name="Google Shape;6927;p356"/>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28" name="Google Shape;6928;p356"/>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29" name="Google Shape;6929;p356"/>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30" name="Google Shape;6930;p356"/>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931" name="Google Shape;6931;p356"/>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32" name="Google Shape;6932;p356"/>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33" name="Google Shape;6933;p356"/>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34" name="Google Shape;6934;p356"/>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35" name="Google Shape;6935;p356"/>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36" name="Google Shape;6936;p356"/>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37" name="Google Shape;6937;p356"/>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38" name="Google Shape;6938;p356"/>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39" name="Google Shape;6939;p356"/>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40" name="Google Shape;6940;p356"/>
          <p:cNvGrpSpPr/>
          <p:nvPr/>
        </p:nvGrpSpPr>
        <p:grpSpPr>
          <a:xfrm>
            <a:off x="269328" y="4815227"/>
            <a:ext cx="887795" cy="175887"/>
            <a:chOff x="2284850" y="131975"/>
            <a:chExt cx="1720200" cy="340800"/>
          </a:xfrm>
        </p:grpSpPr>
        <p:sp>
          <p:nvSpPr>
            <p:cNvPr id="6941" name="Google Shape;6941;p35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35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35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4" name="Google Shape;6944;p35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5" name="Google Shape;6945;p356"/>
          <p:cNvGrpSpPr/>
          <p:nvPr/>
        </p:nvGrpSpPr>
        <p:grpSpPr>
          <a:xfrm>
            <a:off x="7958582" y="3067871"/>
            <a:ext cx="975375" cy="1877049"/>
            <a:chOff x="7167632" y="2744946"/>
            <a:chExt cx="975375" cy="1877049"/>
          </a:xfrm>
        </p:grpSpPr>
        <p:grpSp>
          <p:nvGrpSpPr>
            <p:cNvPr id="6946" name="Google Shape;6946;p356"/>
            <p:cNvGrpSpPr/>
            <p:nvPr/>
          </p:nvGrpSpPr>
          <p:grpSpPr>
            <a:xfrm>
              <a:off x="7700682" y="2744946"/>
              <a:ext cx="175800" cy="1877049"/>
              <a:chOff x="7691232" y="2709546"/>
              <a:chExt cx="175800" cy="1877049"/>
            </a:xfrm>
          </p:grpSpPr>
          <p:grpSp>
            <p:nvGrpSpPr>
              <p:cNvPr id="6947" name="Google Shape;6947;p356"/>
              <p:cNvGrpSpPr/>
              <p:nvPr/>
            </p:nvGrpSpPr>
            <p:grpSpPr>
              <a:xfrm>
                <a:off x="7691232" y="3698897"/>
                <a:ext cx="175800" cy="887697"/>
                <a:chOff x="7371757" y="3976747"/>
                <a:chExt cx="175800" cy="887697"/>
              </a:xfrm>
            </p:grpSpPr>
            <p:sp>
              <p:nvSpPr>
                <p:cNvPr id="6948" name="Google Shape;6948;p3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9" name="Google Shape;6949;p3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0" name="Google Shape;6950;p3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3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52" name="Google Shape;6952;p356"/>
              <p:cNvGrpSpPr/>
              <p:nvPr/>
            </p:nvGrpSpPr>
            <p:grpSpPr>
              <a:xfrm>
                <a:off x="7691232" y="2709546"/>
                <a:ext cx="175800" cy="887697"/>
                <a:chOff x="7371757" y="3976747"/>
                <a:chExt cx="175800" cy="887697"/>
              </a:xfrm>
            </p:grpSpPr>
            <p:sp>
              <p:nvSpPr>
                <p:cNvPr id="6953" name="Google Shape;6953;p3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4" name="Google Shape;6954;p3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5" name="Google Shape;6955;p3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6" name="Google Shape;6956;p3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57" name="Google Shape;6957;p356"/>
            <p:cNvGrpSpPr/>
            <p:nvPr/>
          </p:nvGrpSpPr>
          <p:grpSpPr>
            <a:xfrm>
              <a:off x="7434157" y="2744946"/>
              <a:ext cx="175800" cy="1877049"/>
              <a:chOff x="7691232" y="2709546"/>
              <a:chExt cx="175800" cy="1877049"/>
            </a:xfrm>
          </p:grpSpPr>
          <p:grpSp>
            <p:nvGrpSpPr>
              <p:cNvPr id="6958" name="Google Shape;6958;p356"/>
              <p:cNvGrpSpPr/>
              <p:nvPr/>
            </p:nvGrpSpPr>
            <p:grpSpPr>
              <a:xfrm>
                <a:off x="7691232" y="3698897"/>
                <a:ext cx="175800" cy="887697"/>
                <a:chOff x="7371757" y="3976747"/>
                <a:chExt cx="175800" cy="887697"/>
              </a:xfrm>
            </p:grpSpPr>
            <p:sp>
              <p:nvSpPr>
                <p:cNvPr id="6959" name="Google Shape;6959;p3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0" name="Google Shape;6960;p3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1" name="Google Shape;6961;p3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3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3" name="Google Shape;6963;p356"/>
              <p:cNvGrpSpPr/>
              <p:nvPr/>
            </p:nvGrpSpPr>
            <p:grpSpPr>
              <a:xfrm>
                <a:off x="7691232" y="2709546"/>
                <a:ext cx="175800" cy="887697"/>
                <a:chOff x="7371757" y="3976747"/>
                <a:chExt cx="175800" cy="887697"/>
              </a:xfrm>
            </p:grpSpPr>
            <p:sp>
              <p:nvSpPr>
                <p:cNvPr id="6964" name="Google Shape;6964;p3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5" name="Google Shape;6965;p3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3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3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68" name="Google Shape;6968;p356"/>
            <p:cNvGrpSpPr/>
            <p:nvPr/>
          </p:nvGrpSpPr>
          <p:grpSpPr>
            <a:xfrm>
              <a:off x="7167632" y="2744946"/>
              <a:ext cx="175800" cy="1877049"/>
              <a:chOff x="7691232" y="2709546"/>
              <a:chExt cx="175800" cy="1877049"/>
            </a:xfrm>
          </p:grpSpPr>
          <p:grpSp>
            <p:nvGrpSpPr>
              <p:cNvPr id="6969" name="Google Shape;6969;p356"/>
              <p:cNvGrpSpPr/>
              <p:nvPr/>
            </p:nvGrpSpPr>
            <p:grpSpPr>
              <a:xfrm>
                <a:off x="7691232" y="3698897"/>
                <a:ext cx="175800" cy="887697"/>
                <a:chOff x="7371757" y="3976747"/>
                <a:chExt cx="175800" cy="887697"/>
              </a:xfrm>
            </p:grpSpPr>
            <p:sp>
              <p:nvSpPr>
                <p:cNvPr id="6970" name="Google Shape;6970;p3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1" name="Google Shape;6971;p3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2" name="Google Shape;6972;p3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3" name="Google Shape;6973;p3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4" name="Google Shape;6974;p356"/>
              <p:cNvGrpSpPr/>
              <p:nvPr/>
            </p:nvGrpSpPr>
            <p:grpSpPr>
              <a:xfrm>
                <a:off x="7691232" y="2709546"/>
                <a:ext cx="175800" cy="887697"/>
                <a:chOff x="7371757" y="3976747"/>
                <a:chExt cx="175800" cy="887697"/>
              </a:xfrm>
            </p:grpSpPr>
            <p:sp>
              <p:nvSpPr>
                <p:cNvPr id="6975" name="Google Shape;6975;p3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3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7" name="Google Shape;6977;p3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8" name="Google Shape;6978;p3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79" name="Google Shape;6979;p356"/>
            <p:cNvGrpSpPr/>
            <p:nvPr/>
          </p:nvGrpSpPr>
          <p:grpSpPr>
            <a:xfrm>
              <a:off x="7967207" y="2744946"/>
              <a:ext cx="175800" cy="1877049"/>
              <a:chOff x="7691232" y="2709546"/>
              <a:chExt cx="175800" cy="1877049"/>
            </a:xfrm>
          </p:grpSpPr>
          <p:grpSp>
            <p:nvGrpSpPr>
              <p:cNvPr id="6980" name="Google Shape;6980;p356"/>
              <p:cNvGrpSpPr/>
              <p:nvPr/>
            </p:nvGrpSpPr>
            <p:grpSpPr>
              <a:xfrm>
                <a:off x="7691232" y="3698897"/>
                <a:ext cx="175800" cy="887697"/>
                <a:chOff x="7371757" y="3976747"/>
                <a:chExt cx="175800" cy="887697"/>
              </a:xfrm>
            </p:grpSpPr>
            <p:sp>
              <p:nvSpPr>
                <p:cNvPr id="6981" name="Google Shape;6981;p3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3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3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3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5" name="Google Shape;6985;p356"/>
              <p:cNvGrpSpPr/>
              <p:nvPr/>
            </p:nvGrpSpPr>
            <p:grpSpPr>
              <a:xfrm>
                <a:off x="7691232" y="2709546"/>
                <a:ext cx="175800" cy="887697"/>
                <a:chOff x="7371757" y="3976747"/>
                <a:chExt cx="175800" cy="887697"/>
              </a:xfrm>
            </p:grpSpPr>
            <p:sp>
              <p:nvSpPr>
                <p:cNvPr id="6986" name="Google Shape;6986;p35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7" name="Google Shape;6987;p35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35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9" name="Google Shape;6989;p35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3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990" name="Shape 6990"/>
        <p:cNvGrpSpPr/>
        <p:nvPr/>
      </p:nvGrpSpPr>
      <p:grpSpPr>
        <a:xfrm>
          <a:off x="0" y="0"/>
          <a:ext cx="0" cy="0"/>
          <a:chOff x="0" y="0"/>
          <a:chExt cx="0" cy="0"/>
        </a:xfrm>
      </p:grpSpPr>
      <p:sp>
        <p:nvSpPr>
          <p:cNvPr id="6991" name="Google Shape;6991;p3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6992" name="Google Shape;6992;p357"/>
          <p:cNvGrpSpPr/>
          <p:nvPr/>
        </p:nvGrpSpPr>
        <p:grpSpPr>
          <a:xfrm>
            <a:off x="-20657" y="150"/>
            <a:ext cx="9164657" cy="5143500"/>
            <a:chOff x="-20657" y="150"/>
            <a:chExt cx="9164657" cy="5143500"/>
          </a:xfrm>
        </p:grpSpPr>
        <p:cxnSp>
          <p:nvCxnSpPr>
            <p:cNvPr id="6993" name="Google Shape;6993;p357"/>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6994" name="Google Shape;6994;p357"/>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95" name="Google Shape;6995;p357"/>
            <p:cNvGrpSpPr/>
            <p:nvPr/>
          </p:nvGrpSpPr>
          <p:grpSpPr>
            <a:xfrm>
              <a:off x="7542978" y="176248"/>
              <a:ext cx="887795" cy="175887"/>
              <a:chOff x="2284850" y="131975"/>
              <a:chExt cx="1720200" cy="340800"/>
            </a:xfrm>
          </p:grpSpPr>
          <p:sp>
            <p:nvSpPr>
              <p:cNvPr id="6996" name="Google Shape;6996;p35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7" name="Google Shape;6997;p35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8" name="Google Shape;6998;p35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35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7000" name="Shape 7000"/>
        <p:cNvGrpSpPr/>
        <p:nvPr/>
      </p:nvGrpSpPr>
      <p:grpSpPr>
        <a:xfrm>
          <a:off x="0" y="0"/>
          <a:ext cx="0" cy="0"/>
          <a:chOff x="0" y="0"/>
          <a:chExt cx="0" cy="0"/>
        </a:xfrm>
      </p:grpSpPr>
      <p:sp>
        <p:nvSpPr>
          <p:cNvPr id="7001" name="Google Shape;7001;p358"/>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7002" name="Google Shape;7002;p358"/>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7003" name="Google Shape;7003;p358"/>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04" name="Google Shape;7004;p358"/>
          <p:cNvGrpSpPr/>
          <p:nvPr/>
        </p:nvGrpSpPr>
        <p:grpSpPr>
          <a:xfrm flipH="1">
            <a:off x="7966220" y="4782198"/>
            <a:ext cx="887795" cy="175887"/>
            <a:chOff x="2284850" y="131975"/>
            <a:chExt cx="1720200" cy="340800"/>
          </a:xfrm>
        </p:grpSpPr>
        <p:sp>
          <p:nvSpPr>
            <p:cNvPr id="7005" name="Google Shape;7005;p35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35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7" name="Google Shape;7007;p35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8" name="Google Shape;7008;p35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7009" name="Shape 7009"/>
        <p:cNvGrpSpPr/>
        <p:nvPr/>
      </p:nvGrpSpPr>
      <p:grpSpPr>
        <a:xfrm>
          <a:off x="0" y="0"/>
          <a:ext cx="0" cy="0"/>
          <a:chOff x="0" y="0"/>
          <a:chExt cx="0" cy="0"/>
        </a:xfrm>
      </p:grpSpPr>
      <p:sp>
        <p:nvSpPr>
          <p:cNvPr id="7010" name="Google Shape;7010;p3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7011" name="Google Shape;7011;p359"/>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7012" name="Google Shape;7012;p359"/>
          <p:cNvGrpSpPr/>
          <p:nvPr/>
        </p:nvGrpSpPr>
        <p:grpSpPr>
          <a:xfrm>
            <a:off x="4128103" y="186798"/>
            <a:ext cx="887795" cy="175887"/>
            <a:chOff x="2284850" y="131975"/>
            <a:chExt cx="1720200" cy="340800"/>
          </a:xfrm>
        </p:grpSpPr>
        <p:sp>
          <p:nvSpPr>
            <p:cNvPr id="7013" name="Google Shape;7013;p35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4" name="Google Shape;7014;p35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5" name="Google Shape;7015;p35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6" name="Google Shape;7016;p35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17" name="Google Shape;7017;p359"/>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018" name="Shape 7018"/>
        <p:cNvGrpSpPr/>
        <p:nvPr/>
      </p:nvGrpSpPr>
      <p:grpSpPr>
        <a:xfrm>
          <a:off x="0" y="0"/>
          <a:ext cx="0" cy="0"/>
          <a:chOff x="0" y="0"/>
          <a:chExt cx="0" cy="0"/>
        </a:xfrm>
      </p:grpSpPr>
      <p:sp>
        <p:nvSpPr>
          <p:cNvPr id="7019" name="Google Shape;7019;p360"/>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7020" name="Google Shape;7020;p360"/>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7021" name="Google Shape;7021;p36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22" name="Google Shape;7022;p360"/>
          <p:cNvGrpSpPr/>
          <p:nvPr/>
        </p:nvGrpSpPr>
        <p:grpSpPr>
          <a:xfrm flipH="1" rot="10800000">
            <a:off x="7946332" y="1013372"/>
            <a:ext cx="739550" cy="887697"/>
            <a:chOff x="7371757" y="3976747"/>
            <a:chExt cx="739550" cy="887697"/>
          </a:xfrm>
        </p:grpSpPr>
        <p:sp>
          <p:nvSpPr>
            <p:cNvPr id="7023" name="Google Shape;7023;p36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36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36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36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36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36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36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0" name="Google Shape;7030;p36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1" name="Google Shape;7031;p36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2" name="Google Shape;7032;p36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36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36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035" name="Shape 7035"/>
        <p:cNvGrpSpPr/>
        <p:nvPr/>
      </p:nvGrpSpPr>
      <p:grpSpPr>
        <a:xfrm>
          <a:off x="0" y="0"/>
          <a:ext cx="0" cy="0"/>
          <a:chOff x="0" y="0"/>
          <a:chExt cx="0" cy="0"/>
        </a:xfrm>
      </p:grpSpPr>
      <p:sp>
        <p:nvSpPr>
          <p:cNvPr id="7036" name="Google Shape;7036;p361"/>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37" name="Google Shape;7037;p361"/>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7038" name="Google Shape;7038;p361"/>
          <p:cNvGrpSpPr/>
          <p:nvPr/>
        </p:nvGrpSpPr>
        <p:grpSpPr>
          <a:xfrm>
            <a:off x="759093" y="449071"/>
            <a:ext cx="7652479" cy="3799448"/>
            <a:chOff x="759093" y="449071"/>
            <a:chExt cx="7652479" cy="3799448"/>
          </a:xfrm>
        </p:grpSpPr>
        <p:grpSp>
          <p:nvGrpSpPr>
            <p:cNvPr id="7039" name="Google Shape;7039;p361"/>
            <p:cNvGrpSpPr/>
            <p:nvPr/>
          </p:nvGrpSpPr>
          <p:grpSpPr>
            <a:xfrm flipH="1">
              <a:off x="7523777" y="449071"/>
              <a:ext cx="887795" cy="175887"/>
              <a:chOff x="2284850" y="131975"/>
              <a:chExt cx="1720200" cy="340800"/>
            </a:xfrm>
          </p:grpSpPr>
          <p:sp>
            <p:nvSpPr>
              <p:cNvPr id="7040" name="Google Shape;7040;p36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1" name="Google Shape;7041;p36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2" name="Google Shape;7042;p36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36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4" name="Google Shape;7044;p361"/>
            <p:cNvGrpSpPr/>
            <p:nvPr/>
          </p:nvGrpSpPr>
          <p:grpSpPr>
            <a:xfrm flipH="1">
              <a:off x="759093" y="3360822"/>
              <a:ext cx="457675" cy="887697"/>
              <a:chOff x="7653632" y="3976747"/>
              <a:chExt cx="457675" cy="887697"/>
            </a:xfrm>
          </p:grpSpPr>
          <p:sp>
            <p:nvSpPr>
              <p:cNvPr id="7045" name="Google Shape;7045;p36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6" name="Google Shape;7046;p36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36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36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9" name="Google Shape;7049;p36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0" name="Google Shape;7050;p36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1" name="Google Shape;7051;p36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2" name="Google Shape;7052;p36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053" name="Google Shape;7053;p361"/>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054" name="Google Shape;7054;p361"/>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55" name="Google Shape;7055;p361"/>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3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056" name="Shape 7056"/>
        <p:cNvGrpSpPr/>
        <p:nvPr/>
      </p:nvGrpSpPr>
      <p:grpSpPr>
        <a:xfrm>
          <a:off x="0" y="0"/>
          <a:ext cx="0" cy="0"/>
          <a:chOff x="0" y="0"/>
          <a:chExt cx="0" cy="0"/>
        </a:xfrm>
      </p:grpSpPr>
      <p:sp>
        <p:nvSpPr>
          <p:cNvPr id="7057" name="Google Shape;7057;p362"/>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058" name="Google Shape;7058;p362"/>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59" name="Google Shape;7059;p362"/>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7060" name="Shape 7060"/>
        <p:cNvGrpSpPr/>
        <p:nvPr/>
      </p:nvGrpSpPr>
      <p:grpSpPr>
        <a:xfrm>
          <a:off x="0" y="0"/>
          <a:ext cx="0" cy="0"/>
          <a:chOff x="0" y="0"/>
          <a:chExt cx="0" cy="0"/>
        </a:xfrm>
      </p:grpSpPr>
      <p:sp>
        <p:nvSpPr>
          <p:cNvPr id="7061" name="Google Shape;7061;p363"/>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62" name="Google Shape;7062;p363"/>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7063" name="Google Shape;7063;p363"/>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064" name="Google Shape;7064;p363"/>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065" name="Google Shape;7065;p363"/>
          <p:cNvGrpSpPr/>
          <p:nvPr/>
        </p:nvGrpSpPr>
        <p:grpSpPr>
          <a:xfrm>
            <a:off x="324243" y="3769347"/>
            <a:ext cx="707325" cy="887697"/>
            <a:chOff x="324243" y="3769347"/>
            <a:chExt cx="707325" cy="887697"/>
          </a:xfrm>
        </p:grpSpPr>
        <p:grpSp>
          <p:nvGrpSpPr>
            <p:cNvPr id="7066" name="Google Shape;7066;p363"/>
            <p:cNvGrpSpPr/>
            <p:nvPr/>
          </p:nvGrpSpPr>
          <p:grpSpPr>
            <a:xfrm rot="10800000">
              <a:off x="324243" y="3769347"/>
              <a:ext cx="175800" cy="887697"/>
              <a:chOff x="7935507" y="3976747"/>
              <a:chExt cx="175800" cy="887697"/>
            </a:xfrm>
          </p:grpSpPr>
          <p:sp>
            <p:nvSpPr>
              <p:cNvPr id="7067" name="Google Shape;7067;p36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8" name="Google Shape;7068;p36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9" name="Google Shape;7069;p36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0" name="Google Shape;7070;p36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1" name="Google Shape;7071;p363"/>
            <p:cNvGrpSpPr/>
            <p:nvPr/>
          </p:nvGrpSpPr>
          <p:grpSpPr>
            <a:xfrm rot="10800000">
              <a:off x="855768" y="3769347"/>
              <a:ext cx="175800" cy="887697"/>
              <a:chOff x="7371757" y="3976747"/>
              <a:chExt cx="175800" cy="887697"/>
            </a:xfrm>
          </p:grpSpPr>
          <p:sp>
            <p:nvSpPr>
              <p:cNvPr id="7072" name="Google Shape;7072;p36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3" name="Google Shape;7073;p36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4" name="Google Shape;7074;p36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5" name="Google Shape;7075;p36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6" name="Google Shape;7076;p363"/>
            <p:cNvGrpSpPr/>
            <p:nvPr/>
          </p:nvGrpSpPr>
          <p:grpSpPr>
            <a:xfrm rot="10800000">
              <a:off x="590005" y="3769347"/>
              <a:ext cx="175800" cy="887697"/>
              <a:chOff x="7935507" y="3976747"/>
              <a:chExt cx="175800" cy="887697"/>
            </a:xfrm>
          </p:grpSpPr>
          <p:sp>
            <p:nvSpPr>
              <p:cNvPr id="7077" name="Google Shape;7077;p36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8" name="Google Shape;7078;p36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9" name="Google Shape;7079;p36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0" name="Google Shape;7080;p36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7081" name="Shape 7081"/>
        <p:cNvGrpSpPr/>
        <p:nvPr/>
      </p:nvGrpSpPr>
      <p:grpSpPr>
        <a:xfrm>
          <a:off x="0" y="0"/>
          <a:ext cx="0" cy="0"/>
          <a:chOff x="0" y="0"/>
          <a:chExt cx="0" cy="0"/>
        </a:xfrm>
      </p:grpSpPr>
      <p:cxnSp>
        <p:nvCxnSpPr>
          <p:cNvPr id="7082" name="Google Shape;7082;p364"/>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7083" name="Google Shape;7083;p364"/>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4" name="Google Shape;7084;p364"/>
          <p:cNvGrpSpPr/>
          <p:nvPr/>
        </p:nvGrpSpPr>
        <p:grpSpPr>
          <a:xfrm>
            <a:off x="7958407" y="2900571"/>
            <a:ext cx="739550" cy="1877049"/>
            <a:chOff x="7691232" y="2709546"/>
            <a:chExt cx="739550" cy="1877049"/>
          </a:xfrm>
        </p:grpSpPr>
        <p:grpSp>
          <p:nvGrpSpPr>
            <p:cNvPr id="7085" name="Google Shape;7085;p364"/>
            <p:cNvGrpSpPr/>
            <p:nvPr/>
          </p:nvGrpSpPr>
          <p:grpSpPr>
            <a:xfrm>
              <a:off x="7691232" y="3698897"/>
              <a:ext cx="739550" cy="887697"/>
              <a:chOff x="7371757" y="3976747"/>
              <a:chExt cx="739550" cy="887697"/>
            </a:xfrm>
          </p:grpSpPr>
          <p:sp>
            <p:nvSpPr>
              <p:cNvPr id="7086" name="Google Shape;7086;p36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7" name="Google Shape;7087;p36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8" name="Google Shape;7088;p36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36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0" name="Google Shape;7090;p36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1" name="Google Shape;7091;p36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36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3" name="Google Shape;7093;p36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4" name="Google Shape;7094;p36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5" name="Google Shape;7095;p36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6" name="Google Shape;7096;p36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36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8" name="Google Shape;7098;p364"/>
            <p:cNvGrpSpPr/>
            <p:nvPr/>
          </p:nvGrpSpPr>
          <p:grpSpPr>
            <a:xfrm>
              <a:off x="7691232" y="2709546"/>
              <a:ext cx="739550" cy="887697"/>
              <a:chOff x="7371757" y="3976747"/>
              <a:chExt cx="739550" cy="887697"/>
            </a:xfrm>
          </p:grpSpPr>
          <p:sp>
            <p:nvSpPr>
              <p:cNvPr id="7099" name="Google Shape;7099;p36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0" name="Google Shape;7100;p36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1" name="Google Shape;7101;p36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36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3" name="Google Shape;7103;p36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4" name="Google Shape;7104;p36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5" name="Google Shape;7105;p36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6" name="Google Shape;7106;p36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7" name="Google Shape;7107;p36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36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9" name="Google Shape;7109;p36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0" name="Google Shape;7110;p36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111" name="Google Shape;7111;p364"/>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12" name="Google Shape;7112;p364"/>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7113" name="Shape 7113"/>
        <p:cNvGrpSpPr/>
        <p:nvPr/>
      </p:nvGrpSpPr>
      <p:grpSpPr>
        <a:xfrm>
          <a:off x="0" y="0"/>
          <a:ext cx="0" cy="0"/>
          <a:chOff x="0" y="0"/>
          <a:chExt cx="0" cy="0"/>
        </a:xfrm>
      </p:grpSpPr>
      <p:sp>
        <p:nvSpPr>
          <p:cNvPr id="7114" name="Google Shape;7114;p365"/>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15" name="Google Shape;7115;p365"/>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7116" name="Google Shape;7116;p365"/>
          <p:cNvGrpSpPr/>
          <p:nvPr/>
        </p:nvGrpSpPr>
        <p:grpSpPr>
          <a:xfrm>
            <a:off x="269328" y="269127"/>
            <a:ext cx="8249354" cy="1636293"/>
            <a:chOff x="269328" y="269127"/>
            <a:chExt cx="8249354" cy="1636293"/>
          </a:xfrm>
        </p:grpSpPr>
        <p:grpSp>
          <p:nvGrpSpPr>
            <p:cNvPr id="7117" name="Google Shape;7117;p365"/>
            <p:cNvGrpSpPr/>
            <p:nvPr/>
          </p:nvGrpSpPr>
          <p:grpSpPr>
            <a:xfrm flipH="1" rot="10800000">
              <a:off x="8061007" y="1017722"/>
              <a:ext cx="457675" cy="887697"/>
              <a:chOff x="7371757" y="3976747"/>
              <a:chExt cx="457675" cy="887697"/>
            </a:xfrm>
          </p:grpSpPr>
          <p:sp>
            <p:nvSpPr>
              <p:cNvPr id="7118" name="Google Shape;7118;p36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9" name="Google Shape;7119;p36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0" name="Google Shape;7120;p36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1" name="Google Shape;7121;p36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2" name="Google Shape;7122;p36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3" name="Google Shape;7123;p36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4" name="Google Shape;7124;p36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5" name="Google Shape;7125;p36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6" name="Google Shape;7126;p365"/>
            <p:cNvGrpSpPr/>
            <p:nvPr/>
          </p:nvGrpSpPr>
          <p:grpSpPr>
            <a:xfrm>
              <a:off x="269328" y="269127"/>
              <a:ext cx="887795" cy="175887"/>
              <a:chOff x="2284850" y="131975"/>
              <a:chExt cx="1720200" cy="340800"/>
            </a:xfrm>
          </p:grpSpPr>
          <p:sp>
            <p:nvSpPr>
              <p:cNvPr id="7127" name="Google Shape;7127;p36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8" name="Google Shape;7128;p36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36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0" name="Google Shape;7130;p36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131" name="Google Shape;7131;p365"/>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32" name="Google Shape;7132;p365"/>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7133" name="Shape 7133"/>
        <p:cNvGrpSpPr/>
        <p:nvPr/>
      </p:nvGrpSpPr>
      <p:grpSpPr>
        <a:xfrm>
          <a:off x="0" y="0"/>
          <a:ext cx="0" cy="0"/>
          <a:chOff x="0" y="0"/>
          <a:chExt cx="0" cy="0"/>
        </a:xfrm>
      </p:grpSpPr>
      <p:sp>
        <p:nvSpPr>
          <p:cNvPr id="7134" name="Google Shape;7134;p366"/>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35" name="Google Shape;7135;p366"/>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7136" name="Google Shape;7136;p36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37" name="Google Shape;7137;p366"/>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7138" name="Google Shape;7138;p366"/>
          <p:cNvGrpSpPr/>
          <p:nvPr/>
        </p:nvGrpSpPr>
        <p:grpSpPr>
          <a:xfrm>
            <a:off x="269328" y="269127"/>
            <a:ext cx="887795" cy="175887"/>
            <a:chOff x="2284850" y="131975"/>
            <a:chExt cx="1720200" cy="340800"/>
          </a:xfrm>
        </p:grpSpPr>
        <p:sp>
          <p:nvSpPr>
            <p:cNvPr id="7139" name="Google Shape;7139;p36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0" name="Google Shape;7140;p36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1" name="Google Shape;7141;p36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2" name="Google Shape;7142;p36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3" name="Google Shape;7143;p366"/>
          <p:cNvGrpSpPr/>
          <p:nvPr/>
        </p:nvGrpSpPr>
        <p:grpSpPr>
          <a:xfrm>
            <a:off x="7920045" y="3001872"/>
            <a:ext cx="433111" cy="1871372"/>
            <a:chOff x="8038657" y="1017722"/>
            <a:chExt cx="433111" cy="1871372"/>
          </a:xfrm>
        </p:grpSpPr>
        <p:grpSp>
          <p:nvGrpSpPr>
            <p:cNvPr id="7144" name="Google Shape;7144;p366"/>
            <p:cNvGrpSpPr/>
            <p:nvPr/>
          </p:nvGrpSpPr>
          <p:grpSpPr>
            <a:xfrm>
              <a:off x="8038657" y="1017722"/>
              <a:ext cx="175800" cy="887697"/>
              <a:chOff x="7371757" y="3976747"/>
              <a:chExt cx="175800" cy="887697"/>
            </a:xfrm>
          </p:grpSpPr>
          <p:sp>
            <p:nvSpPr>
              <p:cNvPr id="7145" name="Google Shape;7145;p36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36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7" name="Google Shape;7147;p36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8" name="Google Shape;7148;p36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9" name="Google Shape;7149;p366"/>
            <p:cNvGrpSpPr/>
            <p:nvPr/>
          </p:nvGrpSpPr>
          <p:grpSpPr>
            <a:xfrm>
              <a:off x="8295968" y="1017722"/>
              <a:ext cx="175800" cy="887697"/>
              <a:chOff x="7935507" y="3976747"/>
              <a:chExt cx="175800" cy="887697"/>
            </a:xfrm>
          </p:grpSpPr>
          <p:sp>
            <p:nvSpPr>
              <p:cNvPr id="7150" name="Google Shape;7150;p36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36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2" name="Google Shape;7152;p36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3" name="Google Shape;7153;p36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54" name="Google Shape;7154;p366"/>
            <p:cNvGrpSpPr/>
            <p:nvPr/>
          </p:nvGrpSpPr>
          <p:grpSpPr>
            <a:xfrm>
              <a:off x="8038657" y="2001397"/>
              <a:ext cx="175800" cy="887697"/>
              <a:chOff x="7371757" y="3976747"/>
              <a:chExt cx="175800" cy="887697"/>
            </a:xfrm>
          </p:grpSpPr>
          <p:sp>
            <p:nvSpPr>
              <p:cNvPr id="7155" name="Google Shape;7155;p36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6" name="Google Shape;7156;p36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7" name="Google Shape;7157;p36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8" name="Google Shape;7158;p36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59" name="Google Shape;7159;p366"/>
            <p:cNvGrpSpPr/>
            <p:nvPr/>
          </p:nvGrpSpPr>
          <p:grpSpPr>
            <a:xfrm>
              <a:off x="8295968" y="2001397"/>
              <a:ext cx="175800" cy="887697"/>
              <a:chOff x="7935507" y="3976747"/>
              <a:chExt cx="175800" cy="887697"/>
            </a:xfrm>
          </p:grpSpPr>
          <p:sp>
            <p:nvSpPr>
              <p:cNvPr id="7160" name="Google Shape;7160;p36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1" name="Google Shape;7161;p36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2" name="Google Shape;7162;p36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3" name="Google Shape;7163;p36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7164" name="Shape 7164"/>
        <p:cNvGrpSpPr/>
        <p:nvPr/>
      </p:nvGrpSpPr>
      <p:grpSpPr>
        <a:xfrm>
          <a:off x="0" y="0"/>
          <a:ext cx="0" cy="0"/>
          <a:chOff x="0" y="0"/>
          <a:chExt cx="0" cy="0"/>
        </a:xfrm>
      </p:grpSpPr>
      <p:sp>
        <p:nvSpPr>
          <p:cNvPr id="7165" name="Google Shape;7165;p367"/>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66" name="Google Shape;7166;p367"/>
          <p:cNvGrpSpPr/>
          <p:nvPr/>
        </p:nvGrpSpPr>
        <p:grpSpPr>
          <a:xfrm>
            <a:off x="3539353" y="688497"/>
            <a:ext cx="5261204" cy="4003441"/>
            <a:chOff x="3539353" y="688497"/>
            <a:chExt cx="5261204" cy="4003441"/>
          </a:xfrm>
        </p:grpSpPr>
        <p:grpSp>
          <p:nvGrpSpPr>
            <p:cNvPr id="7167" name="Google Shape;7167;p367"/>
            <p:cNvGrpSpPr/>
            <p:nvPr/>
          </p:nvGrpSpPr>
          <p:grpSpPr>
            <a:xfrm flipH="1" rot="10800000">
              <a:off x="8061007" y="688497"/>
              <a:ext cx="739550" cy="887697"/>
              <a:chOff x="7371757" y="3976747"/>
              <a:chExt cx="739550" cy="887697"/>
            </a:xfrm>
          </p:grpSpPr>
          <p:sp>
            <p:nvSpPr>
              <p:cNvPr id="7168" name="Google Shape;7168;p36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9" name="Google Shape;7169;p36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0" name="Google Shape;7170;p36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36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2" name="Google Shape;7172;p36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3" name="Google Shape;7173;p36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4" name="Google Shape;7174;p36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5" name="Google Shape;7175;p36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6" name="Google Shape;7176;p36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7" name="Google Shape;7177;p36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8" name="Google Shape;7178;p36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9" name="Google Shape;7179;p36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0" name="Google Shape;7180;p367"/>
            <p:cNvGrpSpPr/>
            <p:nvPr/>
          </p:nvGrpSpPr>
          <p:grpSpPr>
            <a:xfrm>
              <a:off x="3539353" y="4516052"/>
              <a:ext cx="887795" cy="175887"/>
              <a:chOff x="2284850" y="131975"/>
              <a:chExt cx="1720200" cy="340800"/>
            </a:xfrm>
          </p:grpSpPr>
          <p:sp>
            <p:nvSpPr>
              <p:cNvPr id="7181" name="Google Shape;7181;p36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36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3" name="Google Shape;7183;p36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4" name="Google Shape;7184;p36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185" name="Google Shape;7185;p367"/>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86" name="Google Shape;7186;p367"/>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87" name="Google Shape;7187;p367"/>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88" name="Google Shape;7188;p367"/>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89" name="Google Shape;7189;p367"/>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190" name="Shape 7190"/>
        <p:cNvGrpSpPr/>
        <p:nvPr/>
      </p:nvGrpSpPr>
      <p:grpSpPr>
        <a:xfrm>
          <a:off x="0" y="0"/>
          <a:ext cx="0" cy="0"/>
          <a:chOff x="0" y="0"/>
          <a:chExt cx="0" cy="0"/>
        </a:xfrm>
      </p:grpSpPr>
      <p:sp>
        <p:nvSpPr>
          <p:cNvPr id="7191" name="Google Shape;7191;p368"/>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92" name="Google Shape;7192;p368"/>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7193" name="Google Shape;7193;p368"/>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7194" name="Google Shape;7194;p368"/>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5" name="Google Shape;7195;p368"/>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196" name="Shape 7196"/>
        <p:cNvGrpSpPr/>
        <p:nvPr/>
      </p:nvGrpSpPr>
      <p:grpSpPr>
        <a:xfrm>
          <a:off x="0" y="0"/>
          <a:ext cx="0" cy="0"/>
          <a:chOff x="0" y="0"/>
          <a:chExt cx="0" cy="0"/>
        </a:xfrm>
      </p:grpSpPr>
      <p:sp>
        <p:nvSpPr>
          <p:cNvPr id="7197" name="Google Shape;7197;p369"/>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98" name="Google Shape;7198;p369"/>
          <p:cNvGrpSpPr/>
          <p:nvPr/>
        </p:nvGrpSpPr>
        <p:grpSpPr>
          <a:xfrm flipH="1">
            <a:off x="7986880" y="4515911"/>
            <a:ext cx="887795" cy="175887"/>
            <a:chOff x="2284850" y="131975"/>
            <a:chExt cx="1720200" cy="340800"/>
          </a:xfrm>
        </p:grpSpPr>
        <p:sp>
          <p:nvSpPr>
            <p:cNvPr id="7199" name="Google Shape;7199;p36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0" name="Google Shape;7200;p36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1" name="Google Shape;7201;p36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36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03" name="Google Shape;7203;p369"/>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04" name="Google Shape;7204;p369"/>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05" name="Google Shape;7205;p369"/>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06" name="Google Shape;7206;p369"/>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07" name="Google Shape;7207;p369"/>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08" name="Google Shape;7208;p369"/>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09" name="Google Shape;7209;p369"/>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210" name="Shape 7210"/>
        <p:cNvGrpSpPr/>
        <p:nvPr/>
      </p:nvGrpSpPr>
      <p:grpSpPr>
        <a:xfrm>
          <a:off x="0" y="0"/>
          <a:ext cx="0" cy="0"/>
          <a:chOff x="0" y="0"/>
          <a:chExt cx="0" cy="0"/>
        </a:xfrm>
      </p:grpSpPr>
      <p:sp>
        <p:nvSpPr>
          <p:cNvPr id="7211" name="Google Shape;7211;p37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12" name="Google Shape;7212;p370"/>
          <p:cNvGrpSpPr/>
          <p:nvPr/>
        </p:nvGrpSpPr>
        <p:grpSpPr>
          <a:xfrm>
            <a:off x="269328" y="197352"/>
            <a:ext cx="8249354" cy="3899618"/>
            <a:chOff x="269328" y="197352"/>
            <a:chExt cx="8249354" cy="3899618"/>
          </a:xfrm>
        </p:grpSpPr>
        <p:grpSp>
          <p:nvGrpSpPr>
            <p:cNvPr id="7213" name="Google Shape;7213;p370"/>
            <p:cNvGrpSpPr/>
            <p:nvPr/>
          </p:nvGrpSpPr>
          <p:grpSpPr>
            <a:xfrm>
              <a:off x="8061007" y="3209272"/>
              <a:ext cx="457675" cy="887697"/>
              <a:chOff x="7371757" y="3976747"/>
              <a:chExt cx="457675" cy="887697"/>
            </a:xfrm>
          </p:grpSpPr>
          <p:sp>
            <p:nvSpPr>
              <p:cNvPr id="7214" name="Google Shape;7214;p37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5" name="Google Shape;7215;p37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37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37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37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9" name="Google Shape;7219;p37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0" name="Google Shape;7220;p37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1" name="Google Shape;7221;p37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2" name="Google Shape;7222;p370"/>
            <p:cNvGrpSpPr/>
            <p:nvPr/>
          </p:nvGrpSpPr>
          <p:grpSpPr>
            <a:xfrm>
              <a:off x="269328" y="197352"/>
              <a:ext cx="887795" cy="175887"/>
              <a:chOff x="2284850" y="131975"/>
              <a:chExt cx="1720200" cy="340800"/>
            </a:xfrm>
          </p:grpSpPr>
          <p:sp>
            <p:nvSpPr>
              <p:cNvPr id="7223" name="Google Shape;7223;p37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4" name="Google Shape;7224;p37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5" name="Google Shape;7225;p37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37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227" name="Google Shape;7227;p370"/>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228" name="Google Shape;7228;p370"/>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29" name="Google Shape;7229;p370"/>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30" name="Google Shape;7230;p370"/>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31" name="Google Shape;7231;p370"/>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32" name="Google Shape;7232;p370"/>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33" name="Google Shape;7233;p370"/>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34" name="Google Shape;7234;p370"/>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35" name="Google Shape;7235;p370"/>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236" name="Shape 7236"/>
        <p:cNvGrpSpPr/>
        <p:nvPr/>
      </p:nvGrpSpPr>
      <p:grpSpPr>
        <a:xfrm>
          <a:off x="0" y="0"/>
          <a:ext cx="0" cy="0"/>
          <a:chOff x="0" y="0"/>
          <a:chExt cx="0" cy="0"/>
        </a:xfrm>
      </p:grpSpPr>
      <p:sp>
        <p:nvSpPr>
          <p:cNvPr id="7237" name="Google Shape;7237;p371"/>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38" name="Google Shape;7238;p371"/>
          <p:cNvGrpSpPr/>
          <p:nvPr/>
        </p:nvGrpSpPr>
        <p:grpSpPr>
          <a:xfrm flipH="1">
            <a:off x="3091253" y="4774223"/>
            <a:ext cx="887795" cy="175887"/>
            <a:chOff x="2284850" y="131975"/>
            <a:chExt cx="1720200" cy="340800"/>
          </a:xfrm>
        </p:grpSpPr>
        <p:sp>
          <p:nvSpPr>
            <p:cNvPr id="7239" name="Google Shape;7239;p37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0" name="Google Shape;7240;p37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1" name="Google Shape;7241;p37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2" name="Google Shape;7242;p37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43" name="Google Shape;7243;p37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244" name="Google Shape;7244;p371"/>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45" name="Google Shape;7245;p371"/>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46" name="Google Shape;7246;p371"/>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47" name="Google Shape;7247;p371"/>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48" name="Google Shape;7248;p371"/>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49" name="Google Shape;7249;p371"/>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50" name="Google Shape;7250;p371"/>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51" name="Google Shape;7251;p371"/>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52" name="Google Shape;7252;p371"/>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53" name="Google Shape;7253;p371"/>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54" name="Google Shape;7254;p371"/>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55" name="Google Shape;7255;p371"/>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7256" name="Shape 7256"/>
        <p:cNvGrpSpPr/>
        <p:nvPr/>
      </p:nvGrpSpPr>
      <p:grpSpPr>
        <a:xfrm>
          <a:off x="0" y="0"/>
          <a:ext cx="0" cy="0"/>
          <a:chOff x="0" y="0"/>
          <a:chExt cx="0" cy="0"/>
        </a:xfrm>
      </p:grpSpPr>
      <p:sp>
        <p:nvSpPr>
          <p:cNvPr id="7257" name="Google Shape;7257;p372"/>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58" name="Google Shape;7258;p372"/>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7259" name="Google Shape;7259;p372"/>
          <p:cNvGrpSpPr/>
          <p:nvPr/>
        </p:nvGrpSpPr>
        <p:grpSpPr>
          <a:xfrm flipH="1">
            <a:off x="7829752" y="4831427"/>
            <a:ext cx="887795" cy="175887"/>
            <a:chOff x="2284850" y="131975"/>
            <a:chExt cx="1720200" cy="340800"/>
          </a:xfrm>
        </p:grpSpPr>
        <p:sp>
          <p:nvSpPr>
            <p:cNvPr id="7260" name="Google Shape;7260;p37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1" name="Google Shape;7261;p37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2" name="Google Shape;7262;p37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3" name="Google Shape;7263;p37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64" name="Google Shape;7264;p372"/>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265" name="Google Shape;7265;p372"/>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266" name="Google Shape;7266;p372"/>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267" name="Google Shape;7267;p372"/>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268" name="Google Shape;7268;p372"/>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269" name="Google Shape;7269;p372"/>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7270" name="Google Shape;7270;p372"/>
          <p:cNvGrpSpPr/>
          <p:nvPr/>
        </p:nvGrpSpPr>
        <p:grpSpPr>
          <a:xfrm>
            <a:off x="300632" y="445022"/>
            <a:ext cx="958892" cy="887697"/>
            <a:chOff x="272293" y="445022"/>
            <a:chExt cx="958892" cy="887697"/>
          </a:xfrm>
        </p:grpSpPr>
        <p:grpSp>
          <p:nvGrpSpPr>
            <p:cNvPr id="7271" name="Google Shape;7271;p372"/>
            <p:cNvGrpSpPr/>
            <p:nvPr/>
          </p:nvGrpSpPr>
          <p:grpSpPr>
            <a:xfrm rot="10800000">
              <a:off x="272293" y="445022"/>
              <a:ext cx="175800" cy="887697"/>
              <a:chOff x="7935507" y="3976747"/>
              <a:chExt cx="175800" cy="887697"/>
            </a:xfrm>
          </p:grpSpPr>
          <p:sp>
            <p:nvSpPr>
              <p:cNvPr id="7272" name="Google Shape;7272;p37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37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4" name="Google Shape;7274;p37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5" name="Google Shape;7275;p37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6" name="Google Shape;7276;p372"/>
            <p:cNvGrpSpPr/>
            <p:nvPr/>
          </p:nvGrpSpPr>
          <p:grpSpPr>
            <a:xfrm rot="10800000">
              <a:off x="533323" y="445022"/>
              <a:ext cx="175800" cy="887697"/>
              <a:chOff x="7935507" y="3976747"/>
              <a:chExt cx="175800" cy="887697"/>
            </a:xfrm>
          </p:grpSpPr>
          <p:sp>
            <p:nvSpPr>
              <p:cNvPr id="7277" name="Google Shape;7277;p37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8" name="Google Shape;7278;p37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9" name="Google Shape;7279;p37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0" name="Google Shape;7280;p37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1" name="Google Shape;7281;p372"/>
            <p:cNvGrpSpPr/>
            <p:nvPr/>
          </p:nvGrpSpPr>
          <p:grpSpPr>
            <a:xfrm rot="10800000">
              <a:off x="794354" y="445022"/>
              <a:ext cx="175800" cy="887697"/>
              <a:chOff x="7935507" y="3976747"/>
              <a:chExt cx="175800" cy="887697"/>
            </a:xfrm>
          </p:grpSpPr>
          <p:sp>
            <p:nvSpPr>
              <p:cNvPr id="7282" name="Google Shape;7282;p37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3" name="Google Shape;7283;p37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4" name="Google Shape;7284;p37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5" name="Google Shape;7285;p37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6" name="Google Shape;7286;p372"/>
            <p:cNvGrpSpPr/>
            <p:nvPr/>
          </p:nvGrpSpPr>
          <p:grpSpPr>
            <a:xfrm rot="10800000">
              <a:off x="1055385" y="445022"/>
              <a:ext cx="175800" cy="887697"/>
              <a:chOff x="7935507" y="3976747"/>
              <a:chExt cx="175800" cy="887697"/>
            </a:xfrm>
          </p:grpSpPr>
          <p:sp>
            <p:nvSpPr>
              <p:cNvPr id="7287" name="Google Shape;7287;p37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8" name="Google Shape;7288;p37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9" name="Google Shape;7289;p37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0" name="Google Shape;7290;p37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7291" name="Shape 7291"/>
        <p:cNvGrpSpPr/>
        <p:nvPr/>
      </p:nvGrpSpPr>
      <p:grpSpPr>
        <a:xfrm>
          <a:off x="0" y="0"/>
          <a:ext cx="0" cy="0"/>
          <a:chOff x="0" y="0"/>
          <a:chExt cx="0" cy="0"/>
        </a:xfrm>
      </p:grpSpPr>
      <p:cxnSp>
        <p:nvCxnSpPr>
          <p:cNvPr id="7292" name="Google Shape;7292;p373"/>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7293" name="Google Shape;7293;p373"/>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94" name="Google Shape;7294;p373"/>
          <p:cNvGrpSpPr/>
          <p:nvPr/>
        </p:nvGrpSpPr>
        <p:grpSpPr>
          <a:xfrm flipH="1">
            <a:off x="896577" y="269148"/>
            <a:ext cx="887795" cy="175887"/>
            <a:chOff x="2284850" y="131975"/>
            <a:chExt cx="1720200" cy="340800"/>
          </a:xfrm>
        </p:grpSpPr>
        <p:sp>
          <p:nvSpPr>
            <p:cNvPr id="7295" name="Google Shape;7295;p37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6" name="Google Shape;7296;p37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7" name="Google Shape;7297;p37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37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99" name="Google Shape;7299;p373"/>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300" name="Google Shape;7300;p373"/>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301" name="Google Shape;7301;p373"/>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302" name="Google Shape;7302;p373"/>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303" name="Google Shape;7303;p373"/>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304" name="Google Shape;7304;p373"/>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305" name="Google Shape;7305;p373"/>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306" name="Google Shape;7306;p373"/>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307" name="Google Shape;7307;p373"/>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308" name="Google Shape;7308;p373"/>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309" name="Shape 7309"/>
        <p:cNvGrpSpPr/>
        <p:nvPr/>
      </p:nvGrpSpPr>
      <p:grpSpPr>
        <a:xfrm>
          <a:off x="0" y="0"/>
          <a:ext cx="0" cy="0"/>
          <a:chOff x="0" y="0"/>
          <a:chExt cx="0" cy="0"/>
        </a:xfrm>
      </p:grpSpPr>
      <p:sp>
        <p:nvSpPr>
          <p:cNvPr id="7310" name="Google Shape;7310;p374"/>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11" name="Google Shape;7311;p374"/>
          <p:cNvGrpSpPr/>
          <p:nvPr/>
        </p:nvGrpSpPr>
        <p:grpSpPr>
          <a:xfrm flipH="1">
            <a:off x="754543" y="777996"/>
            <a:ext cx="739550" cy="1877049"/>
            <a:chOff x="7691232" y="2709546"/>
            <a:chExt cx="739550" cy="1877049"/>
          </a:xfrm>
        </p:grpSpPr>
        <p:grpSp>
          <p:nvGrpSpPr>
            <p:cNvPr id="7312" name="Google Shape;7312;p374"/>
            <p:cNvGrpSpPr/>
            <p:nvPr/>
          </p:nvGrpSpPr>
          <p:grpSpPr>
            <a:xfrm>
              <a:off x="7691232" y="3698897"/>
              <a:ext cx="739550" cy="887697"/>
              <a:chOff x="7371757" y="3976747"/>
              <a:chExt cx="739550" cy="887697"/>
            </a:xfrm>
          </p:grpSpPr>
          <p:sp>
            <p:nvSpPr>
              <p:cNvPr id="7313" name="Google Shape;7313;p37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4" name="Google Shape;7314;p37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5" name="Google Shape;7315;p37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6" name="Google Shape;7316;p37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7" name="Google Shape;7317;p37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8" name="Google Shape;7318;p37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9" name="Google Shape;7319;p37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0" name="Google Shape;7320;p37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37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37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3" name="Google Shape;7323;p37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4" name="Google Shape;7324;p37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5" name="Google Shape;7325;p374"/>
            <p:cNvGrpSpPr/>
            <p:nvPr/>
          </p:nvGrpSpPr>
          <p:grpSpPr>
            <a:xfrm>
              <a:off x="7691232" y="2709546"/>
              <a:ext cx="739550" cy="887697"/>
              <a:chOff x="7371757" y="3976747"/>
              <a:chExt cx="739550" cy="887697"/>
            </a:xfrm>
          </p:grpSpPr>
          <p:sp>
            <p:nvSpPr>
              <p:cNvPr id="7326" name="Google Shape;7326;p37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7" name="Google Shape;7327;p37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8" name="Google Shape;7328;p37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9" name="Google Shape;7329;p37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37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1" name="Google Shape;7331;p37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2" name="Google Shape;7332;p37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3" name="Google Shape;7333;p37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4" name="Google Shape;7334;p37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5" name="Google Shape;7335;p37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6" name="Google Shape;7336;p37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7" name="Google Shape;7337;p37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38" name="Google Shape;7338;p374"/>
          <p:cNvGrpSpPr/>
          <p:nvPr/>
        </p:nvGrpSpPr>
        <p:grpSpPr>
          <a:xfrm flipH="1">
            <a:off x="3391227" y="4753102"/>
            <a:ext cx="887795" cy="175887"/>
            <a:chOff x="2284850" y="131975"/>
            <a:chExt cx="1720200" cy="340800"/>
          </a:xfrm>
        </p:grpSpPr>
        <p:sp>
          <p:nvSpPr>
            <p:cNvPr id="7339" name="Google Shape;7339;p37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0" name="Google Shape;7340;p37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1" name="Google Shape;7341;p37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2" name="Google Shape;7342;p37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43" name="Google Shape;7343;p374"/>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7344" name="Google Shape;7344;p374"/>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45" name="Google Shape;7345;p374"/>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346" name="Shape 7346"/>
        <p:cNvGrpSpPr/>
        <p:nvPr/>
      </p:nvGrpSpPr>
      <p:grpSpPr>
        <a:xfrm>
          <a:off x="0" y="0"/>
          <a:ext cx="0" cy="0"/>
          <a:chOff x="0" y="0"/>
          <a:chExt cx="0" cy="0"/>
        </a:xfrm>
      </p:grpSpPr>
      <p:cxnSp>
        <p:nvCxnSpPr>
          <p:cNvPr id="7347" name="Google Shape;7347;p375"/>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7348" name="Google Shape;7348;p375"/>
          <p:cNvGrpSpPr/>
          <p:nvPr/>
        </p:nvGrpSpPr>
        <p:grpSpPr>
          <a:xfrm>
            <a:off x="269328" y="3823073"/>
            <a:ext cx="887795" cy="175887"/>
            <a:chOff x="-5191947" y="7177654"/>
            <a:chExt cx="1720200" cy="340800"/>
          </a:xfrm>
        </p:grpSpPr>
        <p:sp>
          <p:nvSpPr>
            <p:cNvPr id="7349" name="Google Shape;7349;p375"/>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375"/>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1" name="Google Shape;7351;p375"/>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2" name="Google Shape;7352;p375"/>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53" name="Google Shape;7353;p375"/>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354" name="Shape 7354"/>
        <p:cNvGrpSpPr/>
        <p:nvPr/>
      </p:nvGrpSpPr>
      <p:grpSpPr>
        <a:xfrm>
          <a:off x="0" y="0"/>
          <a:ext cx="0" cy="0"/>
          <a:chOff x="0" y="0"/>
          <a:chExt cx="0" cy="0"/>
        </a:xfrm>
      </p:grpSpPr>
      <p:cxnSp>
        <p:nvCxnSpPr>
          <p:cNvPr id="7355" name="Google Shape;7355;p376"/>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7356" name="Google Shape;7356;p376"/>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57" name="Google Shape;7357;p376"/>
          <p:cNvGrpSpPr/>
          <p:nvPr/>
        </p:nvGrpSpPr>
        <p:grpSpPr>
          <a:xfrm>
            <a:off x="1553061" y="1633371"/>
            <a:ext cx="3369104" cy="3282565"/>
            <a:chOff x="1553061" y="1633371"/>
            <a:chExt cx="3369104" cy="3282565"/>
          </a:xfrm>
        </p:grpSpPr>
        <p:grpSp>
          <p:nvGrpSpPr>
            <p:cNvPr id="7358" name="Google Shape;7358;p376"/>
            <p:cNvGrpSpPr/>
            <p:nvPr/>
          </p:nvGrpSpPr>
          <p:grpSpPr>
            <a:xfrm rot="10800000">
              <a:off x="1553061" y="1633371"/>
              <a:ext cx="457675" cy="1877049"/>
              <a:chOff x="7973107" y="2709546"/>
              <a:chExt cx="457675" cy="1877049"/>
            </a:xfrm>
          </p:grpSpPr>
          <p:grpSp>
            <p:nvGrpSpPr>
              <p:cNvPr id="7359" name="Google Shape;7359;p376"/>
              <p:cNvGrpSpPr/>
              <p:nvPr/>
            </p:nvGrpSpPr>
            <p:grpSpPr>
              <a:xfrm>
                <a:off x="7973107" y="3698897"/>
                <a:ext cx="457675" cy="887697"/>
                <a:chOff x="7653632" y="3976747"/>
                <a:chExt cx="457675" cy="887697"/>
              </a:xfrm>
            </p:grpSpPr>
            <p:sp>
              <p:nvSpPr>
                <p:cNvPr id="7360" name="Google Shape;7360;p37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1" name="Google Shape;7361;p37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2" name="Google Shape;7362;p37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3" name="Google Shape;7363;p37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4" name="Google Shape;7364;p37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5" name="Google Shape;7365;p37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6" name="Google Shape;7366;p37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7" name="Google Shape;7367;p37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8" name="Google Shape;7368;p376"/>
              <p:cNvGrpSpPr/>
              <p:nvPr/>
            </p:nvGrpSpPr>
            <p:grpSpPr>
              <a:xfrm>
                <a:off x="7973107" y="2709546"/>
                <a:ext cx="457675" cy="887697"/>
                <a:chOff x="7653632" y="3976747"/>
                <a:chExt cx="457675" cy="887697"/>
              </a:xfrm>
            </p:grpSpPr>
            <p:sp>
              <p:nvSpPr>
                <p:cNvPr id="7369" name="Google Shape;7369;p37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0" name="Google Shape;7370;p37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1" name="Google Shape;7371;p37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2" name="Google Shape;7372;p37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3" name="Google Shape;7373;p37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4" name="Google Shape;7374;p37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5" name="Google Shape;7375;p37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6" name="Google Shape;7376;p37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77" name="Google Shape;7377;p376"/>
            <p:cNvGrpSpPr/>
            <p:nvPr/>
          </p:nvGrpSpPr>
          <p:grpSpPr>
            <a:xfrm flipH="1">
              <a:off x="4034370" y="4740048"/>
              <a:ext cx="887795" cy="175887"/>
              <a:chOff x="-5191947" y="7177654"/>
              <a:chExt cx="1720200" cy="340800"/>
            </a:xfrm>
          </p:grpSpPr>
          <p:sp>
            <p:nvSpPr>
              <p:cNvPr id="7378" name="Google Shape;7378;p376"/>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9" name="Google Shape;7379;p376"/>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0" name="Google Shape;7380;p376"/>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1" name="Google Shape;7381;p376"/>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85" name="Shape 7385"/>
        <p:cNvGrpSpPr/>
        <p:nvPr/>
      </p:nvGrpSpPr>
      <p:grpSpPr>
        <a:xfrm>
          <a:off x="0" y="0"/>
          <a:ext cx="0" cy="0"/>
          <a:chOff x="0" y="0"/>
          <a:chExt cx="0" cy="0"/>
        </a:xfrm>
      </p:grpSpPr>
      <p:sp>
        <p:nvSpPr>
          <p:cNvPr id="7386" name="Google Shape;7386;p378"/>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7387" name="Google Shape;7387;p378"/>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7388" name="Google Shape;7388;p37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89" name="Google Shape;7389;p378"/>
          <p:cNvGrpSpPr/>
          <p:nvPr/>
        </p:nvGrpSpPr>
        <p:grpSpPr>
          <a:xfrm>
            <a:off x="7371757" y="3976747"/>
            <a:ext cx="739550" cy="887697"/>
            <a:chOff x="7371757" y="3976747"/>
            <a:chExt cx="739550" cy="887697"/>
          </a:xfrm>
        </p:grpSpPr>
        <p:sp>
          <p:nvSpPr>
            <p:cNvPr id="7390" name="Google Shape;7390;p37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1" name="Google Shape;7391;p37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2" name="Google Shape;7392;p37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3" name="Google Shape;7393;p37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4" name="Google Shape;7394;p37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5" name="Google Shape;7395;p37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6" name="Google Shape;7396;p37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37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37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9" name="Google Shape;7399;p37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0" name="Google Shape;7400;p37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1" name="Google Shape;7401;p37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02" name="Shape 7402"/>
        <p:cNvGrpSpPr/>
        <p:nvPr/>
      </p:nvGrpSpPr>
      <p:grpSpPr>
        <a:xfrm>
          <a:off x="0" y="0"/>
          <a:ext cx="0" cy="0"/>
          <a:chOff x="0" y="0"/>
          <a:chExt cx="0" cy="0"/>
        </a:xfrm>
      </p:grpSpPr>
      <p:sp>
        <p:nvSpPr>
          <p:cNvPr id="7403" name="Google Shape;7403;p379"/>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404" name="Google Shape;7404;p379"/>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405" name="Google Shape;7405;p379"/>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406" name="Google Shape;7406;p379"/>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07" name="Google Shape;7407;p379"/>
          <p:cNvGrpSpPr/>
          <p:nvPr/>
        </p:nvGrpSpPr>
        <p:grpSpPr>
          <a:xfrm flipH="1" rot="10800000">
            <a:off x="6851382" y="1633371"/>
            <a:ext cx="457675" cy="1877049"/>
            <a:chOff x="7691232" y="2709546"/>
            <a:chExt cx="457675" cy="1877049"/>
          </a:xfrm>
        </p:grpSpPr>
        <p:grpSp>
          <p:nvGrpSpPr>
            <p:cNvPr id="7408" name="Google Shape;7408;p379"/>
            <p:cNvGrpSpPr/>
            <p:nvPr/>
          </p:nvGrpSpPr>
          <p:grpSpPr>
            <a:xfrm>
              <a:off x="7691232" y="3698897"/>
              <a:ext cx="457675" cy="887697"/>
              <a:chOff x="7371757" y="3976747"/>
              <a:chExt cx="457675" cy="887697"/>
            </a:xfrm>
          </p:grpSpPr>
          <p:sp>
            <p:nvSpPr>
              <p:cNvPr id="7409" name="Google Shape;7409;p37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0" name="Google Shape;7410;p37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1" name="Google Shape;7411;p37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2" name="Google Shape;7412;p37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3" name="Google Shape;7413;p37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4" name="Google Shape;7414;p37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5" name="Google Shape;7415;p37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6" name="Google Shape;7416;p37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7" name="Google Shape;7417;p379"/>
            <p:cNvGrpSpPr/>
            <p:nvPr/>
          </p:nvGrpSpPr>
          <p:grpSpPr>
            <a:xfrm>
              <a:off x="7691232" y="2709546"/>
              <a:ext cx="457675" cy="887697"/>
              <a:chOff x="7371757" y="3976747"/>
              <a:chExt cx="457675" cy="887697"/>
            </a:xfrm>
          </p:grpSpPr>
          <p:sp>
            <p:nvSpPr>
              <p:cNvPr id="7418" name="Google Shape;7418;p37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9" name="Google Shape;7419;p37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0" name="Google Shape;7420;p37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37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37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3" name="Google Shape;7423;p37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4" name="Google Shape;7424;p37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5" name="Google Shape;7425;p37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426" name="Shape 7426"/>
        <p:cNvGrpSpPr/>
        <p:nvPr/>
      </p:nvGrpSpPr>
      <p:grpSpPr>
        <a:xfrm>
          <a:off x="0" y="0"/>
          <a:ext cx="0" cy="0"/>
          <a:chOff x="0" y="0"/>
          <a:chExt cx="0" cy="0"/>
        </a:xfrm>
      </p:grpSpPr>
      <p:sp>
        <p:nvSpPr>
          <p:cNvPr id="7427" name="Google Shape;7427;p380"/>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428" name="Google Shape;7428;p380"/>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7429" name="Google Shape;7429;p380"/>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7430" name="Google Shape;7430;p38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31" name="Google Shape;7431;p380"/>
          <p:cNvGrpSpPr/>
          <p:nvPr/>
        </p:nvGrpSpPr>
        <p:grpSpPr>
          <a:xfrm>
            <a:off x="1202653" y="2683622"/>
            <a:ext cx="6827579" cy="2242691"/>
            <a:chOff x="1202653" y="2683622"/>
            <a:chExt cx="6827579" cy="2242691"/>
          </a:xfrm>
        </p:grpSpPr>
        <p:grpSp>
          <p:nvGrpSpPr>
            <p:cNvPr id="7432" name="Google Shape;7432;p380"/>
            <p:cNvGrpSpPr/>
            <p:nvPr/>
          </p:nvGrpSpPr>
          <p:grpSpPr>
            <a:xfrm>
              <a:off x="7854432" y="2683622"/>
              <a:ext cx="175800" cy="887697"/>
              <a:chOff x="7371757" y="3976747"/>
              <a:chExt cx="175800" cy="887697"/>
            </a:xfrm>
          </p:grpSpPr>
          <p:sp>
            <p:nvSpPr>
              <p:cNvPr id="7433" name="Google Shape;7433;p38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4" name="Google Shape;7434;p38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5" name="Google Shape;7435;p38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6" name="Google Shape;7436;p38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7" name="Google Shape;7437;p380"/>
            <p:cNvGrpSpPr/>
            <p:nvPr/>
          </p:nvGrpSpPr>
          <p:grpSpPr>
            <a:xfrm>
              <a:off x="1202653" y="4750427"/>
              <a:ext cx="887795" cy="175887"/>
              <a:chOff x="2284850" y="131975"/>
              <a:chExt cx="1720200" cy="340800"/>
            </a:xfrm>
          </p:grpSpPr>
          <p:sp>
            <p:nvSpPr>
              <p:cNvPr id="7438" name="Google Shape;7438;p38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9" name="Google Shape;7439;p38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0" name="Google Shape;7440;p38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1" name="Google Shape;7441;p38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42" name="Shape 7442"/>
        <p:cNvGrpSpPr/>
        <p:nvPr/>
      </p:nvGrpSpPr>
      <p:grpSpPr>
        <a:xfrm>
          <a:off x="0" y="0"/>
          <a:ext cx="0" cy="0"/>
          <a:chOff x="0" y="0"/>
          <a:chExt cx="0" cy="0"/>
        </a:xfrm>
      </p:grpSpPr>
      <p:sp>
        <p:nvSpPr>
          <p:cNvPr id="7443" name="Google Shape;7443;p38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44" name="Google Shape;7444;p381"/>
          <p:cNvGrpSpPr/>
          <p:nvPr/>
        </p:nvGrpSpPr>
        <p:grpSpPr>
          <a:xfrm>
            <a:off x="5956178" y="1566397"/>
            <a:ext cx="2637804" cy="3321791"/>
            <a:chOff x="5956178" y="1566397"/>
            <a:chExt cx="2637804" cy="3321791"/>
          </a:xfrm>
        </p:grpSpPr>
        <p:grpSp>
          <p:nvGrpSpPr>
            <p:cNvPr id="7445" name="Google Shape;7445;p381"/>
            <p:cNvGrpSpPr/>
            <p:nvPr/>
          </p:nvGrpSpPr>
          <p:grpSpPr>
            <a:xfrm flipH="1" rot="10800000">
              <a:off x="7854432" y="1566397"/>
              <a:ext cx="739550" cy="887697"/>
              <a:chOff x="7371757" y="3976747"/>
              <a:chExt cx="739550" cy="887697"/>
            </a:xfrm>
          </p:grpSpPr>
          <p:sp>
            <p:nvSpPr>
              <p:cNvPr id="7446" name="Google Shape;7446;p38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7" name="Google Shape;7447;p38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8" name="Google Shape;7448;p38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9" name="Google Shape;7449;p38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0" name="Google Shape;7450;p38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1" name="Google Shape;7451;p38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2" name="Google Shape;7452;p38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3" name="Google Shape;7453;p38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4" name="Google Shape;7454;p38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38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38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7" name="Google Shape;7457;p38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8" name="Google Shape;7458;p381"/>
            <p:cNvGrpSpPr/>
            <p:nvPr/>
          </p:nvGrpSpPr>
          <p:grpSpPr>
            <a:xfrm>
              <a:off x="5956178" y="4712302"/>
              <a:ext cx="887795" cy="175887"/>
              <a:chOff x="2284850" y="131975"/>
              <a:chExt cx="1720200" cy="340800"/>
            </a:xfrm>
          </p:grpSpPr>
          <p:sp>
            <p:nvSpPr>
              <p:cNvPr id="7459" name="Google Shape;7459;p38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0" name="Google Shape;7460;p38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1" name="Google Shape;7461;p38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2" name="Google Shape;7462;p38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463" name="Google Shape;7463;p381"/>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464" name="Google Shape;7464;p381"/>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465" name="Google Shape;7465;p381"/>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466" name="Google Shape;7466;p381"/>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467" name="Google Shape;7467;p381"/>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68" name="Shape 7468"/>
        <p:cNvGrpSpPr/>
        <p:nvPr/>
      </p:nvGrpSpPr>
      <p:grpSpPr>
        <a:xfrm>
          <a:off x="0" y="0"/>
          <a:ext cx="0" cy="0"/>
          <a:chOff x="0" y="0"/>
          <a:chExt cx="0" cy="0"/>
        </a:xfrm>
      </p:grpSpPr>
      <p:sp>
        <p:nvSpPr>
          <p:cNvPr id="7469" name="Google Shape;7469;p3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7470" name="Google Shape;7470;p382"/>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7471" name="Google Shape;7471;p382"/>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72" name="Google Shape;7472;p382"/>
          <p:cNvGrpSpPr/>
          <p:nvPr/>
        </p:nvGrpSpPr>
        <p:grpSpPr>
          <a:xfrm flipH="1">
            <a:off x="7966220" y="186773"/>
            <a:ext cx="887795" cy="175887"/>
            <a:chOff x="2284850" y="131975"/>
            <a:chExt cx="1720200" cy="340800"/>
          </a:xfrm>
        </p:grpSpPr>
        <p:sp>
          <p:nvSpPr>
            <p:cNvPr id="7473" name="Google Shape;7473;p38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4" name="Google Shape;7474;p38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5" name="Google Shape;7475;p38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6" name="Google Shape;7476;p38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77" name="Shape 7477"/>
        <p:cNvGrpSpPr/>
        <p:nvPr/>
      </p:nvGrpSpPr>
      <p:grpSpPr>
        <a:xfrm>
          <a:off x="0" y="0"/>
          <a:ext cx="0" cy="0"/>
          <a:chOff x="0" y="0"/>
          <a:chExt cx="0" cy="0"/>
        </a:xfrm>
      </p:grpSpPr>
      <p:sp>
        <p:nvSpPr>
          <p:cNvPr id="7478" name="Google Shape;7478;p383"/>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479" name="Google Shape;7479;p383"/>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7480" name="Google Shape;7480;p383"/>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81" name="Google Shape;7481;p383"/>
          <p:cNvGrpSpPr/>
          <p:nvPr/>
        </p:nvGrpSpPr>
        <p:grpSpPr>
          <a:xfrm>
            <a:off x="269328" y="716196"/>
            <a:ext cx="8517204" cy="3970118"/>
            <a:chOff x="269328" y="716196"/>
            <a:chExt cx="8517204" cy="3970118"/>
          </a:xfrm>
        </p:grpSpPr>
        <p:grpSp>
          <p:nvGrpSpPr>
            <p:cNvPr id="7482" name="Google Shape;7482;p383"/>
            <p:cNvGrpSpPr/>
            <p:nvPr/>
          </p:nvGrpSpPr>
          <p:grpSpPr>
            <a:xfrm>
              <a:off x="8328857" y="716196"/>
              <a:ext cx="457675" cy="1877049"/>
              <a:chOff x="7691232" y="2709546"/>
              <a:chExt cx="457675" cy="1877049"/>
            </a:xfrm>
          </p:grpSpPr>
          <p:grpSp>
            <p:nvGrpSpPr>
              <p:cNvPr id="7483" name="Google Shape;7483;p383"/>
              <p:cNvGrpSpPr/>
              <p:nvPr/>
            </p:nvGrpSpPr>
            <p:grpSpPr>
              <a:xfrm>
                <a:off x="7691232" y="3698897"/>
                <a:ext cx="457675" cy="887697"/>
                <a:chOff x="7371757" y="3976747"/>
                <a:chExt cx="457675" cy="887697"/>
              </a:xfrm>
            </p:grpSpPr>
            <p:sp>
              <p:nvSpPr>
                <p:cNvPr id="7484" name="Google Shape;7484;p38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5" name="Google Shape;7485;p38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6" name="Google Shape;7486;p38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7" name="Google Shape;7487;p38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8" name="Google Shape;7488;p38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9" name="Google Shape;7489;p38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38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1" name="Google Shape;7491;p38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2" name="Google Shape;7492;p383"/>
              <p:cNvGrpSpPr/>
              <p:nvPr/>
            </p:nvGrpSpPr>
            <p:grpSpPr>
              <a:xfrm>
                <a:off x="7691232" y="2709546"/>
                <a:ext cx="457675" cy="887697"/>
                <a:chOff x="7371757" y="3976747"/>
                <a:chExt cx="457675" cy="887697"/>
              </a:xfrm>
            </p:grpSpPr>
            <p:sp>
              <p:nvSpPr>
                <p:cNvPr id="7493" name="Google Shape;7493;p38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4" name="Google Shape;7494;p38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5" name="Google Shape;7495;p38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6" name="Google Shape;7496;p38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7" name="Google Shape;7497;p38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8" name="Google Shape;7498;p38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9" name="Google Shape;7499;p38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0" name="Google Shape;7500;p38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01" name="Google Shape;7501;p383"/>
            <p:cNvGrpSpPr/>
            <p:nvPr/>
          </p:nvGrpSpPr>
          <p:grpSpPr>
            <a:xfrm>
              <a:off x="269328" y="4510427"/>
              <a:ext cx="887795" cy="175887"/>
              <a:chOff x="2284850" y="131975"/>
              <a:chExt cx="1720200" cy="340800"/>
            </a:xfrm>
          </p:grpSpPr>
          <p:sp>
            <p:nvSpPr>
              <p:cNvPr id="7502" name="Google Shape;7502;p38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3" name="Google Shape;7503;p38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4" name="Google Shape;7504;p38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5" name="Google Shape;7505;p38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06" name="Shape 7506"/>
        <p:cNvGrpSpPr/>
        <p:nvPr/>
      </p:nvGrpSpPr>
      <p:grpSpPr>
        <a:xfrm>
          <a:off x="0" y="0"/>
          <a:ext cx="0" cy="0"/>
          <a:chOff x="0" y="0"/>
          <a:chExt cx="0" cy="0"/>
        </a:xfrm>
      </p:grpSpPr>
      <p:sp>
        <p:nvSpPr>
          <p:cNvPr id="7507" name="Google Shape;7507;p384"/>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8" name="Google Shape;7508;p384"/>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7509" name="Google Shape;7509;p384"/>
          <p:cNvGrpSpPr/>
          <p:nvPr/>
        </p:nvGrpSpPr>
        <p:grpSpPr>
          <a:xfrm>
            <a:off x="7683925" y="745396"/>
            <a:ext cx="745132" cy="1877049"/>
            <a:chOff x="7580032" y="910721"/>
            <a:chExt cx="745132" cy="1877049"/>
          </a:xfrm>
        </p:grpSpPr>
        <p:grpSp>
          <p:nvGrpSpPr>
            <p:cNvPr id="7510" name="Google Shape;7510;p384"/>
            <p:cNvGrpSpPr/>
            <p:nvPr/>
          </p:nvGrpSpPr>
          <p:grpSpPr>
            <a:xfrm flipH="1" rot="10800000">
              <a:off x="7580032" y="910721"/>
              <a:ext cx="175800" cy="1877049"/>
              <a:chOff x="7691232" y="2709546"/>
              <a:chExt cx="175800" cy="1877049"/>
            </a:xfrm>
          </p:grpSpPr>
          <p:grpSp>
            <p:nvGrpSpPr>
              <p:cNvPr id="7511" name="Google Shape;7511;p384"/>
              <p:cNvGrpSpPr/>
              <p:nvPr/>
            </p:nvGrpSpPr>
            <p:grpSpPr>
              <a:xfrm>
                <a:off x="7691232" y="3698897"/>
                <a:ext cx="175800" cy="887697"/>
                <a:chOff x="7371757" y="3976747"/>
                <a:chExt cx="175800" cy="887697"/>
              </a:xfrm>
            </p:grpSpPr>
            <p:sp>
              <p:nvSpPr>
                <p:cNvPr id="7512" name="Google Shape;7512;p38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3" name="Google Shape;7513;p38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4" name="Google Shape;7514;p38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38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6" name="Google Shape;7516;p384"/>
              <p:cNvGrpSpPr/>
              <p:nvPr/>
            </p:nvGrpSpPr>
            <p:grpSpPr>
              <a:xfrm>
                <a:off x="7691232" y="2709546"/>
                <a:ext cx="175800" cy="887697"/>
                <a:chOff x="7371757" y="3976747"/>
                <a:chExt cx="175800" cy="887697"/>
              </a:xfrm>
            </p:grpSpPr>
            <p:sp>
              <p:nvSpPr>
                <p:cNvPr id="7517" name="Google Shape;7517;p38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8" name="Google Shape;7518;p38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9" name="Google Shape;7519;p38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0" name="Google Shape;7520;p38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21" name="Google Shape;7521;p384"/>
            <p:cNvGrpSpPr/>
            <p:nvPr/>
          </p:nvGrpSpPr>
          <p:grpSpPr>
            <a:xfrm flipH="1" rot="10800000">
              <a:off x="7867490" y="910721"/>
              <a:ext cx="457675" cy="1877049"/>
              <a:chOff x="7691232" y="2709546"/>
              <a:chExt cx="457675" cy="1877049"/>
            </a:xfrm>
          </p:grpSpPr>
          <p:grpSp>
            <p:nvGrpSpPr>
              <p:cNvPr id="7522" name="Google Shape;7522;p384"/>
              <p:cNvGrpSpPr/>
              <p:nvPr/>
            </p:nvGrpSpPr>
            <p:grpSpPr>
              <a:xfrm>
                <a:off x="7691232" y="3698897"/>
                <a:ext cx="457675" cy="887697"/>
                <a:chOff x="7371757" y="3976747"/>
                <a:chExt cx="457675" cy="887697"/>
              </a:xfrm>
            </p:grpSpPr>
            <p:sp>
              <p:nvSpPr>
                <p:cNvPr id="7523" name="Google Shape;7523;p38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4" name="Google Shape;7524;p38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5" name="Google Shape;7525;p38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6" name="Google Shape;7526;p38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38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8" name="Google Shape;7528;p38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9" name="Google Shape;7529;p38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0" name="Google Shape;7530;p38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1" name="Google Shape;7531;p384"/>
              <p:cNvGrpSpPr/>
              <p:nvPr/>
            </p:nvGrpSpPr>
            <p:grpSpPr>
              <a:xfrm>
                <a:off x="7691232" y="2709546"/>
                <a:ext cx="457675" cy="887697"/>
                <a:chOff x="7371757" y="3976747"/>
                <a:chExt cx="457675" cy="887697"/>
              </a:xfrm>
            </p:grpSpPr>
            <p:sp>
              <p:nvSpPr>
                <p:cNvPr id="7532" name="Google Shape;7532;p38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3" name="Google Shape;7533;p38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4" name="Google Shape;7534;p38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38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6" name="Google Shape;7536;p38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7" name="Google Shape;7537;p38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8" name="Google Shape;7538;p38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9" name="Google Shape;7539;p38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3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40" name="Shape 7540"/>
        <p:cNvGrpSpPr/>
        <p:nvPr/>
      </p:nvGrpSpPr>
      <p:grpSpPr>
        <a:xfrm>
          <a:off x="0" y="0"/>
          <a:ext cx="0" cy="0"/>
          <a:chOff x="0" y="0"/>
          <a:chExt cx="0" cy="0"/>
        </a:xfrm>
      </p:grpSpPr>
      <p:sp>
        <p:nvSpPr>
          <p:cNvPr id="7541" name="Google Shape;7541;p385"/>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542" name="Google Shape;7542;p385"/>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43" name="Google Shape;7543;p385"/>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44" name="Google Shape;7544;p385"/>
          <p:cNvGrpSpPr/>
          <p:nvPr/>
        </p:nvGrpSpPr>
        <p:grpSpPr>
          <a:xfrm>
            <a:off x="562032" y="1301880"/>
            <a:ext cx="739550" cy="887697"/>
            <a:chOff x="7371757" y="3976747"/>
            <a:chExt cx="739550" cy="887697"/>
          </a:xfrm>
        </p:grpSpPr>
        <p:sp>
          <p:nvSpPr>
            <p:cNvPr id="7545" name="Google Shape;7545;p385"/>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6" name="Google Shape;7546;p385"/>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7" name="Google Shape;7547;p385"/>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385"/>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9" name="Google Shape;7549;p385"/>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0" name="Google Shape;7550;p385"/>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1" name="Google Shape;7551;p385"/>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2" name="Google Shape;7552;p385"/>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3" name="Google Shape;7553;p38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4" name="Google Shape;7554;p38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5" name="Google Shape;7555;p38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6" name="Google Shape;7556;p38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57" name="Shape 7557"/>
        <p:cNvGrpSpPr/>
        <p:nvPr/>
      </p:nvGrpSpPr>
      <p:grpSpPr>
        <a:xfrm>
          <a:off x="0" y="0"/>
          <a:ext cx="0" cy="0"/>
          <a:chOff x="0" y="0"/>
          <a:chExt cx="0" cy="0"/>
        </a:xfrm>
      </p:grpSpPr>
      <p:sp>
        <p:nvSpPr>
          <p:cNvPr id="7558" name="Google Shape;7558;p386"/>
          <p:cNvSpPr/>
          <p:nvPr>
            <p:ph idx="2" type="pic"/>
          </p:nvPr>
        </p:nvSpPr>
        <p:spPr>
          <a:xfrm>
            <a:off x="-25" y="-13725"/>
            <a:ext cx="9144000" cy="5157300"/>
          </a:xfrm>
          <a:prstGeom prst="rect">
            <a:avLst/>
          </a:prstGeom>
          <a:noFill/>
          <a:ln>
            <a:noFill/>
          </a:ln>
        </p:spPr>
      </p:sp>
      <p:sp>
        <p:nvSpPr>
          <p:cNvPr id="7559" name="Google Shape;7559;p386"/>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560" name="Shape 7560"/>
        <p:cNvGrpSpPr/>
        <p:nvPr/>
      </p:nvGrpSpPr>
      <p:grpSpPr>
        <a:xfrm>
          <a:off x="0" y="0"/>
          <a:ext cx="0" cy="0"/>
          <a:chOff x="0" y="0"/>
          <a:chExt cx="0" cy="0"/>
        </a:xfrm>
      </p:grpSpPr>
      <p:sp>
        <p:nvSpPr>
          <p:cNvPr id="7561" name="Google Shape;7561;p387"/>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62" name="Google Shape;7562;p387"/>
          <p:cNvGrpSpPr/>
          <p:nvPr/>
        </p:nvGrpSpPr>
        <p:grpSpPr>
          <a:xfrm>
            <a:off x="4553003" y="363602"/>
            <a:ext cx="3863079" cy="4414018"/>
            <a:chOff x="4553003" y="363602"/>
            <a:chExt cx="3863079" cy="4414018"/>
          </a:xfrm>
        </p:grpSpPr>
        <p:grpSp>
          <p:nvGrpSpPr>
            <p:cNvPr id="7563" name="Google Shape;7563;p387"/>
            <p:cNvGrpSpPr/>
            <p:nvPr/>
          </p:nvGrpSpPr>
          <p:grpSpPr>
            <a:xfrm flipH="1" rot="10800000">
              <a:off x="7958407" y="2900571"/>
              <a:ext cx="457675" cy="1877049"/>
              <a:chOff x="7691232" y="2709546"/>
              <a:chExt cx="457675" cy="1877049"/>
            </a:xfrm>
          </p:grpSpPr>
          <p:grpSp>
            <p:nvGrpSpPr>
              <p:cNvPr id="7564" name="Google Shape;7564;p387"/>
              <p:cNvGrpSpPr/>
              <p:nvPr/>
            </p:nvGrpSpPr>
            <p:grpSpPr>
              <a:xfrm>
                <a:off x="7691232" y="3698897"/>
                <a:ext cx="457675" cy="887697"/>
                <a:chOff x="7371757" y="3976747"/>
                <a:chExt cx="457675" cy="887697"/>
              </a:xfrm>
            </p:grpSpPr>
            <p:sp>
              <p:nvSpPr>
                <p:cNvPr id="7565" name="Google Shape;7565;p38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6" name="Google Shape;7566;p38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7" name="Google Shape;7567;p38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8" name="Google Shape;7568;p38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9" name="Google Shape;7569;p38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0" name="Google Shape;7570;p38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1" name="Google Shape;7571;p38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2" name="Google Shape;7572;p38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3" name="Google Shape;7573;p387"/>
              <p:cNvGrpSpPr/>
              <p:nvPr/>
            </p:nvGrpSpPr>
            <p:grpSpPr>
              <a:xfrm>
                <a:off x="7691232" y="2709546"/>
                <a:ext cx="457675" cy="887697"/>
                <a:chOff x="7371757" y="3976747"/>
                <a:chExt cx="457675" cy="887697"/>
              </a:xfrm>
            </p:grpSpPr>
            <p:sp>
              <p:nvSpPr>
                <p:cNvPr id="7574" name="Google Shape;7574;p38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5" name="Google Shape;7575;p38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6" name="Google Shape;7576;p38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7" name="Google Shape;7577;p38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8" name="Google Shape;7578;p38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9" name="Google Shape;7579;p38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0" name="Google Shape;7580;p38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1" name="Google Shape;7581;p38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82" name="Google Shape;7582;p387"/>
            <p:cNvGrpSpPr/>
            <p:nvPr/>
          </p:nvGrpSpPr>
          <p:grpSpPr>
            <a:xfrm>
              <a:off x="4553003" y="363602"/>
              <a:ext cx="887795" cy="175887"/>
              <a:chOff x="2284850" y="131975"/>
              <a:chExt cx="1720200" cy="340800"/>
            </a:xfrm>
          </p:grpSpPr>
          <p:sp>
            <p:nvSpPr>
              <p:cNvPr id="7583" name="Google Shape;7583;p38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4" name="Google Shape;7584;p38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5" name="Google Shape;7585;p38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6" name="Google Shape;7586;p38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587" name="Google Shape;7587;p387"/>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7588" name="Google Shape;7588;p387"/>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7589" name="Shape 7589"/>
        <p:cNvGrpSpPr/>
        <p:nvPr/>
      </p:nvGrpSpPr>
      <p:grpSpPr>
        <a:xfrm>
          <a:off x="0" y="0"/>
          <a:ext cx="0" cy="0"/>
          <a:chOff x="0" y="0"/>
          <a:chExt cx="0" cy="0"/>
        </a:xfrm>
      </p:grpSpPr>
    </p:spTree>
  </p:cSld>
  <p:clrMapOvr>
    <a:masterClrMapping/>
  </p:clrMapOvr>
</p:sldLayout>
</file>

<file path=ppt/slideLayouts/slideLayout3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590" name="Shape 7590"/>
        <p:cNvGrpSpPr/>
        <p:nvPr/>
      </p:nvGrpSpPr>
      <p:grpSpPr>
        <a:xfrm>
          <a:off x="0" y="0"/>
          <a:ext cx="0" cy="0"/>
          <a:chOff x="0" y="0"/>
          <a:chExt cx="0" cy="0"/>
        </a:xfrm>
      </p:grpSpPr>
      <p:sp>
        <p:nvSpPr>
          <p:cNvPr id="7591" name="Google Shape;7591;p389"/>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592" name="Google Shape;7592;p389"/>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93" name="Google Shape;7593;p389"/>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94" name="Google Shape;7594;p389"/>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95" name="Google Shape;7595;p389"/>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96" name="Google Shape;7596;p389"/>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97" name="Google Shape;7597;p389"/>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98" name="Google Shape;7598;p389"/>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99" name="Google Shape;7599;p389"/>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00" name="Google Shape;7600;p389"/>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01" name="Google Shape;7601;p389"/>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02" name="Google Shape;7602;p389"/>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03" name="Google Shape;7603;p389"/>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604" name="Google Shape;7604;p389"/>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05" name="Google Shape;7605;p389"/>
          <p:cNvGrpSpPr/>
          <p:nvPr/>
        </p:nvGrpSpPr>
        <p:grpSpPr>
          <a:xfrm>
            <a:off x="269328" y="4815227"/>
            <a:ext cx="887795" cy="175887"/>
            <a:chOff x="2284850" y="131975"/>
            <a:chExt cx="1720200" cy="340800"/>
          </a:xfrm>
        </p:grpSpPr>
        <p:sp>
          <p:nvSpPr>
            <p:cNvPr id="7606" name="Google Shape;7606;p38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7" name="Google Shape;7607;p38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8" name="Google Shape;7608;p38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9" name="Google Shape;7609;p38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0" name="Google Shape;7610;p389"/>
          <p:cNvGrpSpPr/>
          <p:nvPr/>
        </p:nvGrpSpPr>
        <p:grpSpPr>
          <a:xfrm>
            <a:off x="7958582" y="3067871"/>
            <a:ext cx="975375" cy="1877049"/>
            <a:chOff x="7167632" y="2744946"/>
            <a:chExt cx="975375" cy="1877049"/>
          </a:xfrm>
        </p:grpSpPr>
        <p:grpSp>
          <p:nvGrpSpPr>
            <p:cNvPr id="7611" name="Google Shape;7611;p389"/>
            <p:cNvGrpSpPr/>
            <p:nvPr/>
          </p:nvGrpSpPr>
          <p:grpSpPr>
            <a:xfrm>
              <a:off x="7700682" y="2744946"/>
              <a:ext cx="175800" cy="1877049"/>
              <a:chOff x="7691232" y="2709546"/>
              <a:chExt cx="175800" cy="1877049"/>
            </a:xfrm>
          </p:grpSpPr>
          <p:grpSp>
            <p:nvGrpSpPr>
              <p:cNvPr id="7612" name="Google Shape;7612;p389"/>
              <p:cNvGrpSpPr/>
              <p:nvPr/>
            </p:nvGrpSpPr>
            <p:grpSpPr>
              <a:xfrm>
                <a:off x="7691232" y="3698897"/>
                <a:ext cx="175800" cy="887697"/>
                <a:chOff x="7371757" y="3976747"/>
                <a:chExt cx="175800" cy="887697"/>
              </a:xfrm>
            </p:grpSpPr>
            <p:sp>
              <p:nvSpPr>
                <p:cNvPr id="7613" name="Google Shape;7613;p3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4" name="Google Shape;7614;p3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3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6" name="Google Shape;7616;p3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7" name="Google Shape;7617;p389"/>
              <p:cNvGrpSpPr/>
              <p:nvPr/>
            </p:nvGrpSpPr>
            <p:grpSpPr>
              <a:xfrm>
                <a:off x="7691232" y="2709546"/>
                <a:ext cx="175800" cy="887697"/>
                <a:chOff x="7371757" y="3976747"/>
                <a:chExt cx="175800" cy="887697"/>
              </a:xfrm>
            </p:grpSpPr>
            <p:sp>
              <p:nvSpPr>
                <p:cNvPr id="7618" name="Google Shape;7618;p3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9" name="Google Shape;7619;p3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0" name="Google Shape;7620;p3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1" name="Google Shape;7621;p3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22" name="Google Shape;7622;p389"/>
            <p:cNvGrpSpPr/>
            <p:nvPr/>
          </p:nvGrpSpPr>
          <p:grpSpPr>
            <a:xfrm>
              <a:off x="7434157" y="2744946"/>
              <a:ext cx="175800" cy="1877049"/>
              <a:chOff x="7691232" y="2709546"/>
              <a:chExt cx="175800" cy="1877049"/>
            </a:xfrm>
          </p:grpSpPr>
          <p:grpSp>
            <p:nvGrpSpPr>
              <p:cNvPr id="7623" name="Google Shape;7623;p389"/>
              <p:cNvGrpSpPr/>
              <p:nvPr/>
            </p:nvGrpSpPr>
            <p:grpSpPr>
              <a:xfrm>
                <a:off x="7691232" y="3698897"/>
                <a:ext cx="175800" cy="887697"/>
                <a:chOff x="7371757" y="3976747"/>
                <a:chExt cx="175800" cy="887697"/>
              </a:xfrm>
            </p:grpSpPr>
            <p:sp>
              <p:nvSpPr>
                <p:cNvPr id="7624" name="Google Shape;7624;p3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5" name="Google Shape;7625;p3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6" name="Google Shape;7626;p3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7" name="Google Shape;7627;p3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8" name="Google Shape;7628;p389"/>
              <p:cNvGrpSpPr/>
              <p:nvPr/>
            </p:nvGrpSpPr>
            <p:grpSpPr>
              <a:xfrm>
                <a:off x="7691232" y="2709546"/>
                <a:ext cx="175800" cy="887697"/>
                <a:chOff x="7371757" y="3976747"/>
                <a:chExt cx="175800" cy="887697"/>
              </a:xfrm>
            </p:grpSpPr>
            <p:sp>
              <p:nvSpPr>
                <p:cNvPr id="7629" name="Google Shape;7629;p3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0" name="Google Shape;7630;p3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1" name="Google Shape;7631;p3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2" name="Google Shape;7632;p3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33" name="Google Shape;7633;p389"/>
            <p:cNvGrpSpPr/>
            <p:nvPr/>
          </p:nvGrpSpPr>
          <p:grpSpPr>
            <a:xfrm>
              <a:off x="7167632" y="2744946"/>
              <a:ext cx="175800" cy="1877049"/>
              <a:chOff x="7691232" y="2709546"/>
              <a:chExt cx="175800" cy="1877049"/>
            </a:xfrm>
          </p:grpSpPr>
          <p:grpSp>
            <p:nvGrpSpPr>
              <p:cNvPr id="7634" name="Google Shape;7634;p389"/>
              <p:cNvGrpSpPr/>
              <p:nvPr/>
            </p:nvGrpSpPr>
            <p:grpSpPr>
              <a:xfrm>
                <a:off x="7691232" y="3698897"/>
                <a:ext cx="175800" cy="887697"/>
                <a:chOff x="7371757" y="3976747"/>
                <a:chExt cx="175800" cy="887697"/>
              </a:xfrm>
            </p:grpSpPr>
            <p:sp>
              <p:nvSpPr>
                <p:cNvPr id="7635" name="Google Shape;7635;p3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6" name="Google Shape;7636;p3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7" name="Google Shape;7637;p3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8" name="Google Shape;7638;p3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9" name="Google Shape;7639;p389"/>
              <p:cNvGrpSpPr/>
              <p:nvPr/>
            </p:nvGrpSpPr>
            <p:grpSpPr>
              <a:xfrm>
                <a:off x="7691232" y="2709546"/>
                <a:ext cx="175800" cy="887697"/>
                <a:chOff x="7371757" y="3976747"/>
                <a:chExt cx="175800" cy="887697"/>
              </a:xfrm>
            </p:grpSpPr>
            <p:sp>
              <p:nvSpPr>
                <p:cNvPr id="7640" name="Google Shape;7640;p3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1" name="Google Shape;7641;p3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2" name="Google Shape;7642;p3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3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44" name="Google Shape;7644;p389"/>
            <p:cNvGrpSpPr/>
            <p:nvPr/>
          </p:nvGrpSpPr>
          <p:grpSpPr>
            <a:xfrm>
              <a:off x="7967207" y="2744946"/>
              <a:ext cx="175800" cy="1877049"/>
              <a:chOff x="7691232" y="2709546"/>
              <a:chExt cx="175800" cy="1877049"/>
            </a:xfrm>
          </p:grpSpPr>
          <p:grpSp>
            <p:nvGrpSpPr>
              <p:cNvPr id="7645" name="Google Shape;7645;p389"/>
              <p:cNvGrpSpPr/>
              <p:nvPr/>
            </p:nvGrpSpPr>
            <p:grpSpPr>
              <a:xfrm>
                <a:off x="7691232" y="3698897"/>
                <a:ext cx="175800" cy="887697"/>
                <a:chOff x="7371757" y="3976747"/>
                <a:chExt cx="175800" cy="887697"/>
              </a:xfrm>
            </p:grpSpPr>
            <p:sp>
              <p:nvSpPr>
                <p:cNvPr id="7646" name="Google Shape;7646;p3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3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8" name="Google Shape;7648;p3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9" name="Google Shape;7649;p3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0" name="Google Shape;7650;p389"/>
              <p:cNvGrpSpPr/>
              <p:nvPr/>
            </p:nvGrpSpPr>
            <p:grpSpPr>
              <a:xfrm>
                <a:off x="7691232" y="2709546"/>
                <a:ext cx="175800" cy="887697"/>
                <a:chOff x="7371757" y="3976747"/>
                <a:chExt cx="175800" cy="887697"/>
              </a:xfrm>
            </p:grpSpPr>
            <p:sp>
              <p:nvSpPr>
                <p:cNvPr id="7651" name="Google Shape;7651;p38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2" name="Google Shape;7652;p38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3" name="Google Shape;7653;p38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4" name="Google Shape;7654;p38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3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7655" name="Shape 7655"/>
        <p:cNvGrpSpPr/>
        <p:nvPr/>
      </p:nvGrpSpPr>
      <p:grpSpPr>
        <a:xfrm>
          <a:off x="0" y="0"/>
          <a:ext cx="0" cy="0"/>
          <a:chOff x="0" y="0"/>
          <a:chExt cx="0" cy="0"/>
        </a:xfrm>
      </p:grpSpPr>
      <p:sp>
        <p:nvSpPr>
          <p:cNvPr id="7656" name="Google Shape;7656;p3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657" name="Google Shape;7657;p390"/>
          <p:cNvGrpSpPr/>
          <p:nvPr/>
        </p:nvGrpSpPr>
        <p:grpSpPr>
          <a:xfrm>
            <a:off x="-20657" y="150"/>
            <a:ext cx="9164657" cy="5143500"/>
            <a:chOff x="-20657" y="150"/>
            <a:chExt cx="9164657" cy="5143500"/>
          </a:xfrm>
        </p:grpSpPr>
        <p:cxnSp>
          <p:nvCxnSpPr>
            <p:cNvPr id="7658" name="Google Shape;7658;p390"/>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7659" name="Google Shape;7659;p390"/>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60" name="Google Shape;7660;p390"/>
            <p:cNvGrpSpPr/>
            <p:nvPr/>
          </p:nvGrpSpPr>
          <p:grpSpPr>
            <a:xfrm>
              <a:off x="7542978" y="176248"/>
              <a:ext cx="887795" cy="175887"/>
              <a:chOff x="2284850" y="131975"/>
              <a:chExt cx="1720200" cy="340800"/>
            </a:xfrm>
          </p:grpSpPr>
          <p:sp>
            <p:nvSpPr>
              <p:cNvPr id="7661" name="Google Shape;7661;p39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2" name="Google Shape;7662;p39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3" name="Google Shape;7663;p39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4" name="Google Shape;7664;p39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7665" name="Shape 7665"/>
        <p:cNvGrpSpPr/>
        <p:nvPr/>
      </p:nvGrpSpPr>
      <p:grpSpPr>
        <a:xfrm>
          <a:off x="0" y="0"/>
          <a:ext cx="0" cy="0"/>
          <a:chOff x="0" y="0"/>
          <a:chExt cx="0" cy="0"/>
        </a:xfrm>
      </p:grpSpPr>
      <p:sp>
        <p:nvSpPr>
          <p:cNvPr id="7666" name="Google Shape;7666;p391"/>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7667" name="Google Shape;7667;p391"/>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7668" name="Google Shape;7668;p391"/>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69" name="Google Shape;7669;p391"/>
          <p:cNvGrpSpPr/>
          <p:nvPr/>
        </p:nvGrpSpPr>
        <p:grpSpPr>
          <a:xfrm flipH="1">
            <a:off x="7966220" y="4782198"/>
            <a:ext cx="887795" cy="175887"/>
            <a:chOff x="2284850" y="131975"/>
            <a:chExt cx="1720200" cy="340800"/>
          </a:xfrm>
        </p:grpSpPr>
        <p:sp>
          <p:nvSpPr>
            <p:cNvPr id="7670" name="Google Shape;7670;p39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1" name="Google Shape;7671;p39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2" name="Google Shape;7672;p39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3" name="Google Shape;7673;p39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7674" name="Shape 7674"/>
        <p:cNvGrpSpPr/>
        <p:nvPr/>
      </p:nvGrpSpPr>
      <p:grpSpPr>
        <a:xfrm>
          <a:off x="0" y="0"/>
          <a:ext cx="0" cy="0"/>
          <a:chOff x="0" y="0"/>
          <a:chExt cx="0" cy="0"/>
        </a:xfrm>
      </p:grpSpPr>
      <p:sp>
        <p:nvSpPr>
          <p:cNvPr id="7675" name="Google Shape;7675;p3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7676" name="Google Shape;7676;p392"/>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7677" name="Google Shape;7677;p392"/>
          <p:cNvGrpSpPr/>
          <p:nvPr/>
        </p:nvGrpSpPr>
        <p:grpSpPr>
          <a:xfrm>
            <a:off x="4128103" y="186798"/>
            <a:ext cx="887795" cy="175887"/>
            <a:chOff x="2284850" y="131975"/>
            <a:chExt cx="1720200" cy="340800"/>
          </a:xfrm>
        </p:grpSpPr>
        <p:sp>
          <p:nvSpPr>
            <p:cNvPr id="7678" name="Google Shape;7678;p39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9" name="Google Shape;7679;p39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39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1" name="Google Shape;7681;p39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82" name="Google Shape;7682;p392"/>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683" name="Shape 7683"/>
        <p:cNvGrpSpPr/>
        <p:nvPr/>
      </p:nvGrpSpPr>
      <p:grpSpPr>
        <a:xfrm>
          <a:off x="0" y="0"/>
          <a:ext cx="0" cy="0"/>
          <a:chOff x="0" y="0"/>
          <a:chExt cx="0" cy="0"/>
        </a:xfrm>
      </p:grpSpPr>
      <p:sp>
        <p:nvSpPr>
          <p:cNvPr id="7684" name="Google Shape;7684;p393"/>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7685" name="Google Shape;7685;p393"/>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7686" name="Google Shape;7686;p39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87" name="Google Shape;7687;p393"/>
          <p:cNvGrpSpPr/>
          <p:nvPr/>
        </p:nvGrpSpPr>
        <p:grpSpPr>
          <a:xfrm flipH="1" rot="10800000">
            <a:off x="7946332" y="1013372"/>
            <a:ext cx="739550" cy="887697"/>
            <a:chOff x="7371757" y="3976747"/>
            <a:chExt cx="739550" cy="887697"/>
          </a:xfrm>
        </p:grpSpPr>
        <p:sp>
          <p:nvSpPr>
            <p:cNvPr id="7688" name="Google Shape;7688;p39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9" name="Google Shape;7689;p39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39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1" name="Google Shape;7691;p39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2" name="Google Shape;7692;p39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3" name="Google Shape;7693;p39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4" name="Google Shape;7694;p39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5" name="Google Shape;7695;p39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6" name="Google Shape;7696;p39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7" name="Google Shape;7697;p39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8" name="Google Shape;7698;p39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9" name="Google Shape;7699;p39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700" name="Shape 7700"/>
        <p:cNvGrpSpPr/>
        <p:nvPr/>
      </p:nvGrpSpPr>
      <p:grpSpPr>
        <a:xfrm>
          <a:off x="0" y="0"/>
          <a:ext cx="0" cy="0"/>
          <a:chOff x="0" y="0"/>
          <a:chExt cx="0" cy="0"/>
        </a:xfrm>
      </p:grpSpPr>
      <p:sp>
        <p:nvSpPr>
          <p:cNvPr id="7701" name="Google Shape;7701;p394"/>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02" name="Google Shape;7702;p394"/>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7703" name="Google Shape;7703;p394"/>
          <p:cNvGrpSpPr/>
          <p:nvPr/>
        </p:nvGrpSpPr>
        <p:grpSpPr>
          <a:xfrm>
            <a:off x="759093" y="449071"/>
            <a:ext cx="7652479" cy="3799448"/>
            <a:chOff x="759093" y="449071"/>
            <a:chExt cx="7652479" cy="3799448"/>
          </a:xfrm>
        </p:grpSpPr>
        <p:grpSp>
          <p:nvGrpSpPr>
            <p:cNvPr id="7704" name="Google Shape;7704;p394"/>
            <p:cNvGrpSpPr/>
            <p:nvPr/>
          </p:nvGrpSpPr>
          <p:grpSpPr>
            <a:xfrm flipH="1">
              <a:off x="7523777" y="449071"/>
              <a:ext cx="887795" cy="175887"/>
              <a:chOff x="2284850" y="131975"/>
              <a:chExt cx="1720200" cy="340800"/>
            </a:xfrm>
          </p:grpSpPr>
          <p:sp>
            <p:nvSpPr>
              <p:cNvPr id="7705" name="Google Shape;7705;p39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6" name="Google Shape;7706;p39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7" name="Google Shape;7707;p39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8" name="Google Shape;7708;p39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9" name="Google Shape;7709;p394"/>
            <p:cNvGrpSpPr/>
            <p:nvPr/>
          </p:nvGrpSpPr>
          <p:grpSpPr>
            <a:xfrm flipH="1">
              <a:off x="759093" y="3360822"/>
              <a:ext cx="457675" cy="887697"/>
              <a:chOff x="7653632" y="3976747"/>
              <a:chExt cx="457675" cy="887697"/>
            </a:xfrm>
          </p:grpSpPr>
          <p:sp>
            <p:nvSpPr>
              <p:cNvPr id="7710" name="Google Shape;7710;p39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1" name="Google Shape;7711;p39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2" name="Google Shape;7712;p39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3" name="Google Shape;7713;p39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4" name="Google Shape;7714;p39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5" name="Google Shape;7715;p39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6" name="Google Shape;7716;p39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7" name="Google Shape;7717;p39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718" name="Google Shape;7718;p394"/>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19" name="Google Shape;7719;p394"/>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720" name="Google Shape;7720;p394"/>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3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721" name="Shape 7721"/>
        <p:cNvGrpSpPr/>
        <p:nvPr/>
      </p:nvGrpSpPr>
      <p:grpSpPr>
        <a:xfrm>
          <a:off x="0" y="0"/>
          <a:ext cx="0" cy="0"/>
          <a:chOff x="0" y="0"/>
          <a:chExt cx="0" cy="0"/>
        </a:xfrm>
      </p:grpSpPr>
      <p:sp>
        <p:nvSpPr>
          <p:cNvPr id="7722" name="Google Shape;7722;p395"/>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23" name="Google Shape;7723;p395"/>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724" name="Google Shape;7724;p395"/>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7725" name="Shape 7725"/>
        <p:cNvGrpSpPr/>
        <p:nvPr/>
      </p:nvGrpSpPr>
      <p:grpSpPr>
        <a:xfrm>
          <a:off x="0" y="0"/>
          <a:ext cx="0" cy="0"/>
          <a:chOff x="0" y="0"/>
          <a:chExt cx="0" cy="0"/>
        </a:xfrm>
      </p:grpSpPr>
      <p:sp>
        <p:nvSpPr>
          <p:cNvPr id="7726" name="Google Shape;7726;p396"/>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27" name="Google Shape;7727;p396"/>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7728" name="Google Shape;7728;p396"/>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29" name="Google Shape;7729;p396"/>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730" name="Google Shape;7730;p396"/>
          <p:cNvGrpSpPr/>
          <p:nvPr/>
        </p:nvGrpSpPr>
        <p:grpSpPr>
          <a:xfrm>
            <a:off x="324243" y="3769347"/>
            <a:ext cx="707325" cy="887697"/>
            <a:chOff x="324243" y="3769347"/>
            <a:chExt cx="707325" cy="887697"/>
          </a:xfrm>
        </p:grpSpPr>
        <p:grpSp>
          <p:nvGrpSpPr>
            <p:cNvPr id="7731" name="Google Shape;7731;p396"/>
            <p:cNvGrpSpPr/>
            <p:nvPr/>
          </p:nvGrpSpPr>
          <p:grpSpPr>
            <a:xfrm rot="10800000">
              <a:off x="324243" y="3769347"/>
              <a:ext cx="175800" cy="887697"/>
              <a:chOff x="7935507" y="3976747"/>
              <a:chExt cx="175800" cy="887697"/>
            </a:xfrm>
          </p:grpSpPr>
          <p:sp>
            <p:nvSpPr>
              <p:cNvPr id="7732" name="Google Shape;7732;p39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3" name="Google Shape;7733;p39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39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5" name="Google Shape;7735;p39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6" name="Google Shape;7736;p396"/>
            <p:cNvGrpSpPr/>
            <p:nvPr/>
          </p:nvGrpSpPr>
          <p:grpSpPr>
            <a:xfrm rot="10800000">
              <a:off x="855768" y="3769347"/>
              <a:ext cx="175800" cy="887697"/>
              <a:chOff x="7371757" y="3976747"/>
              <a:chExt cx="175800" cy="887697"/>
            </a:xfrm>
          </p:grpSpPr>
          <p:sp>
            <p:nvSpPr>
              <p:cNvPr id="7737" name="Google Shape;7737;p39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8" name="Google Shape;7738;p39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9" name="Google Shape;7739;p39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0" name="Google Shape;7740;p39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1" name="Google Shape;7741;p396"/>
            <p:cNvGrpSpPr/>
            <p:nvPr/>
          </p:nvGrpSpPr>
          <p:grpSpPr>
            <a:xfrm rot="10800000">
              <a:off x="590005" y="3769347"/>
              <a:ext cx="175800" cy="887697"/>
              <a:chOff x="7935507" y="3976747"/>
              <a:chExt cx="175800" cy="887697"/>
            </a:xfrm>
          </p:grpSpPr>
          <p:sp>
            <p:nvSpPr>
              <p:cNvPr id="7742" name="Google Shape;7742;p39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3" name="Google Shape;7743;p39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4" name="Google Shape;7744;p39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5" name="Google Shape;7745;p39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7746" name="Shape 7746"/>
        <p:cNvGrpSpPr/>
        <p:nvPr/>
      </p:nvGrpSpPr>
      <p:grpSpPr>
        <a:xfrm>
          <a:off x="0" y="0"/>
          <a:ext cx="0" cy="0"/>
          <a:chOff x="0" y="0"/>
          <a:chExt cx="0" cy="0"/>
        </a:xfrm>
      </p:grpSpPr>
      <p:cxnSp>
        <p:nvCxnSpPr>
          <p:cNvPr id="7747" name="Google Shape;7747;p397"/>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7748" name="Google Shape;7748;p397"/>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49" name="Google Shape;7749;p397"/>
          <p:cNvGrpSpPr/>
          <p:nvPr/>
        </p:nvGrpSpPr>
        <p:grpSpPr>
          <a:xfrm>
            <a:off x="7958407" y="2900571"/>
            <a:ext cx="739550" cy="1877049"/>
            <a:chOff x="7691232" y="2709546"/>
            <a:chExt cx="739550" cy="1877049"/>
          </a:xfrm>
        </p:grpSpPr>
        <p:grpSp>
          <p:nvGrpSpPr>
            <p:cNvPr id="7750" name="Google Shape;7750;p397"/>
            <p:cNvGrpSpPr/>
            <p:nvPr/>
          </p:nvGrpSpPr>
          <p:grpSpPr>
            <a:xfrm>
              <a:off x="7691232" y="3698897"/>
              <a:ext cx="739550" cy="887697"/>
              <a:chOff x="7371757" y="3976747"/>
              <a:chExt cx="739550" cy="887697"/>
            </a:xfrm>
          </p:grpSpPr>
          <p:sp>
            <p:nvSpPr>
              <p:cNvPr id="7751" name="Google Shape;7751;p39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2" name="Google Shape;7752;p39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3" name="Google Shape;7753;p39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4" name="Google Shape;7754;p39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5" name="Google Shape;7755;p39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6" name="Google Shape;7756;p39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7" name="Google Shape;7757;p39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8" name="Google Shape;7758;p39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9" name="Google Shape;7759;p39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0" name="Google Shape;7760;p39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1" name="Google Shape;7761;p39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2" name="Google Shape;7762;p39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3" name="Google Shape;7763;p397"/>
            <p:cNvGrpSpPr/>
            <p:nvPr/>
          </p:nvGrpSpPr>
          <p:grpSpPr>
            <a:xfrm>
              <a:off x="7691232" y="2709546"/>
              <a:ext cx="739550" cy="887697"/>
              <a:chOff x="7371757" y="3976747"/>
              <a:chExt cx="739550" cy="887697"/>
            </a:xfrm>
          </p:grpSpPr>
          <p:sp>
            <p:nvSpPr>
              <p:cNvPr id="7764" name="Google Shape;7764;p39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5" name="Google Shape;7765;p39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6" name="Google Shape;7766;p39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7" name="Google Shape;7767;p39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8" name="Google Shape;7768;p39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9" name="Google Shape;7769;p39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0" name="Google Shape;7770;p39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1" name="Google Shape;7771;p39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2" name="Google Shape;7772;p39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3" name="Google Shape;7773;p39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4" name="Google Shape;7774;p39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5" name="Google Shape;7775;p39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776" name="Google Shape;7776;p397"/>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77" name="Google Shape;7777;p397"/>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7778" name="Shape 7778"/>
        <p:cNvGrpSpPr/>
        <p:nvPr/>
      </p:nvGrpSpPr>
      <p:grpSpPr>
        <a:xfrm>
          <a:off x="0" y="0"/>
          <a:ext cx="0" cy="0"/>
          <a:chOff x="0" y="0"/>
          <a:chExt cx="0" cy="0"/>
        </a:xfrm>
      </p:grpSpPr>
      <p:sp>
        <p:nvSpPr>
          <p:cNvPr id="7779" name="Google Shape;7779;p398"/>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80" name="Google Shape;7780;p398"/>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7781" name="Google Shape;7781;p398"/>
          <p:cNvGrpSpPr/>
          <p:nvPr/>
        </p:nvGrpSpPr>
        <p:grpSpPr>
          <a:xfrm>
            <a:off x="269328" y="269127"/>
            <a:ext cx="8249354" cy="1636293"/>
            <a:chOff x="269328" y="269127"/>
            <a:chExt cx="8249354" cy="1636293"/>
          </a:xfrm>
        </p:grpSpPr>
        <p:grpSp>
          <p:nvGrpSpPr>
            <p:cNvPr id="7782" name="Google Shape;7782;p398"/>
            <p:cNvGrpSpPr/>
            <p:nvPr/>
          </p:nvGrpSpPr>
          <p:grpSpPr>
            <a:xfrm flipH="1" rot="10800000">
              <a:off x="8061007" y="1017722"/>
              <a:ext cx="457675" cy="887697"/>
              <a:chOff x="7371757" y="3976747"/>
              <a:chExt cx="457675" cy="887697"/>
            </a:xfrm>
          </p:grpSpPr>
          <p:sp>
            <p:nvSpPr>
              <p:cNvPr id="7783" name="Google Shape;7783;p39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4" name="Google Shape;7784;p39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5" name="Google Shape;7785;p39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6" name="Google Shape;7786;p39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7" name="Google Shape;7787;p39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8" name="Google Shape;7788;p39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9" name="Google Shape;7789;p39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0" name="Google Shape;7790;p39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91" name="Google Shape;7791;p398"/>
            <p:cNvGrpSpPr/>
            <p:nvPr/>
          </p:nvGrpSpPr>
          <p:grpSpPr>
            <a:xfrm>
              <a:off x="269328" y="269127"/>
              <a:ext cx="887795" cy="175887"/>
              <a:chOff x="2284850" y="131975"/>
              <a:chExt cx="1720200" cy="340800"/>
            </a:xfrm>
          </p:grpSpPr>
          <p:sp>
            <p:nvSpPr>
              <p:cNvPr id="7792" name="Google Shape;7792;p39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3" name="Google Shape;7793;p39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4" name="Google Shape;7794;p39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5" name="Google Shape;7795;p39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796" name="Google Shape;7796;p398"/>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797" name="Google Shape;7797;p398"/>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7798" name="Shape 7798"/>
        <p:cNvGrpSpPr/>
        <p:nvPr/>
      </p:nvGrpSpPr>
      <p:grpSpPr>
        <a:xfrm>
          <a:off x="0" y="0"/>
          <a:ext cx="0" cy="0"/>
          <a:chOff x="0" y="0"/>
          <a:chExt cx="0" cy="0"/>
        </a:xfrm>
      </p:grpSpPr>
      <p:sp>
        <p:nvSpPr>
          <p:cNvPr id="7799" name="Google Shape;7799;p399"/>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800" name="Google Shape;7800;p399"/>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7801" name="Google Shape;7801;p399"/>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02" name="Google Shape;7802;p399"/>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7803" name="Google Shape;7803;p399"/>
          <p:cNvGrpSpPr/>
          <p:nvPr/>
        </p:nvGrpSpPr>
        <p:grpSpPr>
          <a:xfrm>
            <a:off x="269328" y="269127"/>
            <a:ext cx="887795" cy="175887"/>
            <a:chOff x="2284850" y="131975"/>
            <a:chExt cx="1720200" cy="340800"/>
          </a:xfrm>
        </p:grpSpPr>
        <p:sp>
          <p:nvSpPr>
            <p:cNvPr id="7804" name="Google Shape;7804;p39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5" name="Google Shape;7805;p39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6" name="Google Shape;7806;p39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7" name="Google Shape;7807;p39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08" name="Google Shape;7808;p399"/>
          <p:cNvGrpSpPr/>
          <p:nvPr/>
        </p:nvGrpSpPr>
        <p:grpSpPr>
          <a:xfrm>
            <a:off x="7920045" y="3001872"/>
            <a:ext cx="433111" cy="1871372"/>
            <a:chOff x="8038657" y="1017722"/>
            <a:chExt cx="433111" cy="1871372"/>
          </a:xfrm>
        </p:grpSpPr>
        <p:grpSp>
          <p:nvGrpSpPr>
            <p:cNvPr id="7809" name="Google Shape;7809;p399"/>
            <p:cNvGrpSpPr/>
            <p:nvPr/>
          </p:nvGrpSpPr>
          <p:grpSpPr>
            <a:xfrm>
              <a:off x="8038657" y="1017722"/>
              <a:ext cx="175800" cy="887697"/>
              <a:chOff x="7371757" y="3976747"/>
              <a:chExt cx="175800" cy="887697"/>
            </a:xfrm>
          </p:grpSpPr>
          <p:sp>
            <p:nvSpPr>
              <p:cNvPr id="7810" name="Google Shape;7810;p39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1" name="Google Shape;7811;p39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2" name="Google Shape;7812;p39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3" name="Google Shape;7813;p39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14" name="Google Shape;7814;p399"/>
            <p:cNvGrpSpPr/>
            <p:nvPr/>
          </p:nvGrpSpPr>
          <p:grpSpPr>
            <a:xfrm>
              <a:off x="8295968" y="1017722"/>
              <a:ext cx="175800" cy="887697"/>
              <a:chOff x="7935507" y="3976747"/>
              <a:chExt cx="175800" cy="887697"/>
            </a:xfrm>
          </p:grpSpPr>
          <p:sp>
            <p:nvSpPr>
              <p:cNvPr id="7815" name="Google Shape;7815;p39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6" name="Google Shape;7816;p39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7" name="Google Shape;7817;p39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8" name="Google Shape;7818;p39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19" name="Google Shape;7819;p399"/>
            <p:cNvGrpSpPr/>
            <p:nvPr/>
          </p:nvGrpSpPr>
          <p:grpSpPr>
            <a:xfrm>
              <a:off x="8038657" y="2001397"/>
              <a:ext cx="175800" cy="887697"/>
              <a:chOff x="7371757" y="3976747"/>
              <a:chExt cx="175800" cy="887697"/>
            </a:xfrm>
          </p:grpSpPr>
          <p:sp>
            <p:nvSpPr>
              <p:cNvPr id="7820" name="Google Shape;7820;p39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1" name="Google Shape;7821;p39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2" name="Google Shape;7822;p39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3" name="Google Shape;7823;p39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4" name="Google Shape;7824;p399"/>
            <p:cNvGrpSpPr/>
            <p:nvPr/>
          </p:nvGrpSpPr>
          <p:grpSpPr>
            <a:xfrm>
              <a:off x="8295968" y="2001397"/>
              <a:ext cx="175800" cy="887697"/>
              <a:chOff x="7935507" y="3976747"/>
              <a:chExt cx="175800" cy="887697"/>
            </a:xfrm>
          </p:grpSpPr>
          <p:sp>
            <p:nvSpPr>
              <p:cNvPr id="7825" name="Google Shape;7825;p39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6" name="Google Shape;7826;p39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7" name="Google Shape;7827;p39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8" name="Google Shape;7828;p39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7829" name="Shape 7829"/>
        <p:cNvGrpSpPr/>
        <p:nvPr/>
      </p:nvGrpSpPr>
      <p:grpSpPr>
        <a:xfrm>
          <a:off x="0" y="0"/>
          <a:ext cx="0" cy="0"/>
          <a:chOff x="0" y="0"/>
          <a:chExt cx="0" cy="0"/>
        </a:xfrm>
      </p:grpSpPr>
      <p:sp>
        <p:nvSpPr>
          <p:cNvPr id="7830" name="Google Shape;7830;p400"/>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31" name="Google Shape;7831;p400"/>
          <p:cNvGrpSpPr/>
          <p:nvPr/>
        </p:nvGrpSpPr>
        <p:grpSpPr>
          <a:xfrm>
            <a:off x="3539353" y="688497"/>
            <a:ext cx="5261204" cy="4003441"/>
            <a:chOff x="3539353" y="688497"/>
            <a:chExt cx="5261204" cy="4003441"/>
          </a:xfrm>
        </p:grpSpPr>
        <p:grpSp>
          <p:nvGrpSpPr>
            <p:cNvPr id="7832" name="Google Shape;7832;p400"/>
            <p:cNvGrpSpPr/>
            <p:nvPr/>
          </p:nvGrpSpPr>
          <p:grpSpPr>
            <a:xfrm flipH="1" rot="10800000">
              <a:off x="8061007" y="688497"/>
              <a:ext cx="739550" cy="887697"/>
              <a:chOff x="7371757" y="3976747"/>
              <a:chExt cx="739550" cy="887697"/>
            </a:xfrm>
          </p:grpSpPr>
          <p:sp>
            <p:nvSpPr>
              <p:cNvPr id="7833" name="Google Shape;7833;p40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4" name="Google Shape;7834;p40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5" name="Google Shape;7835;p40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6" name="Google Shape;7836;p40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7" name="Google Shape;7837;p40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8" name="Google Shape;7838;p40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9" name="Google Shape;7839;p40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0" name="Google Shape;7840;p40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1" name="Google Shape;7841;p40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2" name="Google Shape;7842;p40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3" name="Google Shape;7843;p40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4" name="Google Shape;7844;p40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45" name="Google Shape;7845;p400"/>
            <p:cNvGrpSpPr/>
            <p:nvPr/>
          </p:nvGrpSpPr>
          <p:grpSpPr>
            <a:xfrm>
              <a:off x="3539353" y="4516052"/>
              <a:ext cx="887795" cy="175887"/>
              <a:chOff x="2284850" y="131975"/>
              <a:chExt cx="1720200" cy="340800"/>
            </a:xfrm>
          </p:grpSpPr>
          <p:sp>
            <p:nvSpPr>
              <p:cNvPr id="7846" name="Google Shape;7846;p40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7" name="Google Shape;7847;p40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8" name="Google Shape;7848;p40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9" name="Google Shape;7849;p40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850" name="Google Shape;7850;p400"/>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851" name="Google Shape;7851;p400"/>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52" name="Google Shape;7852;p400"/>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53" name="Google Shape;7853;p400"/>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854" name="Google Shape;7854;p400"/>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855" name="Shape 7855"/>
        <p:cNvGrpSpPr/>
        <p:nvPr/>
      </p:nvGrpSpPr>
      <p:grpSpPr>
        <a:xfrm>
          <a:off x="0" y="0"/>
          <a:ext cx="0" cy="0"/>
          <a:chOff x="0" y="0"/>
          <a:chExt cx="0" cy="0"/>
        </a:xfrm>
      </p:grpSpPr>
      <p:sp>
        <p:nvSpPr>
          <p:cNvPr id="7856" name="Google Shape;7856;p401"/>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57" name="Google Shape;7857;p401"/>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7858" name="Google Shape;7858;p401"/>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7859" name="Google Shape;7859;p401"/>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0" name="Google Shape;7860;p401"/>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861" name="Shape 7861"/>
        <p:cNvGrpSpPr/>
        <p:nvPr/>
      </p:nvGrpSpPr>
      <p:grpSpPr>
        <a:xfrm>
          <a:off x="0" y="0"/>
          <a:ext cx="0" cy="0"/>
          <a:chOff x="0" y="0"/>
          <a:chExt cx="0" cy="0"/>
        </a:xfrm>
      </p:grpSpPr>
      <p:sp>
        <p:nvSpPr>
          <p:cNvPr id="7862" name="Google Shape;7862;p402"/>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63" name="Google Shape;7863;p402"/>
          <p:cNvGrpSpPr/>
          <p:nvPr/>
        </p:nvGrpSpPr>
        <p:grpSpPr>
          <a:xfrm flipH="1">
            <a:off x="7986880" y="4515911"/>
            <a:ext cx="887795" cy="175887"/>
            <a:chOff x="2284850" y="131975"/>
            <a:chExt cx="1720200" cy="340800"/>
          </a:xfrm>
        </p:grpSpPr>
        <p:sp>
          <p:nvSpPr>
            <p:cNvPr id="7864" name="Google Shape;7864;p40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5" name="Google Shape;7865;p40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6" name="Google Shape;7866;p40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7" name="Google Shape;7867;p40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68" name="Google Shape;7868;p402"/>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69" name="Google Shape;7869;p402"/>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70" name="Google Shape;7870;p402"/>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71" name="Google Shape;7871;p402"/>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872" name="Google Shape;7872;p402"/>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873" name="Google Shape;7873;p402"/>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874" name="Google Shape;7874;p402"/>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875" name="Shape 7875"/>
        <p:cNvGrpSpPr/>
        <p:nvPr/>
      </p:nvGrpSpPr>
      <p:grpSpPr>
        <a:xfrm>
          <a:off x="0" y="0"/>
          <a:ext cx="0" cy="0"/>
          <a:chOff x="0" y="0"/>
          <a:chExt cx="0" cy="0"/>
        </a:xfrm>
      </p:grpSpPr>
      <p:sp>
        <p:nvSpPr>
          <p:cNvPr id="7876" name="Google Shape;7876;p40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77" name="Google Shape;7877;p403"/>
          <p:cNvGrpSpPr/>
          <p:nvPr/>
        </p:nvGrpSpPr>
        <p:grpSpPr>
          <a:xfrm>
            <a:off x="269328" y="197352"/>
            <a:ext cx="8249354" cy="3899618"/>
            <a:chOff x="269328" y="197352"/>
            <a:chExt cx="8249354" cy="3899618"/>
          </a:xfrm>
        </p:grpSpPr>
        <p:grpSp>
          <p:nvGrpSpPr>
            <p:cNvPr id="7878" name="Google Shape;7878;p403"/>
            <p:cNvGrpSpPr/>
            <p:nvPr/>
          </p:nvGrpSpPr>
          <p:grpSpPr>
            <a:xfrm>
              <a:off x="8061007" y="3209272"/>
              <a:ext cx="457675" cy="887697"/>
              <a:chOff x="7371757" y="3976747"/>
              <a:chExt cx="457675" cy="887697"/>
            </a:xfrm>
          </p:grpSpPr>
          <p:sp>
            <p:nvSpPr>
              <p:cNvPr id="7879" name="Google Shape;7879;p40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0" name="Google Shape;7880;p40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1" name="Google Shape;7881;p40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2" name="Google Shape;7882;p40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3" name="Google Shape;7883;p40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4" name="Google Shape;7884;p40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5" name="Google Shape;7885;p40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6" name="Google Shape;7886;p40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87" name="Google Shape;7887;p403"/>
            <p:cNvGrpSpPr/>
            <p:nvPr/>
          </p:nvGrpSpPr>
          <p:grpSpPr>
            <a:xfrm>
              <a:off x="269328" y="197352"/>
              <a:ext cx="887795" cy="175887"/>
              <a:chOff x="2284850" y="131975"/>
              <a:chExt cx="1720200" cy="340800"/>
            </a:xfrm>
          </p:grpSpPr>
          <p:sp>
            <p:nvSpPr>
              <p:cNvPr id="7888" name="Google Shape;7888;p40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9" name="Google Shape;7889;p40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0" name="Google Shape;7890;p40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1" name="Google Shape;7891;p40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892" name="Google Shape;7892;p403"/>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893" name="Google Shape;7893;p403"/>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94" name="Google Shape;7894;p403"/>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95" name="Google Shape;7895;p403"/>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96" name="Google Shape;7896;p403"/>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897" name="Google Shape;7897;p403"/>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898" name="Google Shape;7898;p403"/>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899" name="Google Shape;7899;p403"/>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00" name="Google Shape;7900;p403"/>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901" name="Shape 7901"/>
        <p:cNvGrpSpPr/>
        <p:nvPr/>
      </p:nvGrpSpPr>
      <p:grpSpPr>
        <a:xfrm>
          <a:off x="0" y="0"/>
          <a:ext cx="0" cy="0"/>
          <a:chOff x="0" y="0"/>
          <a:chExt cx="0" cy="0"/>
        </a:xfrm>
      </p:grpSpPr>
      <p:sp>
        <p:nvSpPr>
          <p:cNvPr id="7902" name="Google Shape;7902;p404"/>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3" name="Google Shape;7903;p404"/>
          <p:cNvGrpSpPr/>
          <p:nvPr/>
        </p:nvGrpSpPr>
        <p:grpSpPr>
          <a:xfrm flipH="1">
            <a:off x="3091253" y="4774223"/>
            <a:ext cx="887795" cy="175887"/>
            <a:chOff x="2284850" y="131975"/>
            <a:chExt cx="1720200" cy="340800"/>
          </a:xfrm>
        </p:grpSpPr>
        <p:sp>
          <p:nvSpPr>
            <p:cNvPr id="7904" name="Google Shape;7904;p40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5" name="Google Shape;7905;p40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6" name="Google Shape;7906;p40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7" name="Google Shape;7907;p40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08" name="Google Shape;7908;p4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909" name="Google Shape;7909;p404"/>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10" name="Google Shape;7910;p404"/>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11" name="Google Shape;7911;p404"/>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12" name="Google Shape;7912;p404"/>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13" name="Google Shape;7913;p404"/>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14" name="Google Shape;7914;p404"/>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915" name="Google Shape;7915;p404"/>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16" name="Google Shape;7916;p404"/>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17" name="Google Shape;7917;p404"/>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18" name="Google Shape;7918;p404"/>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19" name="Google Shape;7919;p404"/>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20" name="Google Shape;7920;p404"/>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7921" name="Shape 7921"/>
        <p:cNvGrpSpPr/>
        <p:nvPr/>
      </p:nvGrpSpPr>
      <p:grpSpPr>
        <a:xfrm>
          <a:off x="0" y="0"/>
          <a:ext cx="0" cy="0"/>
          <a:chOff x="0" y="0"/>
          <a:chExt cx="0" cy="0"/>
        </a:xfrm>
      </p:grpSpPr>
      <p:sp>
        <p:nvSpPr>
          <p:cNvPr id="7922" name="Google Shape;7922;p405"/>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23" name="Google Shape;7923;p405"/>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7924" name="Google Shape;7924;p405"/>
          <p:cNvGrpSpPr/>
          <p:nvPr/>
        </p:nvGrpSpPr>
        <p:grpSpPr>
          <a:xfrm flipH="1">
            <a:off x="7829752" y="4831427"/>
            <a:ext cx="887795" cy="175887"/>
            <a:chOff x="2284850" y="131975"/>
            <a:chExt cx="1720200" cy="340800"/>
          </a:xfrm>
        </p:grpSpPr>
        <p:sp>
          <p:nvSpPr>
            <p:cNvPr id="7925" name="Google Shape;7925;p40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6" name="Google Shape;7926;p40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7" name="Google Shape;7927;p40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8" name="Google Shape;7928;p40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29" name="Google Shape;7929;p405"/>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30" name="Google Shape;7930;p405"/>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931" name="Google Shape;7931;p405"/>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32" name="Google Shape;7932;p405"/>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933" name="Google Shape;7933;p405"/>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34" name="Google Shape;7934;p405"/>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7935" name="Google Shape;7935;p405"/>
          <p:cNvGrpSpPr/>
          <p:nvPr/>
        </p:nvGrpSpPr>
        <p:grpSpPr>
          <a:xfrm>
            <a:off x="300632" y="445022"/>
            <a:ext cx="958892" cy="887697"/>
            <a:chOff x="272293" y="445022"/>
            <a:chExt cx="958892" cy="887697"/>
          </a:xfrm>
        </p:grpSpPr>
        <p:grpSp>
          <p:nvGrpSpPr>
            <p:cNvPr id="7936" name="Google Shape;7936;p405"/>
            <p:cNvGrpSpPr/>
            <p:nvPr/>
          </p:nvGrpSpPr>
          <p:grpSpPr>
            <a:xfrm rot="10800000">
              <a:off x="272293" y="445022"/>
              <a:ext cx="175800" cy="887697"/>
              <a:chOff x="7935507" y="3976747"/>
              <a:chExt cx="175800" cy="887697"/>
            </a:xfrm>
          </p:grpSpPr>
          <p:sp>
            <p:nvSpPr>
              <p:cNvPr id="7937" name="Google Shape;7937;p40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8" name="Google Shape;7938;p40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9" name="Google Shape;7939;p40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0" name="Google Shape;7940;p40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1" name="Google Shape;7941;p405"/>
            <p:cNvGrpSpPr/>
            <p:nvPr/>
          </p:nvGrpSpPr>
          <p:grpSpPr>
            <a:xfrm rot="10800000">
              <a:off x="533323" y="445022"/>
              <a:ext cx="175800" cy="887697"/>
              <a:chOff x="7935507" y="3976747"/>
              <a:chExt cx="175800" cy="887697"/>
            </a:xfrm>
          </p:grpSpPr>
          <p:sp>
            <p:nvSpPr>
              <p:cNvPr id="7942" name="Google Shape;7942;p40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3" name="Google Shape;7943;p40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4" name="Google Shape;7944;p40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5" name="Google Shape;7945;p40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6" name="Google Shape;7946;p405"/>
            <p:cNvGrpSpPr/>
            <p:nvPr/>
          </p:nvGrpSpPr>
          <p:grpSpPr>
            <a:xfrm rot="10800000">
              <a:off x="794354" y="445022"/>
              <a:ext cx="175800" cy="887697"/>
              <a:chOff x="7935507" y="3976747"/>
              <a:chExt cx="175800" cy="887697"/>
            </a:xfrm>
          </p:grpSpPr>
          <p:sp>
            <p:nvSpPr>
              <p:cNvPr id="7947" name="Google Shape;7947;p40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8" name="Google Shape;7948;p40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9" name="Google Shape;7949;p40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0" name="Google Shape;7950;p40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1" name="Google Shape;7951;p405"/>
            <p:cNvGrpSpPr/>
            <p:nvPr/>
          </p:nvGrpSpPr>
          <p:grpSpPr>
            <a:xfrm rot="10800000">
              <a:off x="1055385" y="445022"/>
              <a:ext cx="175800" cy="887697"/>
              <a:chOff x="7935507" y="3976747"/>
              <a:chExt cx="175800" cy="887697"/>
            </a:xfrm>
          </p:grpSpPr>
          <p:sp>
            <p:nvSpPr>
              <p:cNvPr id="7952" name="Google Shape;7952;p405"/>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3" name="Google Shape;7953;p405"/>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4" name="Google Shape;7954;p405"/>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5" name="Google Shape;7955;p405"/>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7956" name="Shape 7956"/>
        <p:cNvGrpSpPr/>
        <p:nvPr/>
      </p:nvGrpSpPr>
      <p:grpSpPr>
        <a:xfrm>
          <a:off x="0" y="0"/>
          <a:ext cx="0" cy="0"/>
          <a:chOff x="0" y="0"/>
          <a:chExt cx="0" cy="0"/>
        </a:xfrm>
      </p:grpSpPr>
      <p:cxnSp>
        <p:nvCxnSpPr>
          <p:cNvPr id="7957" name="Google Shape;7957;p406"/>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7958" name="Google Shape;7958;p406"/>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59" name="Google Shape;7959;p406"/>
          <p:cNvGrpSpPr/>
          <p:nvPr/>
        </p:nvGrpSpPr>
        <p:grpSpPr>
          <a:xfrm flipH="1">
            <a:off x="896577" y="269148"/>
            <a:ext cx="887795" cy="175887"/>
            <a:chOff x="2284850" y="131975"/>
            <a:chExt cx="1720200" cy="340800"/>
          </a:xfrm>
        </p:grpSpPr>
        <p:sp>
          <p:nvSpPr>
            <p:cNvPr id="7960" name="Google Shape;7960;p40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1" name="Google Shape;7961;p40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2" name="Google Shape;7962;p40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3" name="Google Shape;7963;p40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64" name="Google Shape;7964;p406"/>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65" name="Google Shape;7965;p406"/>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966" name="Google Shape;7966;p406"/>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967" name="Google Shape;7967;p406"/>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68" name="Google Shape;7968;p406"/>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969" name="Google Shape;7969;p406"/>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970" name="Google Shape;7970;p406"/>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971" name="Google Shape;7971;p406"/>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7972" name="Google Shape;7972;p406"/>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973" name="Google Shape;7973;p406"/>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974" name="Shape 7974"/>
        <p:cNvGrpSpPr/>
        <p:nvPr/>
      </p:nvGrpSpPr>
      <p:grpSpPr>
        <a:xfrm>
          <a:off x="0" y="0"/>
          <a:ext cx="0" cy="0"/>
          <a:chOff x="0" y="0"/>
          <a:chExt cx="0" cy="0"/>
        </a:xfrm>
      </p:grpSpPr>
      <p:sp>
        <p:nvSpPr>
          <p:cNvPr id="7975" name="Google Shape;7975;p407"/>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76" name="Google Shape;7976;p407"/>
          <p:cNvGrpSpPr/>
          <p:nvPr/>
        </p:nvGrpSpPr>
        <p:grpSpPr>
          <a:xfrm flipH="1">
            <a:off x="754543" y="777996"/>
            <a:ext cx="739550" cy="1877049"/>
            <a:chOff x="7691232" y="2709546"/>
            <a:chExt cx="739550" cy="1877049"/>
          </a:xfrm>
        </p:grpSpPr>
        <p:grpSp>
          <p:nvGrpSpPr>
            <p:cNvPr id="7977" name="Google Shape;7977;p407"/>
            <p:cNvGrpSpPr/>
            <p:nvPr/>
          </p:nvGrpSpPr>
          <p:grpSpPr>
            <a:xfrm>
              <a:off x="7691232" y="3698897"/>
              <a:ext cx="739550" cy="887697"/>
              <a:chOff x="7371757" y="3976747"/>
              <a:chExt cx="739550" cy="887697"/>
            </a:xfrm>
          </p:grpSpPr>
          <p:sp>
            <p:nvSpPr>
              <p:cNvPr id="7978" name="Google Shape;7978;p40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9" name="Google Shape;7979;p40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0" name="Google Shape;7980;p40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1" name="Google Shape;7981;p40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2" name="Google Shape;7982;p40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3" name="Google Shape;7983;p40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4" name="Google Shape;7984;p40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5" name="Google Shape;7985;p40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6" name="Google Shape;7986;p40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7" name="Google Shape;7987;p40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8" name="Google Shape;7988;p40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9" name="Google Shape;7989;p40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0" name="Google Shape;7990;p407"/>
            <p:cNvGrpSpPr/>
            <p:nvPr/>
          </p:nvGrpSpPr>
          <p:grpSpPr>
            <a:xfrm>
              <a:off x="7691232" y="2709546"/>
              <a:ext cx="739550" cy="887697"/>
              <a:chOff x="7371757" y="3976747"/>
              <a:chExt cx="739550" cy="887697"/>
            </a:xfrm>
          </p:grpSpPr>
          <p:sp>
            <p:nvSpPr>
              <p:cNvPr id="7991" name="Google Shape;7991;p40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2" name="Google Shape;7992;p40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3" name="Google Shape;7993;p40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4" name="Google Shape;7994;p40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5" name="Google Shape;7995;p40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6" name="Google Shape;7996;p40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7" name="Google Shape;7997;p40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8" name="Google Shape;7998;p40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9" name="Google Shape;7999;p40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0" name="Google Shape;8000;p40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1" name="Google Shape;8001;p40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2" name="Google Shape;8002;p40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03" name="Google Shape;8003;p407"/>
          <p:cNvGrpSpPr/>
          <p:nvPr/>
        </p:nvGrpSpPr>
        <p:grpSpPr>
          <a:xfrm flipH="1">
            <a:off x="3391227" y="4753102"/>
            <a:ext cx="887795" cy="175887"/>
            <a:chOff x="2284850" y="131975"/>
            <a:chExt cx="1720200" cy="340800"/>
          </a:xfrm>
        </p:grpSpPr>
        <p:sp>
          <p:nvSpPr>
            <p:cNvPr id="8004" name="Google Shape;8004;p40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5" name="Google Shape;8005;p40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6" name="Google Shape;8006;p40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7" name="Google Shape;8007;p40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08" name="Google Shape;8008;p407"/>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8009" name="Google Shape;8009;p407"/>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10" name="Google Shape;8010;p407"/>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011" name="Shape 8011"/>
        <p:cNvGrpSpPr/>
        <p:nvPr/>
      </p:nvGrpSpPr>
      <p:grpSpPr>
        <a:xfrm>
          <a:off x="0" y="0"/>
          <a:ext cx="0" cy="0"/>
          <a:chOff x="0" y="0"/>
          <a:chExt cx="0" cy="0"/>
        </a:xfrm>
      </p:grpSpPr>
      <p:cxnSp>
        <p:nvCxnSpPr>
          <p:cNvPr id="8012" name="Google Shape;8012;p408"/>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8013" name="Google Shape;8013;p408"/>
          <p:cNvGrpSpPr/>
          <p:nvPr/>
        </p:nvGrpSpPr>
        <p:grpSpPr>
          <a:xfrm>
            <a:off x="269328" y="3823073"/>
            <a:ext cx="887795" cy="175887"/>
            <a:chOff x="-5191947" y="7177654"/>
            <a:chExt cx="1720200" cy="340800"/>
          </a:xfrm>
        </p:grpSpPr>
        <p:sp>
          <p:nvSpPr>
            <p:cNvPr id="8014" name="Google Shape;8014;p408"/>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5" name="Google Shape;8015;p408"/>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6" name="Google Shape;8016;p408"/>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7" name="Google Shape;8017;p408"/>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18" name="Google Shape;8018;p408"/>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019" name="Shape 8019"/>
        <p:cNvGrpSpPr/>
        <p:nvPr/>
      </p:nvGrpSpPr>
      <p:grpSpPr>
        <a:xfrm>
          <a:off x="0" y="0"/>
          <a:ext cx="0" cy="0"/>
          <a:chOff x="0" y="0"/>
          <a:chExt cx="0" cy="0"/>
        </a:xfrm>
      </p:grpSpPr>
      <p:cxnSp>
        <p:nvCxnSpPr>
          <p:cNvPr id="8020" name="Google Shape;8020;p409"/>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8021" name="Google Shape;8021;p409"/>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22" name="Google Shape;8022;p409"/>
          <p:cNvGrpSpPr/>
          <p:nvPr/>
        </p:nvGrpSpPr>
        <p:grpSpPr>
          <a:xfrm>
            <a:off x="1553061" y="1633371"/>
            <a:ext cx="3369104" cy="3282565"/>
            <a:chOff x="1553061" y="1633371"/>
            <a:chExt cx="3369104" cy="3282565"/>
          </a:xfrm>
        </p:grpSpPr>
        <p:grpSp>
          <p:nvGrpSpPr>
            <p:cNvPr id="8023" name="Google Shape;8023;p409"/>
            <p:cNvGrpSpPr/>
            <p:nvPr/>
          </p:nvGrpSpPr>
          <p:grpSpPr>
            <a:xfrm rot="10800000">
              <a:off x="1553061" y="1633371"/>
              <a:ext cx="457675" cy="1877049"/>
              <a:chOff x="7973107" y="2709546"/>
              <a:chExt cx="457675" cy="1877049"/>
            </a:xfrm>
          </p:grpSpPr>
          <p:grpSp>
            <p:nvGrpSpPr>
              <p:cNvPr id="8024" name="Google Shape;8024;p409"/>
              <p:cNvGrpSpPr/>
              <p:nvPr/>
            </p:nvGrpSpPr>
            <p:grpSpPr>
              <a:xfrm>
                <a:off x="7973107" y="3698897"/>
                <a:ext cx="457675" cy="887697"/>
                <a:chOff x="7653632" y="3976747"/>
                <a:chExt cx="457675" cy="887697"/>
              </a:xfrm>
            </p:grpSpPr>
            <p:sp>
              <p:nvSpPr>
                <p:cNvPr id="8025" name="Google Shape;8025;p40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6" name="Google Shape;8026;p40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7" name="Google Shape;8027;p40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8" name="Google Shape;8028;p40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9" name="Google Shape;8029;p40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0" name="Google Shape;8030;p40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1" name="Google Shape;8031;p40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2" name="Google Shape;8032;p40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3" name="Google Shape;8033;p409"/>
              <p:cNvGrpSpPr/>
              <p:nvPr/>
            </p:nvGrpSpPr>
            <p:grpSpPr>
              <a:xfrm>
                <a:off x="7973107" y="2709546"/>
                <a:ext cx="457675" cy="887697"/>
                <a:chOff x="7653632" y="3976747"/>
                <a:chExt cx="457675" cy="887697"/>
              </a:xfrm>
            </p:grpSpPr>
            <p:sp>
              <p:nvSpPr>
                <p:cNvPr id="8034" name="Google Shape;8034;p409"/>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5" name="Google Shape;8035;p409"/>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6" name="Google Shape;8036;p409"/>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7" name="Google Shape;8037;p409"/>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8" name="Google Shape;8038;p40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9" name="Google Shape;8039;p40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0" name="Google Shape;8040;p40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1" name="Google Shape;8041;p40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42" name="Google Shape;8042;p409"/>
            <p:cNvGrpSpPr/>
            <p:nvPr/>
          </p:nvGrpSpPr>
          <p:grpSpPr>
            <a:xfrm flipH="1">
              <a:off x="4034370" y="4740048"/>
              <a:ext cx="887795" cy="175887"/>
              <a:chOff x="-5191947" y="7177654"/>
              <a:chExt cx="1720200" cy="340800"/>
            </a:xfrm>
          </p:grpSpPr>
          <p:sp>
            <p:nvSpPr>
              <p:cNvPr id="8043" name="Google Shape;8043;p409"/>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4" name="Google Shape;8044;p409"/>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5" name="Google Shape;8045;p409"/>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6" name="Google Shape;8046;p409"/>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050" name="Shape 8050"/>
        <p:cNvGrpSpPr/>
        <p:nvPr/>
      </p:nvGrpSpPr>
      <p:grpSpPr>
        <a:xfrm>
          <a:off x="0" y="0"/>
          <a:ext cx="0" cy="0"/>
          <a:chOff x="0" y="0"/>
          <a:chExt cx="0" cy="0"/>
        </a:xfrm>
      </p:grpSpPr>
      <p:sp>
        <p:nvSpPr>
          <p:cNvPr id="8051" name="Google Shape;8051;p411"/>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49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8052" name="Google Shape;8052;p411"/>
          <p:cNvSpPr txBox="1"/>
          <p:nvPr>
            <p:ph idx="1" type="subTitle"/>
          </p:nvPr>
        </p:nvSpPr>
        <p:spPr>
          <a:xfrm>
            <a:off x="713213" y="3847733"/>
            <a:ext cx="4777500" cy="3975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053" name="Google Shape;8053;p41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54" name="Google Shape;8054;p411"/>
          <p:cNvGrpSpPr/>
          <p:nvPr/>
        </p:nvGrpSpPr>
        <p:grpSpPr>
          <a:xfrm>
            <a:off x="7371757" y="3976747"/>
            <a:ext cx="739550" cy="887697"/>
            <a:chOff x="7371757" y="3976747"/>
            <a:chExt cx="739550" cy="887697"/>
          </a:xfrm>
        </p:grpSpPr>
        <p:sp>
          <p:nvSpPr>
            <p:cNvPr id="8055" name="Google Shape;8055;p41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6" name="Google Shape;8056;p41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7" name="Google Shape;8057;p41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8" name="Google Shape;8058;p41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9" name="Google Shape;8059;p41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0" name="Google Shape;8060;p41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1" name="Google Shape;8061;p41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2" name="Google Shape;8062;p41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3" name="Google Shape;8063;p411"/>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4" name="Google Shape;8064;p411"/>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5" name="Google Shape;8065;p411"/>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6" name="Google Shape;8066;p411"/>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67" name="Shape 8067"/>
        <p:cNvGrpSpPr/>
        <p:nvPr/>
      </p:nvGrpSpPr>
      <p:grpSpPr>
        <a:xfrm>
          <a:off x="0" y="0"/>
          <a:ext cx="0" cy="0"/>
          <a:chOff x="0" y="0"/>
          <a:chExt cx="0" cy="0"/>
        </a:xfrm>
      </p:grpSpPr>
      <p:sp>
        <p:nvSpPr>
          <p:cNvPr id="8068" name="Google Shape;8068;p412"/>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069" name="Google Shape;8069;p412"/>
          <p:cNvSpPr txBox="1"/>
          <p:nvPr>
            <p:ph hasCustomPrompt="1" idx="2" type="title"/>
          </p:nvPr>
        </p:nvSpPr>
        <p:spPr>
          <a:xfrm>
            <a:off x="857150" y="977850"/>
            <a:ext cx="1463100" cy="88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070" name="Google Shape;8070;p412"/>
          <p:cNvSpPr txBox="1"/>
          <p:nvPr>
            <p:ph idx="1" type="subTitle"/>
          </p:nvPr>
        </p:nvSpPr>
        <p:spPr>
          <a:xfrm>
            <a:off x="764175" y="3181050"/>
            <a:ext cx="42789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071" name="Google Shape;8071;p412"/>
          <p:cNvSpPr/>
          <p:nvPr/>
        </p:nvSpPr>
        <p:spPr>
          <a:xfrm flipH="1">
            <a:off x="5298300"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72" name="Google Shape;8072;p412"/>
          <p:cNvGrpSpPr/>
          <p:nvPr/>
        </p:nvGrpSpPr>
        <p:grpSpPr>
          <a:xfrm flipH="1" rot="10800000">
            <a:off x="6851382" y="1633371"/>
            <a:ext cx="457675" cy="1877049"/>
            <a:chOff x="7691232" y="2709546"/>
            <a:chExt cx="457675" cy="1877049"/>
          </a:xfrm>
        </p:grpSpPr>
        <p:grpSp>
          <p:nvGrpSpPr>
            <p:cNvPr id="8073" name="Google Shape;8073;p412"/>
            <p:cNvGrpSpPr/>
            <p:nvPr/>
          </p:nvGrpSpPr>
          <p:grpSpPr>
            <a:xfrm>
              <a:off x="7691232" y="3698897"/>
              <a:ext cx="457675" cy="887697"/>
              <a:chOff x="7371757" y="3976747"/>
              <a:chExt cx="457675" cy="887697"/>
            </a:xfrm>
          </p:grpSpPr>
          <p:sp>
            <p:nvSpPr>
              <p:cNvPr id="8074" name="Google Shape;8074;p41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5" name="Google Shape;8075;p41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6" name="Google Shape;8076;p41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7" name="Google Shape;8077;p41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8" name="Google Shape;8078;p41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9" name="Google Shape;8079;p41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0" name="Google Shape;8080;p41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1" name="Google Shape;8081;p41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2" name="Google Shape;8082;p412"/>
            <p:cNvGrpSpPr/>
            <p:nvPr/>
          </p:nvGrpSpPr>
          <p:grpSpPr>
            <a:xfrm>
              <a:off x="7691232" y="2709546"/>
              <a:ext cx="457675" cy="887697"/>
              <a:chOff x="7371757" y="3976747"/>
              <a:chExt cx="457675" cy="887697"/>
            </a:xfrm>
          </p:grpSpPr>
          <p:sp>
            <p:nvSpPr>
              <p:cNvPr id="8083" name="Google Shape;8083;p41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4" name="Google Shape;8084;p41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5" name="Google Shape;8085;p41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6" name="Google Shape;8086;p41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7" name="Google Shape;8087;p41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8" name="Google Shape;8088;p41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9" name="Google Shape;8089;p41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0" name="Google Shape;8090;p41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91" name="Shape 8091"/>
        <p:cNvGrpSpPr/>
        <p:nvPr/>
      </p:nvGrpSpPr>
      <p:grpSpPr>
        <a:xfrm>
          <a:off x="0" y="0"/>
          <a:ext cx="0" cy="0"/>
          <a:chOff x="0" y="0"/>
          <a:chExt cx="0" cy="0"/>
        </a:xfrm>
      </p:grpSpPr>
      <p:sp>
        <p:nvSpPr>
          <p:cNvPr id="8092" name="Google Shape;8092;p413"/>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93" name="Google Shape;8093;p413"/>
          <p:cNvSpPr txBox="1"/>
          <p:nvPr>
            <p:ph idx="1" type="body"/>
          </p:nvPr>
        </p:nvSpPr>
        <p:spPr>
          <a:xfrm>
            <a:off x="720000" y="1136125"/>
            <a:ext cx="6409200" cy="3468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2"/>
              </a:buClr>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cxnSp>
        <p:nvCxnSpPr>
          <p:cNvPr id="8094" name="Google Shape;8094;p413"/>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8095" name="Google Shape;8095;p41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96" name="Google Shape;8096;p413"/>
          <p:cNvGrpSpPr/>
          <p:nvPr/>
        </p:nvGrpSpPr>
        <p:grpSpPr>
          <a:xfrm>
            <a:off x="1202653" y="2683622"/>
            <a:ext cx="6827579" cy="2242691"/>
            <a:chOff x="1202653" y="2683622"/>
            <a:chExt cx="6827579" cy="2242691"/>
          </a:xfrm>
        </p:grpSpPr>
        <p:grpSp>
          <p:nvGrpSpPr>
            <p:cNvPr id="8097" name="Google Shape;8097;p413"/>
            <p:cNvGrpSpPr/>
            <p:nvPr/>
          </p:nvGrpSpPr>
          <p:grpSpPr>
            <a:xfrm>
              <a:off x="7854432" y="2683622"/>
              <a:ext cx="175800" cy="887697"/>
              <a:chOff x="7371757" y="3976747"/>
              <a:chExt cx="175800" cy="887697"/>
            </a:xfrm>
          </p:grpSpPr>
          <p:sp>
            <p:nvSpPr>
              <p:cNvPr id="8098" name="Google Shape;8098;p41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9" name="Google Shape;8099;p41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0" name="Google Shape;8100;p41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1" name="Google Shape;8101;p41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02" name="Google Shape;8102;p413"/>
            <p:cNvGrpSpPr/>
            <p:nvPr/>
          </p:nvGrpSpPr>
          <p:grpSpPr>
            <a:xfrm>
              <a:off x="1202653" y="4750427"/>
              <a:ext cx="887795" cy="175887"/>
              <a:chOff x="2284850" y="131975"/>
              <a:chExt cx="1720200" cy="340800"/>
            </a:xfrm>
          </p:grpSpPr>
          <p:sp>
            <p:nvSpPr>
              <p:cNvPr id="8103" name="Google Shape;8103;p41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4" name="Google Shape;8104;p41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5" name="Google Shape;8105;p41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6" name="Google Shape;8106;p41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07" name="Shape 8107"/>
        <p:cNvGrpSpPr/>
        <p:nvPr/>
      </p:nvGrpSpPr>
      <p:grpSpPr>
        <a:xfrm>
          <a:off x="0" y="0"/>
          <a:ext cx="0" cy="0"/>
          <a:chOff x="0" y="0"/>
          <a:chExt cx="0" cy="0"/>
        </a:xfrm>
      </p:grpSpPr>
      <p:sp>
        <p:nvSpPr>
          <p:cNvPr id="8108" name="Google Shape;8108;p414"/>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09" name="Google Shape;8109;p414"/>
          <p:cNvGrpSpPr/>
          <p:nvPr/>
        </p:nvGrpSpPr>
        <p:grpSpPr>
          <a:xfrm>
            <a:off x="5956178" y="1566397"/>
            <a:ext cx="2637804" cy="3321791"/>
            <a:chOff x="5956178" y="1566397"/>
            <a:chExt cx="2637804" cy="3321791"/>
          </a:xfrm>
        </p:grpSpPr>
        <p:grpSp>
          <p:nvGrpSpPr>
            <p:cNvPr id="8110" name="Google Shape;8110;p414"/>
            <p:cNvGrpSpPr/>
            <p:nvPr/>
          </p:nvGrpSpPr>
          <p:grpSpPr>
            <a:xfrm flipH="1" rot="10800000">
              <a:off x="7854432" y="1566397"/>
              <a:ext cx="739550" cy="887697"/>
              <a:chOff x="7371757" y="3976747"/>
              <a:chExt cx="739550" cy="887697"/>
            </a:xfrm>
          </p:grpSpPr>
          <p:sp>
            <p:nvSpPr>
              <p:cNvPr id="8111" name="Google Shape;8111;p414"/>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2" name="Google Shape;8112;p414"/>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3" name="Google Shape;8113;p414"/>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4" name="Google Shape;8114;p414"/>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5" name="Google Shape;8115;p414"/>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6" name="Google Shape;8116;p414"/>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7" name="Google Shape;8117;p414"/>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8" name="Google Shape;8118;p414"/>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9" name="Google Shape;8119;p414"/>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0" name="Google Shape;8120;p414"/>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1" name="Google Shape;8121;p414"/>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2" name="Google Shape;8122;p414"/>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23" name="Google Shape;8123;p414"/>
            <p:cNvGrpSpPr/>
            <p:nvPr/>
          </p:nvGrpSpPr>
          <p:grpSpPr>
            <a:xfrm>
              <a:off x="5956178" y="4712302"/>
              <a:ext cx="887795" cy="175887"/>
              <a:chOff x="2284850" y="131975"/>
              <a:chExt cx="1720200" cy="340800"/>
            </a:xfrm>
          </p:grpSpPr>
          <p:sp>
            <p:nvSpPr>
              <p:cNvPr id="8124" name="Google Shape;8124;p41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5" name="Google Shape;8125;p41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6" name="Google Shape;8126;p41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7" name="Google Shape;8127;p41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128" name="Google Shape;8128;p414"/>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129" name="Google Shape;8129;p414"/>
          <p:cNvSpPr txBox="1"/>
          <p:nvPr>
            <p:ph idx="1" type="subTitle"/>
          </p:nvPr>
        </p:nvSpPr>
        <p:spPr>
          <a:xfrm>
            <a:off x="4185434"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30" name="Google Shape;8130;p414"/>
          <p:cNvSpPr txBox="1"/>
          <p:nvPr>
            <p:ph idx="2" type="subTitle"/>
          </p:nvPr>
        </p:nvSpPr>
        <p:spPr>
          <a:xfrm>
            <a:off x="713450" y="3627074"/>
            <a:ext cx="2505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31" name="Google Shape;8131;p414"/>
          <p:cNvSpPr txBox="1"/>
          <p:nvPr>
            <p:ph idx="3" type="subTitle"/>
          </p:nvPr>
        </p:nvSpPr>
        <p:spPr>
          <a:xfrm>
            <a:off x="41854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32" name="Google Shape;8132;p414"/>
          <p:cNvSpPr txBox="1"/>
          <p:nvPr>
            <p:ph idx="4" type="subTitle"/>
          </p:nvPr>
        </p:nvSpPr>
        <p:spPr>
          <a:xfrm>
            <a:off x="713225" y="3112975"/>
            <a:ext cx="2505600" cy="514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33" name="Shape 8133"/>
        <p:cNvGrpSpPr/>
        <p:nvPr/>
      </p:nvGrpSpPr>
      <p:grpSpPr>
        <a:xfrm>
          <a:off x="0" y="0"/>
          <a:ext cx="0" cy="0"/>
          <a:chOff x="0" y="0"/>
          <a:chExt cx="0" cy="0"/>
        </a:xfrm>
      </p:grpSpPr>
      <p:sp>
        <p:nvSpPr>
          <p:cNvPr id="8134" name="Google Shape;8134;p4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8135" name="Google Shape;8135;p415"/>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8136" name="Google Shape;8136;p415"/>
          <p:cNvSpPr/>
          <p:nvPr/>
        </p:nvSpPr>
        <p:spPr>
          <a:xfrm>
            <a:off x="-20657"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7" name="Google Shape;8137;p415"/>
          <p:cNvGrpSpPr/>
          <p:nvPr/>
        </p:nvGrpSpPr>
        <p:grpSpPr>
          <a:xfrm flipH="1">
            <a:off x="7966220" y="186773"/>
            <a:ext cx="887795" cy="175887"/>
            <a:chOff x="2284850" y="131975"/>
            <a:chExt cx="1720200" cy="340800"/>
          </a:xfrm>
        </p:grpSpPr>
        <p:sp>
          <p:nvSpPr>
            <p:cNvPr id="8138" name="Google Shape;8138;p41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9" name="Google Shape;8139;p41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0" name="Google Shape;8140;p41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1" name="Google Shape;8141;p41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42" name="Shape 8142"/>
        <p:cNvGrpSpPr/>
        <p:nvPr/>
      </p:nvGrpSpPr>
      <p:grpSpPr>
        <a:xfrm>
          <a:off x="0" y="0"/>
          <a:ext cx="0" cy="0"/>
          <a:chOff x="0" y="0"/>
          <a:chExt cx="0" cy="0"/>
        </a:xfrm>
      </p:grpSpPr>
      <p:sp>
        <p:nvSpPr>
          <p:cNvPr id="8143" name="Google Shape;8143;p416"/>
          <p:cNvSpPr txBox="1"/>
          <p:nvPr>
            <p:ph type="title"/>
          </p:nvPr>
        </p:nvSpPr>
        <p:spPr>
          <a:xfrm>
            <a:off x="720000" y="439534"/>
            <a:ext cx="5218800" cy="1255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144" name="Google Shape;8144;p416"/>
          <p:cNvSpPr txBox="1"/>
          <p:nvPr>
            <p:ph idx="1" type="subTitle"/>
          </p:nvPr>
        </p:nvSpPr>
        <p:spPr>
          <a:xfrm>
            <a:off x="720000" y="1694809"/>
            <a:ext cx="5218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8145" name="Google Shape;8145;p416"/>
          <p:cNvSpPr/>
          <p:nvPr/>
        </p:nvSpPr>
        <p:spPr>
          <a:xfrm flipH="1">
            <a:off x="7004400" y="150"/>
            <a:ext cx="21396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46" name="Google Shape;8146;p416"/>
          <p:cNvGrpSpPr/>
          <p:nvPr/>
        </p:nvGrpSpPr>
        <p:grpSpPr>
          <a:xfrm>
            <a:off x="269328" y="716196"/>
            <a:ext cx="8517204" cy="3970118"/>
            <a:chOff x="269328" y="716196"/>
            <a:chExt cx="8517204" cy="3970118"/>
          </a:xfrm>
        </p:grpSpPr>
        <p:grpSp>
          <p:nvGrpSpPr>
            <p:cNvPr id="8147" name="Google Shape;8147;p416"/>
            <p:cNvGrpSpPr/>
            <p:nvPr/>
          </p:nvGrpSpPr>
          <p:grpSpPr>
            <a:xfrm>
              <a:off x="8328857" y="716196"/>
              <a:ext cx="457675" cy="1877049"/>
              <a:chOff x="7691232" y="2709546"/>
              <a:chExt cx="457675" cy="1877049"/>
            </a:xfrm>
          </p:grpSpPr>
          <p:grpSp>
            <p:nvGrpSpPr>
              <p:cNvPr id="8148" name="Google Shape;8148;p416"/>
              <p:cNvGrpSpPr/>
              <p:nvPr/>
            </p:nvGrpSpPr>
            <p:grpSpPr>
              <a:xfrm>
                <a:off x="7691232" y="3698897"/>
                <a:ext cx="457675" cy="887697"/>
                <a:chOff x="7371757" y="3976747"/>
                <a:chExt cx="457675" cy="887697"/>
              </a:xfrm>
            </p:grpSpPr>
            <p:sp>
              <p:nvSpPr>
                <p:cNvPr id="8149" name="Google Shape;8149;p41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0" name="Google Shape;8150;p41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1" name="Google Shape;8151;p41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2" name="Google Shape;8152;p41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3" name="Google Shape;8153;p41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4" name="Google Shape;8154;p41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5" name="Google Shape;8155;p41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6" name="Google Shape;8156;p41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7" name="Google Shape;8157;p416"/>
              <p:cNvGrpSpPr/>
              <p:nvPr/>
            </p:nvGrpSpPr>
            <p:grpSpPr>
              <a:xfrm>
                <a:off x="7691232" y="2709546"/>
                <a:ext cx="457675" cy="887697"/>
                <a:chOff x="7371757" y="3976747"/>
                <a:chExt cx="457675" cy="887697"/>
              </a:xfrm>
            </p:grpSpPr>
            <p:sp>
              <p:nvSpPr>
                <p:cNvPr id="8158" name="Google Shape;8158;p41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9" name="Google Shape;8159;p41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0" name="Google Shape;8160;p41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1" name="Google Shape;8161;p41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2" name="Google Shape;8162;p41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3" name="Google Shape;8163;p41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4" name="Google Shape;8164;p41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5" name="Google Shape;8165;p41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66" name="Google Shape;8166;p416"/>
            <p:cNvGrpSpPr/>
            <p:nvPr/>
          </p:nvGrpSpPr>
          <p:grpSpPr>
            <a:xfrm>
              <a:off x="269328" y="4510427"/>
              <a:ext cx="887795" cy="175887"/>
              <a:chOff x="2284850" y="131975"/>
              <a:chExt cx="1720200" cy="340800"/>
            </a:xfrm>
          </p:grpSpPr>
          <p:sp>
            <p:nvSpPr>
              <p:cNvPr id="8167" name="Google Shape;8167;p41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8" name="Google Shape;8168;p41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9" name="Google Shape;8169;p41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0" name="Google Shape;8170;p41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171" name="Shape 8171"/>
        <p:cNvGrpSpPr/>
        <p:nvPr/>
      </p:nvGrpSpPr>
      <p:grpSpPr>
        <a:xfrm>
          <a:off x="0" y="0"/>
          <a:ext cx="0" cy="0"/>
          <a:chOff x="0" y="0"/>
          <a:chExt cx="0" cy="0"/>
        </a:xfrm>
      </p:grpSpPr>
      <p:sp>
        <p:nvSpPr>
          <p:cNvPr id="8172" name="Google Shape;8172;p417"/>
          <p:cNvSpPr/>
          <p:nvPr/>
        </p:nvSpPr>
        <p:spPr>
          <a:xfrm flipH="1">
            <a:off x="6980700" y="150"/>
            <a:ext cx="2163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3" name="Google Shape;8173;p417"/>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8174" name="Google Shape;8174;p417"/>
          <p:cNvGrpSpPr/>
          <p:nvPr/>
        </p:nvGrpSpPr>
        <p:grpSpPr>
          <a:xfrm>
            <a:off x="7683925" y="745396"/>
            <a:ext cx="745132" cy="1877049"/>
            <a:chOff x="7580032" y="910721"/>
            <a:chExt cx="745132" cy="1877049"/>
          </a:xfrm>
        </p:grpSpPr>
        <p:grpSp>
          <p:nvGrpSpPr>
            <p:cNvPr id="8175" name="Google Shape;8175;p417"/>
            <p:cNvGrpSpPr/>
            <p:nvPr/>
          </p:nvGrpSpPr>
          <p:grpSpPr>
            <a:xfrm flipH="1" rot="10800000">
              <a:off x="7580032" y="910721"/>
              <a:ext cx="175800" cy="1877049"/>
              <a:chOff x="7691232" y="2709546"/>
              <a:chExt cx="175800" cy="1877049"/>
            </a:xfrm>
          </p:grpSpPr>
          <p:grpSp>
            <p:nvGrpSpPr>
              <p:cNvPr id="8176" name="Google Shape;8176;p417"/>
              <p:cNvGrpSpPr/>
              <p:nvPr/>
            </p:nvGrpSpPr>
            <p:grpSpPr>
              <a:xfrm>
                <a:off x="7691232" y="3698897"/>
                <a:ext cx="175800" cy="887697"/>
                <a:chOff x="7371757" y="3976747"/>
                <a:chExt cx="175800" cy="887697"/>
              </a:xfrm>
            </p:grpSpPr>
            <p:sp>
              <p:nvSpPr>
                <p:cNvPr id="8177" name="Google Shape;8177;p41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8" name="Google Shape;8178;p41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9" name="Google Shape;8179;p41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0" name="Google Shape;8180;p41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81" name="Google Shape;8181;p417"/>
              <p:cNvGrpSpPr/>
              <p:nvPr/>
            </p:nvGrpSpPr>
            <p:grpSpPr>
              <a:xfrm>
                <a:off x="7691232" y="2709546"/>
                <a:ext cx="175800" cy="887697"/>
                <a:chOff x="7371757" y="3976747"/>
                <a:chExt cx="175800" cy="887697"/>
              </a:xfrm>
            </p:grpSpPr>
            <p:sp>
              <p:nvSpPr>
                <p:cNvPr id="8182" name="Google Shape;8182;p41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3" name="Google Shape;8183;p41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4" name="Google Shape;8184;p41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5" name="Google Shape;8185;p41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86" name="Google Shape;8186;p417"/>
            <p:cNvGrpSpPr/>
            <p:nvPr/>
          </p:nvGrpSpPr>
          <p:grpSpPr>
            <a:xfrm flipH="1" rot="10800000">
              <a:off x="7867490" y="910721"/>
              <a:ext cx="457675" cy="1877049"/>
              <a:chOff x="7691232" y="2709546"/>
              <a:chExt cx="457675" cy="1877049"/>
            </a:xfrm>
          </p:grpSpPr>
          <p:grpSp>
            <p:nvGrpSpPr>
              <p:cNvPr id="8187" name="Google Shape;8187;p417"/>
              <p:cNvGrpSpPr/>
              <p:nvPr/>
            </p:nvGrpSpPr>
            <p:grpSpPr>
              <a:xfrm>
                <a:off x="7691232" y="3698897"/>
                <a:ext cx="457675" cy="887697"/>
                <a:chOff x="7371757" y="3976747"/>
                <a:chExt cx="457675" cy="887697"/>
              </a:xfrm>
            </p:grpSpPr>
            <p:sp>
              <p:nvSpPr>
                <p:cNvPr id="8188" name="Google Shape;8188;p41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9" name="Google Shape;8189;p41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0" name="Google Shape;8190;p41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1" name="Google Shape;8191;p41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2" name="Google Shape;8192;p41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3" name="Google Shape;8193;p41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4" name="Google Shape;8194;p41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5" name="Google Shape;8195;p41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6" name="Google Shape;8196;p417"/>
              <p:cNvGrpSpPr/>
              <p:nvPr/>
            </p:nvGrpSpPr>
            <p:grpSpPr>
              <a:xfrm>
                <a:off x="7691232" y="2709546"/>
                <a:ext cx="457675" cy="887697"/>
                <a:chOff x="7371757" y="3976747"/>
                <a:chExt cx="457675" cy="887697"/>
              </a:xfrm>
            </p:grpSpPr>
            <p:sp>
              <p:nvSpPr>
                <p:cNvPr id="8197" name="Google Shape;8197;p417"/>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8" name="Google Shape;8198;p417"/>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9" name="Google Shape;8199;p417"/>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0" name="Google Shape;8200;p417"/>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1" name="Google Shape;8201;p41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2" name="Google Shape;8202;p41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3" name="Google Shape;8203;p41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4" name="Google Shape;8204;p41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4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05" name="Shape 8205"/>
        <p:cNvGrpSpPr/>
        <p:nvPr/>
      </p:nvGrpSpPr>
      <p:grpSpPr>
        <a:xfrm>
          <a:off x="0" y="0"/>
          <a:ext cx="0" cy="0"/>
          <a:chOff x="0" y="0"/>
          <a:chExt cx="0" cy="0"/>
        </a:xfrm>
      </p:grpSpPr>
      <p:sp>
        <p:nvSpPr>
          <p:cNvPr id="8206" name="Google Shape;8206;p418"/>
          <p:cNvSpPr txBox="1"/>
          <p:nvPr>
            <p:ph type="title"/>
          </p:nvPr>
        </p:nvSpPr>
        <p:spPr>
          <a:xfrm>
            <a:off x="2758225" y="1064961"/>
            <a:ext cx="4872900" cy="15606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7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207" name="Google Shape;8207;p418"/>
          <p:cNvSpPr txBox="1"/>
          <p:nvPr>
            <p:ph idx="1" type="subTitle"/>
          </p:nvPr>
        </p:nvSpPr>
        <p:spPr>
          <a:xfrm>
            <a:off x="2758225" y="3006821"/>
            <a:ext cx="4872900" cy="6711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08" name="Google Shape;8208;p418"/>
          <p:cNvSpPr/>
          <p:nvPr/>
        </p:nvSpPr>
        <p:spPr>
          <a:xfrm rot="10800000">
            <a:off x="0" y="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09" name="Google Shape;8209;p418"/>
          <p:cNvGrpSpPr/>
          <p:nvPr/>
        </p:nvGrpSpPr>
        <p:grpSpPr>
          <a:xfrm>
            <a:off x="562032" y="1301880"/>
            <a:ext cx="739550" cy="887697"/>
            <a:chOff x="7371757" y="3976747"/>
            <a:chExt cx="739550" cy="887697"/>
          </a:xfrm>
        </p:grpSpPr>
        <p:sp>
          <p:nvSpPr>
            <p:cNvPr id="8210" name="Google Shape;8210;p418"/>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1" name="Google Shape;8211;p418"/>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2" name="Google Shape;8212;p418"/>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3" name="Google Shape;8213;p418"/>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4" name="Google Shape;8214;p418"/>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5" name="Google Shape;8215;p418"/>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6" name="Google Shape;8216;p418"/>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7" name="Google Shape;8217;p418"/>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8" name="Google Shape;8218;p41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9" name="Google Shape;8219;p41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0" name="Google Shape;8220;p41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1" name="Google Shape;8221;p41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222" name="Shape 8222"/>
        <p:cNvGrpSpPr/>
        <p:nvPr/>
      </p:nvGrpSpPr>
      <p:grpSpPr>
        <a:xfrm>
          <a:off x="0" y="0"/>
          <a:ext cx="0" cy="0"/>
          <a:chOff x="0" y="0"/>
          <a:chExt cx="0" cy="0"/>
        </a:xfrm>
      </p:grpSpPr>
      <p:sp>
        <p:nvSpPr>
          <p:cNvPr id="8223" name="Google Shape;8223;p419"/>
          <p:cNvSpPr/>
          <p:nvPr>
            <p:ph idx="2" type="pic"/>
          </p:nvPr>
        </p:nvSpPr>
        <p:spPr>
          <a:xfrm>
            <a:off x="-25" y="-13725"/>
            <a:ext cx="9144000" cy="5157300"/>
          </a:xfrm>
          <a:prstGeom prst="rect">
            <a:avLst/>
          </a:prstGeom>
          <a:noFill/>
          <a:ln>
            <a:noFill/>
          </a:ln>
        </p:spPr>
      </p:sp>
      <p:sp>
        <p:nvSpPr>
          <p:cNvPr id="8224" name="Google Shape;8224;p419"/>
          <p:cNvSpPr txBox="1"/>
          <p:nvPr>
            <p:ph type="title"/>
          </p:nvPr>
        </p:nvSpPr>
        <p:spPr>
          <a:xfrm>
            <a:off x="565350" y="3941375"/>
            <a:ext cx="8013300" cy="6456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225" name="Shape 8225"/>
        <p:cNvGrpSpPr/>
        <p:nvPr/>
      </p:nvGrpSpPr>
      <p:grpSpPr>
        <a:xfrm>
          <a:off x="0" y="0"/>
          <a:ext cx="0" cy="0"/>
          <a:chOff x="0" y="0"/>
          <a:chExt cx="0" cy="0"/>
        </a:xfrm>
      </p:grpSpPr>
      <p:sp>
        <p:nvSpPr>
          <p:cNvPr id="8226" name="Google Shape;8226;p420"/>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27" name="Google Shape;8227;p420"/>
          <p:cNvGrpSpPr/>
          <p:nvPr/>
        </p:nvGrpSpPr>
        <p:grpSpPr>
          <a:xfrm>
            <a:off x="4553003" y="363602"/>
            <a:ext cx="3863079" cy="4414018"/>
            <a:chOff x="4553003" y="363602"/>
            <a:chExt cx="3863079" cy="4414018"/>
          </a:xfrm>
        </p:grpSpPr>
        <p:grpSp>
          <p:nvGrpSpPr>
            <p:cNvPr id="8228" name="Google Shape;8228;p420"/>
            <p:cNvGrpSpPr/>
            <p:nvPr/>
          </p:nvGrpSpPr>
          <p:grpSpPr>
            <a:xfrm flipH="1" rot="10800000">
              <a:off x="7958407" y="2900571"/>
              <a:ext cx="457675" cy="1877049"/>
              <a:chOff x="7691232" y="2709546"/>
              <a:chExt cx="457675" cy="1877049"/>
            </a:xfrm>
          </p:grpSpPr>
          <p:grpSp>
            <p:nvGrpSpPr>
              <p:cNvPr id="8229" name="Google Shape;8229;p420"/>
              <p:cNvGrpSpPr/>
              <p:nvPr/>
            </p:nvGrpSpPr>
            <p:grpSpPr>
              <a:xfrm>
                <a:off x="7691232" y="3698897"/>
                <a:ext cx="457675" cy="887697"/>
                <a:chOff x="7371757" y="3976747"/>
                <a:chExt cx="457675" cy="887697"/>
              </a:xfrm>
            </p:grpSpPr>
            <p:sp>
              <p:nvSpPr>
                <p:cNvPr id="8230" name="Google Shape;8230;p4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1" name="Google Shape;8231;p4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2" name="Google Shape;8232;p4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3" name="Google Shape;8233;p4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4" name="Google Shape;8234;p42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5" name="Google Shape;8235;p42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6" name="Google Shape;8236;p42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7" name="Google Shape;8237;p42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38" name="Google Shape;8238;p420"/>
              <p:cNvGrpSpPr/>
              <p:nvPr/>
            </p:nvGrpSpPr>
            <p:grpSpPr>
              <a:xfrm>
                <a:off x="7691232" y="2709546"/>
                <a:ext cx="457675" cy="887697"/>
                <a:chOff x="7371757" y="3976747"/>
                <a:chExt cx="457675" cy="887697"/>
              </a:xfrm>
            </p:grpSpPr>
            <p:sp>
              <p:nvSpPr>
                <p:cNvPr id="8239" name="Google Shape;8239;p42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0" name="Google Shape;8240;p42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1" name="Google Shape;8241;p42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2" name="Google Shape;8242;p42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3" name="Google Shape;8243;p42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4" name="Google Shape;8244;p42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5" name="Google Shape;8245;p42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6" name="Google Shape;8246;p42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47" name="Google Shape;8247;p420"/>
            <p:cNvGrpSpPr/>
            <p:nvPr/>
          </p:nvGrpSpPr>
          <p:grpSpPr>
            <a:xfrm>
              <a:off x="4553003" y="363602"/>
              <a:ext cx="887795" cy="175887"/>
              <a:chOff x="2284850" y="131975"/>
              <a:chExt cx="1720200" cy="340800"/>
            </a:xfrm>
          </p:grpSpPr>
          <p:sp>
            <p:nvSpPr>
              <p:cNvPr id="8248" name="Google Shape;8248;p42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9" name="Google Shape;8249;p42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0" name="Google Shape;8250;p42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1" name="Google Shape;8251;p42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52" name="Google Shape;8252;p420"/>
          <p:cNvSpPr txBox="1"/>
          <p:nvPr>
            <p:ph hasCustomPrompt="1" type="title"/>
          </p:nvPr>
        </p:nvSpPr>
        <p:spPr>
          <a:xfrm>
            <a:off x="713225" y="1383463"/>
            <a:ext cx="5277600" cy="12810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8253" name="Google Shape;8253;p420"/>
          <p:cNvSpPr txBox="1"/>
          <p:nvPr>
            <p:ph idx="1" type="subTitle"/>
          </p:nvPr>
        </p:nvSpPr>
        <p:spPr>
          <a:xfrm>
            <a:off x="713225" y="3262937"/>
            <a:ext cx="52776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8254" name="Shape 8254"/>
        <p:cNvGrpSpPr/>
        <p:nvPr/>
      </p:nvGrpSpPr>
      <p:grpSpPr>
        <a:xfrm>
          <a:off x="0" y="0"/>
          <a:ext cx="0" cy="0"/>
          <a:chOff x="0" y="0"/>
          <a:chExt cx="0" cy="0"/>
        </a:xfrm>
      </p:grpSpPr>
    </p:spTree>
  </p:cSld>
  <p:clrMapOvr>
    <a:masterClrMapping/>
  </p:clrMapOvr>
</p:sldLayout>
</file>

<file path=ppt/slideLayouts/slideLayout4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255" name="Shape 8255"/>
        <p:cNvGrpSpPr/>
        <p:nvPr/>
      </p:nvGrpSpPr>
      <p:grpSpPr>
        <a:xfrm>
          <a:off x="0" y="0"/>
          <a:ext cx="0" cy="0"/>
          <a:chOff x="0" y="0"/>
          <a:chExt cx="0" cy="0"/>
        </a:xfrm>
      </p:grpSpPr>
      <p:sp>
        <p:nvSpPr>
          <p:cNvPr id="8256" name="Google Shape;8256;p422"/>
          <p:cNvSpPr txBox="1"/>
          <p:nvPr>
            <p:ph type="title"/>
          </p:nvPr>
        </p:nvSpPr>
        <p:spPr>
          <a:xfrm>
            <a:off x="720000" y="445025"/>
            <a:ext cx="5642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257" name="Google Shape;8257;p422"/>
          <p:cNvSpPr txBox="1"/>
          <p:nvPr>
            <p:ph idx="1" type="subTitle"/>
          </p:nvPr>
        </p:nvSpPr>
        <p:spPr>
          <a:xfrm>
            <a:off x="71999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58" name="Google Shape;8258;p422"/>
          <p:cNvSpPr txBox="1"/>
          <p:nvPr>
            <p:ph idx="2" type="subTitle"/>
          </p:nvPr>
        </p:nvSpPr>
        <p:spPr>
          <a:xfrm>
            <a:off x="3419260" y="213539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59" name="Google Shape;8259;p422"/>
          <p:cNvSpPr txBox="1"/>
          <p:nvPr>
            <p:ph idx="3" type="subTitle"/>
          </p:nvPr>
        </p:nvSpPr>
        <p:spPr>
          <a:xfrm>
            <a:off x="71999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60" name="Google Shape;8260;p422"/>
          <p:cNvSpPr txBox="1"/>
          <p:nvPr>
            <p:ph idx="4" type="subTitle"/>
          </p:nvPr>
        </p:nvSpPr>
        <p:spPr>
          <a:xfrm>
            <a:off x="3419260" y="3944772"/>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61" name="Google Shape;8261;p422"/>
          <p:cNvSpPr txBox="1"/>
          <p:nvPr>
            <p:ph hasCustomPrompt="1" idx="5" type="title"/>
          </p:nvPr>
        </p:nvSpPr>
        <p:spPr>
          <a:xfrm>
            <a:off x="81959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62" name="Google Shape;8262;p422"/>
          <p:cNvSpPr txBox="1"/>
          <p:nvPr>
            <p:ph hasCustomPrompt="1" idx="6" type="title"/>
          </p:nvPr>
        </p:nvSpPr>
        <p:spPr>
          <a:xfrm>
            <a:off x="81959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63" name="Google Shape;8263;p422"/>
          <p:cNvSpPr txBox="1"/>
          <p:nvPr>
            <p:ph hasCustomPrompt="1" idx="7" type="title"/>
          </p:nvPr>
        </p:nvSpPr>
        <p:spPr>
          <a:xfrm>
            <a:off x="3518860" y="1282775"/>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64" name="Google Shape;8264;p422"/>
          <p:cNvSpPr txBox="1"/>
          <p:nvPr>
            <p:ph hasCustomPrompt="1" idx="8" type="title"/>
          </p:nvPr>
        </p:nvSpPr>
        <p:spPr>
          <a:xfrm>
            <a:off x="3518860" y="3091571"/>
            <a:ext cx="7347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65" name="Google Shape;8265;p422"/>
          <p:cNvSpPr txBox="1"/>
          <p:nvPr>
            <p:ph idx="9" type="subTitle"/>
          </p:nvPr>
        </p:nvSpPr>
        <p:spPr>
          <a:xfrm>
            <a:off x="71999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66" name="Google Shape;8266;p422"/>
          <p:cNvSpPr txBox="1"/>
          <p:nvPr>
            <p:ph idx="13" type="subTitle"/>
          </p:nvPr>
        </p:nvSpPr>
        <p:spPr>
          <a:xfrm>
            <a:off x="3419260" y="1803509"/>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67" name="Google Shape;8267;p422"/>
          <p:cNvSpPr txBox="1"/>
          <p:nvPr>
            <p:ph idx="14" type="subTitle"/>
          </p:nvPr>
        </p:nvSpPr>
        <p:spPr>
          <a:xfrm>
            <a:off x="71999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68" name="Google Shape;8268;p422"/>
          <p:cNvSpPr txBox="1"/>
          <p:nvPr>
            <p:ph idx="15" type="subTitle"/>
          </p:nvPr>
        </p:nvSpPr>
        <p:spPr>
          <a:xfrm>
            <a:off x="3419260" y="3612372"/>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69" name="Google Shape;8269;p422"/>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70" name="Google Shape;8270;p422"/>
          <p:cNvGrpSpPr/>
          <p:nvPr/>
        </p:nvGrpSpPr>
        <p:grpSpPr>
          <a:xfrm>
            <a:off x="269328" y="4815227"/>
            <a:ext cx="887795" cy="175887"/>
            <a:chOff x="2284850" y="131975"/>
            <a:chExt cx="1720200" cy="340800"/>
          </a:xfrm>
        </p:grpSpPr>
        <p:sp>
          <p:nvSpPr>
            <p:cNvPr id="8271" name="Google Shape;8271;p42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2" name="Google Shape;8272;p42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3" name="Google Shape;8273;p42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4" name="Google Shape;8274;p42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5" name="Google Shape;8275;p422"/>
          <p:cNvGrpSpPr/>
          <p:nvPr/>
        </p:nvGrpSpPr>
        <p:grpSpPr>
          <a:xfrm>
            <a:off x="7958582" y="3067871"/>
            <a:ext cx="975375" cy="1877049"/>
            <a:chOff x="7167632" y="2744946"/>
            <a:chExt cx="975375" cy="1877049"/>
          </a:xfrm>
        </p:grpSpPr>
        <p:grpSp>
          <p:nvGrpSpPr>
            <p:cNvPr id="8276" name="Google Shape;8276;p422"/>
            <p:cNvGrpSpPr/>
            <p:nvPr/>
          </p:nvGrpSpPr>
          <p:grpSpPr>
            <a:xfrm>
              <a:off x="7700682" y="2744946"/>
              <a:ext cx="175800" cy="1877049"/>
              <a:chOff x="7691232" y="2709546"/>
              <a:chExt cx="175800" cy="1877049"/>
            </a:xfrm>
          </p:grpSpPr>
          <p:grpSp>
            <p:nvGrpSpPr>
              <p:cNvPr id="8277" name="Google Shape;8277;p422"/>
              <p:cNvGrpSpPr/>
              <p:nvPr/>
            </p:nvGrpSpPr>
            <p:grpSpPr>
              <a:xfrm>
                <a:off x="7691232" y="3698897"/>
                <a:ext cx="175800" cy="887697"/>
                <a:chOff x="7371757" y="3976747"/>
                <a:chExt cx="175800" cy="887697"/>
              </a:xfrm>
            </p:grpSpPr>
            <p:sp>
              <p:nvSpPr>
                <p:cNvPr id="8278" name="Google Shape;8278;p4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9" name="Google Shape;8279;p4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0" name="Google Shape;8280;p4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1" name="Google Shape;8281;p4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82" name="Google Shape;8282;p422"/>
              <p:cNvGrpSpPr/>
              <p:nvPr/>
            </p:nvGrpSpPr>
            <p:grpSpPr>
              <a:xfrm>
                <a:off x="7691232" y="2709546"/>
                <a:ext cx="175800" cy="887697"/>
                <a:chOff x="7371757" y="3976747"/>
                <a:chExt cx="175800" cy="887697"/>
              </a:xfrm>
            </p:grpSpPr>
            <p:sp>
              <p:nvSpPr>
                <p:cNvPr id="8283" name="Google Shape;8283;p4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4" name="Google Shape;8284;p4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5" name="Google Shape;8285;p4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6" name="Google Shape;8286;p4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87" name="Google Shape;8287;p422"/>
            <p:cNvGrpSpPr/>
            <p:nvPr/>
          </p:nvGrpSpPr>
          <p:grpSpPr>
            <a:xfrm>
              <a:off x="7434157" y="2744946"/>
              <a:ext cx="175800" cy="1877049"/>
              <a:chOff x="7691232" y="2709546"/>
              <a:chExt cx="175800" cy="1877049"/>
            </a:xfrm>
          </p:grpSpPr>
          <p:grpSp>
            <p:nvGrpSpPr>
              <p:cNvPr id="8288" name="Google Shape;8288;p422"/>
              <p:cNvGrpSpPr/>
              <p:nvPr/>
            </p:nvGrpSpPr>
            <p:grpSpPr>
              <a:xfrm>
                <a:off x="7691232" y="3698897"/>
                <a:ext cx="175800" cy="887697"/>
                <a:chOff x="7371757" y="3976747"/>
                <a:chExt cx="175800" cy="887697"/>
              </a:xfrm>
            </p:grpSpPr>
            <p:sp>
              <p:nvSpPr>
                <p:cNvPr id="8289" name="Google Shape;8289;p4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0" name="Google Shape;8290;p4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1" name="Google Shape;8291;p4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2" name="Google Shape;8292;p4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3" name="Google Shape;8293;p422"/>
              <p:cNvGrpSpPr/>
              <p:nvPr/>
            </p:nvGrpSpPr>
            <p:grpSpPr>
              <a:xfrm>
                <a:off x="7691232" y="2709546"/>
                <a:ext cx="175800" cy="887697"/>
                <a:chOff x="7371757" y="3976747"/>
                <a:chExt cx="175800" cy="887697"/>
              </a:xfrm>
            </p:grpSpPr>
            <p:sp>
              <p:nvSpPr>
                <p:cNvPr id="8294" name="Google Shape;8294;p4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5" name="Google Shape;8295;p4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6" name="Google Shape;8296;p4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7" name="Google Shape;8297;p4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98" name="Google Shape;8298;p422"/>
            <p:cNvGrpSpPr/>
            <p:nvPr/>
          </p:nvGrpSpPr>
          <p:grpSpPr>
            <a:xfrm>
              <a:off x="7167632" y="2744946"/>
              <a:ext cx="175800" cy="1877049"/>
              <a:chOff x="7691232" y="2709546"/>
              <a:chExt cx="175800" cy="1877049"/>
            </a:xfrm>
          </p:grpSpPr>
          <p:grpSp>
            <p:nvGrpSpPr>
              <p:cNvPr id="8299" name="Google Shape;8299;p422"/>
              <p:cNvGrpSpPr/>
              <p:nvPr/>
            </p:nvGrpSpPr>
            <p:grpSpPr>
              <a:xfrm>
                <a:off x="7691232" y="3698897"/>
                <a:ext cx="175800" cy="887697"/>
                <a:chOff x="7371757" y="3976747"/>
                <a:chExt cx="175800" cy="887697"/>
              </a:xfrm>
            </p:grpSpPr>
            <p:sp>
              <p:nvSpPr>
                <p:cNvPr id="8300" name="Google Shape;8300;p4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1" name="Google Shape;8301;p4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2" name="Google Shape;8302;p4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3" name="Google Shape;8303;p4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4" name="Google Shape;8304;p422"/>
              <p:cNvGrpSpPr/>
              <p:nvPr/>
            </p:nvGrpSpPr>
            <p:grpSpPr>
              <a:xfrm>
                <a:off x="7691232" y="2709546"/>
                <a:ext cx="175800" cy="887697"/>
                <a:chOff x="7371757" y="3976747"/>
                <a:chExt cx="175800" cy="887697"/>
              </a:xfrm>
            </p:grpSpPr>
            <p:sp>
              <p:nvSpPr>
                <p:cNvPr id="8305" name="Google Shape;8305;p4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6" name="Google Shape;8306;p4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7" name="Google Shape;8307;p4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8" name="Google Shape;8308;p4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309" name="Google Shape;8309;p422"/>
            <p:cNvGrpSpPr/>
            <p:nvPr/>
          </p:nvGrpSpPr>
          <p:grpSpPr>
            <a:xfrm>
              <a:off x="7967207" y="2744946"/>
              <a:ext cx="175800" cy="1877049"/>
              <a:chOff x="7691232" y="2709546"/>
              <a:chExt cx="175800" cy="1877049"/>
            </a:xfrm>
          </p:grpSpPr>
          <p:grpSp>
            <p:nvGrpSpPr>
              <p:cNvPr id="8310" name="Google Shape;8310;p422"/>
              <p:cNvGrpSpPr/>
              <p:nvPr/>
            </p:nvGrpSpPr>
            <p:grpSpPr>
              <a:xfrm>
                <a:off x="7691232" y="3698897"/>
                <a:ext cx="175800" cy="887697"/>
                <a:chOff x="7371757" y="3976747"/>
                <a:chExt cx="175800" cy="887697"/>
              </a:xfrm>
            </p:grpSpPr>
            <p:sp>
              <p:nvSpPr>
                <p:cNvPr id="8311" name="Google Shape;8311;p4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2" name="Google Shape;8312;p4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3" name="Google Shape;8313;p4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4" name="Google Shape;8314;p4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15" name="Google Shape;8315;p422"/>
              <p:cNvGrpSpPr/>
              <p:nvPr/>
            </p:nvGrpSpPr>
            <p:grpSpPr>
              <a:xfrm>
                <a:off x="7691232" y="2709546"/>
                <a:ext cx="175800" cy="887697"/>
                <a:chOff x="7371757" y="3976747"/>
                <a:chExt cx="175800" cy="887697"/>
              </a:xfrm>
            </p:grpSpPr>
            <p:sp>
              <p:nvSpPr>
                <p:cNvPr id="8316" name="Google Shape;8316;p42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7" name="Google Shape;8317;p42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8" name="Google Shape;8318;p42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9" name="Google Shape;8319;p42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4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8320" name="Shape 8320"/>
        <p:cNvGrpSpPr/>
        <p:nvPr/>
      </p:nvGrpSpPr>
      <p:grpSpPr>
        <a:xfrm>
          <a:off x="0" y="0"/>
          <a:ext cx="0" cy="0"/>
          <a:chOff x="0" y="0"/>
          <a:chExt cx="0" cy="0"/>
        </a:xfrm>
      </p:grpSpPr>
      <p:sp>
        <p:nvSpPr>
          <p:cNvPr id="8321" name="Google Shape;8321;p4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8322" name="Google Shape;8322;p423"/>
          <p:cNvGrpSpPr/>
          <p:nvPr/>
        </p:nvGrpSpPr>
        <p:grpSpPr>
          <a:xfrm>
            <a:off x="-20657" y="150"/>
            <a:ext cx="9164657" cy="5143500"/>
            <a:chOff x="-20657" y="150"/>
            <a:chExt cx="9164657" cy="5143500"/>
          </a:xfrm>
        </p:grpSpPr>
        <p:cxnSp>
          <p:nvCxnSpPr>
            <p:cNvPr id="8323" name="Google Shape;8323;p423"/>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8324" name="Google Shape;8324;p423"/>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25" name="Google Shape;8325;p423"/>
            <p:cNvGrpSpPr/>
            <p:nvPr/>
          </p:nvGrpSpPr>
          <p:grpSpPr>
            <a:xfrm>
              <a:off x="7542978" y="176248"/>
              <a:ext cx="887795" cy="175887"/>
              <a:chOff x="2284850" y="131975"/>
              <a:chExt cx="1720200" cy="340800"/>
            </a:xfrm>
          </p:grpSpPr>
          <p:sp>
            <p:nvSpPr>
              <p:cNvPr id="8326" name="Google Shape;8326;p42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7" name="Google Shape;8327;p42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8" name="Google Shape;8328;p42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9" name="Google Shape;8329;p42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8330" name="Shape 8330"/>
        <p:cNvGrpSpPr/>
        <p:nvPr/>
      </p:nvGrpSpPr>
      <p:grpSpPr>
        <a:xfrm>
          <a:off x="0" y="0"/>
          <a:ext cx="0" cy="0"/>
          <a:chOff x="0" y="0"/>
          <a:chExt cx="0" cy="0"/>
        </a:xfrm>
      </p:grpSpPr>
      <p:sp>
        <p:nvSpPr>
          <p:cNvPr id="8331" name="Google Shape;8331;p424"/>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8332" name="Google Shape;8332;p424"/>
          <p:cNvCxnSpPr/>
          <p:nvPr/>
        </p:nvCxnSpPr>
        <p:spPr>
          <a:xfrm rot="10800000">
            <a:off x="354600" y="4597870"/>
            <a:ext cx="8789400" cy="0"/>
          </a:xfrm>
          <a:prstGeom prst="straightConnector1">
            <a:avLst/>
          </a:prstGeom>
          <a:noFill/>
          <a:ln cap="flat" cmpd="sng" w="9525">
            <a:solidFill>
              <a:schemeClr val="dk1"/>
            </a:solidFill>
            <a:prstDash val="solid"/>
            <a:round/>
            <a:headEnd len="med" w="med" type="none"/>
            <a:tailEnd len="med" w="med" type="none"/>
          </a:ln>
        </p:spPr>
      </p:cxnSp>
      <p:sp>
        <p:nvSpPr>
          <p:cNvPr id="8333" name="Google Shape;8333;p424"/>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34" name="Google Shape;8334;p424"/>
          <p:cNvGrpSpPr/>
          <p:nvPr/>
        </p:nvGrpSpPr>
        <p:grpSpPr>
          <a:xfrm flipH="1">
            <a:off x="7966220" y="4782198"/>
            <a:ext cx="887795" cy="175887"/>
            <a:chOff x="2284850" y="131975"/>
            <a:chExt cx="1720200" cy="340800"/>
          </a:xfrm>
        </p:grpSpPr>
        <p:sp>
          <p:nvSpPr>
            <p:cNvPr id="8335" name="Google Shape;8335;p42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6" name="Google Shape;8336;p42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7" name="Google Shape;8337;p42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8" name="Google Shape;8338;p42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8339" name="Shape 8339"/>
        <p:cNvGrpSpPr/>
        <p:nvPr/>
      </p:nvGrpSpPr>
      <p:grpSpPr>
        <a:xfrm>
          <a:off x="0" y="0"/>
          <a:ext cx="0" cy="0"/>
          <a:chOff x="0" y="0"/>
          <a:chExt cx="0" cy="0"/>
        </a:xfrm>
      </p:grpSpPr>
      <p:sp>
        <p:nvSpPr>
          <p:cNvPr id="8340" name="Google Shape;8340;p4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8341" name="Google Shape;8341;p425"/>
          <p:cNvCxnSpPr/>
          <p:nvPr/>
        </p:nvCxnSpPr>
        <p:spPr>
          <a:xfrm>
            <a:off x="-20657" y="459787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8342" name="Google Shape;8342;p425"/>
          <p:cNvGrpSpPr/>
          <p:nvPr/>
        </p:nvGrpSpPr>
        <p:grpSpPr>
          <a:xfrm>
            <a:off x="4128103" y="186798"/>
            <a:ext cx="887795" cy="175887"/>
            <a:chOff x="2284850" y="131975"/>
            <a:chExt cx="1720200" cy="340800"/>
          </a:xfrm>
        </p:grpSpPr>
        <p:sp>
          <p:nvSpPr>
            <p:cNvPr id="8343" name="Google Shape;8343;p42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4" name="Google Shape;8344;p42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5" name="Google Shape;8345;p42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6" name="Google Shape;8346;p42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7" name="Google Shape;8347;p425"/>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348" name="Shape 8348"/>
        <p:cNvGrpSpPr/>
        <p:nvPr/>
      </p:nvGrpSpPr>
      <p:grpSpPr>
        <a:xfrm>
          <a:off x="0" y="0"/>
          <a:ext cx="0" cy="0"/>
          <a:chOff x="0" y="0"/>
          <a:chExt cx="0" cy="0"/>
        </a:xfrm>
      </p:grpSpPr>
      <p:sp>
        <p:nvSpPr>
          <p:cNvPr id="8349" name="Google Shape;8349;p426"/>
          <p:cNvSpPr txBox="1"/>
          <p:nvPr>
            <p:ph type="title"/>
          </p:nvPr>
        </p:nvSpPr>
        <p:spPr>
          <a:xfrm>
            <a:off x="1011600" y="3078025"/>
            <a:ext cx="5540700" cy="51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350" name="Google Shape;8350;p426"/>
          <p:cNvSpPr txBox="1"/>
          <p:nvPr>
            <p:ph idx="1" type="subTitle"/>
          </p:nvPr>
        </p:nvSpPr>
        <p:spPr>
          <a:xfrm>
            <a:off x="1011675" y="1261425"/>
            <a:ext cx="5540700" cy="1423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8351" name="Google Shape;8351;p42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52" name="Google Shape;8352;p426"/>
          <p:cNvGrpSpPr/>
          <p:nvPr/>
        </p:nvGrpSpPr>
        <p:grpSpPr>
          <a:xfrm flipH="1" rot="10800000">
            <a:off x="7946332" y="1013372"/>
            <a:ext cx="739550" cy="887697"/>
            <a:chOff x="7371757" y="3976747"/>
            <a:chExt cx="739550" cy="887697"/>
          </a:xfrm>
        </p:grpSpPr>
        <p:sp>
          <p:nvSpPr>
            <p:cNvPr id="8353" name="Google Shape;8353;p42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4" name="Google Shape;8354;p42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5" name="Google Shape;8355;p42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6" name="Google Shape;8356;p42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7" name="Google Shape;8357;p42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8" name="Google Shape;8358;p42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9" name="Google Shape;8359;p42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0" name="Google Shape;8360;p42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1" name="Google Shape;8361;p426"/>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2" name="Google Shape;8362;p426"/>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3" name="Google Shape;8363;p426"/>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4" name="Google Shape;8364;p426"/>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8365" name="Shape 8365"/>
        <p:cNvGrpSpPr/>
        <p:nvPr/>
      </p:nvGrpSpPr>
      <p:grpSpPr>
        <a:xfrm>
          <a:off x="0" y="0"/>
          <a:ext cx="0" cy="0"/>
          <a:chOff x="0" y="0"/>
          <a:chExt cx="0" cy="0"/>
        </a:xfrm>
      </p:grpSpPr>
      <p:sp>
        <p:nvSpPr>
          <p:cNvPr id="8366" name="Google Shape;8366;p427"/>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67" name="Google Shape;8367;p427"/>
          <p:cNvCxnSpPr/>
          <p:nvPr/>
        </p:nvCxnSpPr>
        <p:spPr>
          <a:xfrm rot="10800000">
            <a:off x="1995600" y="4599360"/>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8368" name="Google Shape;8368;p427"/>
          <p:cNvGrpSpPr/>
          <p:nvPr/>
        </p:nvGrpSpPr>
        <p:grpSpPr>
          <a:xfrm>
            <a:off x="759093" y="449071"/>
            <a:ext cx="7652479" cy="3799448"/>
            <a:chOff x="759093" y="449071"/>
            <a:chExt cx="7652479" cy="3799448"/>
          </a:xfrm>
        </p:grpSpPr>
        <p:grpSp>
          <p:nvGrpSpPr>
            <p:cNvPr id="8369" name="Google Shape;8369;p427"/>
            <p:cNvGrpSpPr/>
            <p:nvPr/>
          </p:nvGrpSpPr>
          <p:grpSpPr>
            <a:xfrm flipH="1">
              <a:off x="7523777" y="449071"/>
              <a:ext cx="887795" cy="175887"/>
              <a:chOff x="2284850" y="131975"/>
              <a:chExt cx="1720200" cy="340800"/>
            </a:xfrm>
          </p:grpSpPr>
          <p:sp>
            <p:nvSpPr>
              <p:cNvPr id="8370" name="Google Shape;8370;p42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1" name="Google Shape;8371;p42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2" name="Google Shape;8372;p42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3" name="Google Shape;8373;p42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4" name="Google Shape;8374;p427"/>
            <p:cNvGrpSpPr/>
            <p:nvPr/>
          </p:nvGrpSpPr>
          <p:grpSpPr>
            <a:xfrm flipH="1">
              <a:off x="759093" y="3360822"/>
              <a:ext cx="457675" cy="887697"/>
              <a:chOff x="7653632" y="3976747"/>
              <a:chExt cx="457675" cy="887697"/>
            </a:xfrm>
          </p:grpSpPr>
          <p:sp>
            <p:nvSpPr>
              <p:cNvPr id="8375" name="Google Shape;8375;p427"/>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6" name="Google Shape;8376;p427"/>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7" name="Google Shape;8377;p427"/>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8" name="Google Shape;8378;p427"/>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9" name="Google Shape;8379;p427"/>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0" name="Google Shape;8380;p427"/>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1" name="Google Shape;8381;p427"/>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2" name="Google Shape;8382;p427"/>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383" name="Google Shape;8383;p427"/>
          <p:cNvSpPr txBox="1"/>
          <p:nvPr>
            <p:ph type="title"/>
          </p:nvPr>
        </p:nvSpPr>
        <p:spPr>
          <a:xfrm>
            <a:off x="2701075" y="929550"/>
            <a:ext cx="3217500" cy="1923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384" name="Google Shape;8384;p427"/>
          <p:cNvSpPr txBox="1"/>
          <p:nvPr>
            <p:ph idx="1" type="subTitle"/>
          </p:nvPr>
        </p:nvSpPr>
        <p:spPr>
          <a:xfrm>
            <a:off x="2701075" y="2853575"/>
            <a:ext cx="32175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85" name="Google Shape;8385;p427"/>
          <p:cNvSpPr/>
          <p:nvPr>
            <p:ph idx="2" type="pic"/>
          </p:nvPr>
        </p:nvSpPr>
        <p:spPr>
          <a:xfrm>
            <a:off x="6415985" y="1039775"/>
            <a:ext cx="2014800" cy="29301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4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8386" name="Shape 8386"/>
        <p:cNvGrpSpPr/>
        <p:nvPr/>
      </p:nvGrpSpPr>
      <p:grpSpPr>
        <a:xfrm>
          <a:off x="0" y="0"/>
          <a:ext cx="0" cy="0"/>
          <a:chOff x="0" y="0"/>
          <a:chExt cx="0" cy="0"/>
        </a:xfrm>
      </p:grpSpPr>
      <p:sp>
        <p:nvSpPr>
          <p:cNvPr id="8387" name="Google Shape;8387;p428"/>
          <p:cNvSpPr txBox="1"/>
          <p:nvPr>
            <p:ph type="title"/>
          </p:nvPr>
        </p:nvSpPr>
        <p:spPr>
          <a:xfrm>
            <a:off x="5188025" y="1390425"/>
            <a:ext cx="27408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388" name="Google Shape;8388;p428"/>
          <p:cNvSpPr txBox="1"/>
          <p:nvPr>
            <p:ph idx="1" type="subTitle"/>
          </p:nvPr>
        </p:nvSpPr>
        <p:spPr>
          <a:xfrm>
            <a:off x="5188025" y="2601375"/>
            <a:ext cx="2740800" cy="1102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89" name="Google Shape;8389;p428"/>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390" name="Shape 8390"/>
        <p:cNvGrpSpPr/>
        <p:nvPr/>
      </p:nvGrpSpPr>
      <p:grpSpPr>
        <a:xfrm>
          <a:off x="0" y="0"/>
          <a:ext cx="0" cy="0"/>
          <a:chOff x="0" y="0"/>
          <a:chExt cx="0" cy="0"/>
        </a:xfrm>
      </p:grpSpPr>
      <p:sp>
        <p:nvSpPr>
          <p:cNvPr id="8391" name="Google Shape;8391;p429"/>
          <p:cNvSpPr/>
          <p:nvPr/>
        </p:nvSpPr>
        <p:spPr>
          <a:xfrm>
            <a:off x="-1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92" name="Google Shape;8392;p429"/>
          <p:cNvCxnSpPr/>
          <p:nvPr/>
        </p:nvCxnSpPr>
        <p:spPr>
          <a:xfrm rot="10800000">
            <a:off x="1995600" y="4861460"/>
            <a:ext cx="7148400" cy="9300"/>
          </a:xfrm>
          <a:prstGeom prst="straightConnector1">
            <a:avLst/>
          </a:prstGeom>
          <a:noFill/>
          <a:ln cap="flat" cmpd="sng" w="9525">
            <a:solidFill>
              <a:schemeClr val="dk1"/>
            </a:solidFill>
            <a:prstDash val="solid"/>
            <a:round/>
            <a:headEnd len="med" w="med" type="none"/>
            <a:tailEnd len="med" w="med" type="none"/>
          </a:ln>
        </p:spPr>
      </p:cxnSp>
      <p:sp>
        <p:nvSpPr>
          <p:cNvPr id="8393" name="Google Shape;8393;p429"/>
          <p:cNvSpPr txBox="1"/>
          <p:nvPr>
            <p:ph type="title"/>
          </p:nvPr>
        </p:nvSpPr>
        <p:spPr>
          <a:xfrm flipH="1">
            <a:off x="2409000" y="1363325"/>
            <a:ext cx="2869200" cy="1198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394" name="Google Shape;8394;p429"/>
          <p:cNvSpPr txBox="1"/>
          <p:nvPr>
            <p:ph idx="1" type="subTitle"/>
          </p:nvPr>
        </p:nvSpPr>
        <p:spPr>
          <a:xfrm flipH="1">
            <a:off x="2408864" y="2562000"/>
            <a:ext cx="28692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395" name="Google Shape;8395;p429"/>
          <p:cNvGrpSpPr/>
          <p:nvPr/>
        </p:nvGrpSpPr>
        <p:grpSpPr>
          <a:xfrm>
            <a:off x="324243" y="3769347"/>
            <a:ext cx="707325" cy="887697"/>
            <a:chOff x="324243" y="3769347"/>
            <a:chExt cx="707325" cy="887697"/>
          </a:xfrm>
        </p:grpSpPr>
        <p:grpSp>
          <p:nvGrpSpPr>
            <p:cNvPr id="8396" name="Google Shape;8396;p429"/>
            <p:cNvGrpSpPr/>
            <p:nvPr/>
          </p:nvGrpSpPr>
          <p:grpSpPr>
            <a:xfrm rot="10800000">
              <a:off x="324243" y="3769347"/>
              <a:ext cx="175800" cy="887697"/>
              <a:chOff x="7935507" y="3976747"/>
              <a:chExt cx="175800" cy="887697"/>
            </a:xfrm>
          </p:grpSpPr>
          <p:sp>
            <p:nvSpPr>
              <p:cNvPr id="8397" name="Google Shape;8397;p42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8" name="Google Shape;8398;p42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9" name="Google Shape;8399;p42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0" name="Google Shape;8400;p42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1" name="Google Shape;8401;p429"/>
            <p:cNvGrpSpPr/>
            <p:nvPr/>
          </p:nvGrpSpPr>
          <p:grpSpPr>
            <a:xfrm rot="10800000">
              <a:off x="855768" y="3769347"/>
              <a:ext cx="175800" cy="887697"/>
              <a:chOff x="7371757" y="3976747"/>
              <a:chExt cx="175800" cy="887697"/>
            </a:xfrm>
          </p:grpSpPr>
          <p:sp>
            <p:nvSpPr>
              <p:cNvPr id="8402" name="Google Shape;8402;p429"/>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3" name="Google Shape;8403;p429"/>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4" name="Google Shape;8404;p429"/>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5" name="Google Shape;8405;p429"/>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6" name="Google Shape;8406;p429"/>
            <p:cNvGrpSpPr/>
            <p:nvPr/>
          </p:nvGrpSpPr>
          <p:grpSpPr>
            <a:xfrm rot="10800000">
              <a:off x="590005" y="3769347"/>
              <a:ext cx="175800" cy="887697"/>
              <a:chOff x="7935507" y="3976747"/>
              <a:chExt cx="175800" cy="887697"/>
            </a:xfrm>
          </p:grpSpPr>
          <p:sp>
            <p:nvSpPr>
              <p:cNvPr id="8407" name="Google Shape;8407;p429"/>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8" name="Google Shape;8408;p429"/>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9" name="Google Shape;8409;p429"/>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0" name="Google Shape;8410;p429"/>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8411" name="Shape 8411"/>
        <p:cNvGrpSpPr/>
        <p:nvPr/>
      </p:nvGrpSpPr>
      <p:grpSpPr>
        <a:xfrm>
          <a:off x="0" y="0"/>
          <a:ext cx="0" cy="0"/>
          <a:chOff x="0" y="0"/>
          <a:chExt cx="0" cy="0"/>
        </a:xfrm>
      </p:grpSpPr>
      <p:cxnSp>
        <p:nvCxnSpPr>
          <p:cNvPr id="8412" name="Google Shape;8412;p430"/>
          <p:cNvCxnSpPr/>
          <p:nvPr/>
        </p:nvCxnSpPr>
        <p:spPr>
          <a:xfrm>
            <a:off x="-64210" y="4839597"/>
            <a:ext cx="6426300" cy="0"/>
          </a:xfrm>
          <a:prstGeom prst="straightConnector1">
            <a:avLst/>
          </a:prstGeom>
          <a:noFill/>
          <a:ln cap="flat" cmpd="sng" w="9525">
            <a:solidFill>
              <a:schemeClr val="dk1"/>
            </a:solidFill>
            <a:prstDash val="solid"/>
            <a:round/>
            <a:headEnd len="med" w="med" type="none"/>
            <a:tailEnd len="med" w="med" type="none"/>
          </a:ln>
        </p:spPr>
      </p:cxnSp>
      <p:sp>
        <p:nvSpPr>
          <p:cNvPr id="8413" name="Google Shape;8413;p430"/>
          <p:cNvSpPr/>
          <p:nvPr/>
        </p:nvSpPr>
        <p:spPr>
          <a:xfrm flipH="1">
            <a:off x="6362100" y="150"/>
            <a:ext cx="2781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14" name="Google Shape;8414;p430"/>
          <p:cNvGrpSpPr/>
          <p:nvPr/>
        </p:nvGrpSpPr>
        <p:grpSpPr>
          <a:xfrm>
            <a:off x="7958407" y="2900571"/>
            <a:ext cx="739550" cy="1877049"/>
            <a:chOff x="7691232" y="2709546"/>
            <a:chExt cx="739550" cy="1877049"/>
          </a:xfrm>
        </p:grpSpPr>
        <p:grpSp>
          <p:nvGrpSpPr>
            <p:cNvPr id="8415" name="Google Shape;8415;p430"/>
            <p:cNvGrpSpPr/>
            <p:nvPr/>
          </p:nvGrpSpPr>
          <p:grpSpPr>
            <a:xfrm>
              <a:off x="7691232" y="3698897"/>
              <a:ext cx="739550" cy="887697"/>
              <a:chOff x="7371757" y="3976747"/>
              <a:chExt cx="739550" cy="887697"/>
            </a:xfrm>
          </p:grpSpPr>
          <p:sp>
            <p:nvSpPr>
              <p:cNvPr id="8416" name="Google Shape;8416;p43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7" name="Google Shape;8417;p43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8" name="Google Shape;8418;p43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9" name="Google Shape;8419;p43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0" name="Google Shape;8420;p43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1" name="Google Shape;8421;p43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2" name="Google Shape;8422;p43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3" name="Google Shape;8423;p43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4" name="Google Shape;8424;p43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5" name="Google Shape;8425;p43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6" name="Google Shape;8426;p43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7" name="Google Shape;8427;p43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28" name="Google Shape;8428;p430"/>
            <p:cNvGrpSpPr/>
            <p:nvPr/>
          </p:nvGrpSpPr>
          <p:grpSpPr>
            <a:xfrm>
              <a:off x="7691232" y="2709546"/>
              <a:ext cx="739550" cy="887697"/>
              <a:chOff x="7371757" y="3976747"/>
              <a:chExt cx="739550" cy="887697"/>
            </a:xfrm>
          </p:grpSpPr>
          <p:sp>
            <p:nvSpPr>
              <p:cNvPr id="8429" name="Google Shape;8429;p43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0" name="Google Shape;8430;p43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1" name="Google Shape;8431;p43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2" name="Google Shape;8432;p43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3" name="Google Shape;8433;p43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4" name="Google Shape;8434;p43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5" name="Google Shape;8435;p43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6" name="Google Shape;8436;p43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7" name="Google Shape;8437;p43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8" name="Google Shape;8438;p43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9" name="Google Shape;8439;p43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0" name="Google Shape;8440;p43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41" name="Google Shape;8441;p430"/>
          <p:cNvSpPr txBox="1"/>
          <p:nvPr>
            <p:ph type="title"/>
          </p:nvPr>
        </p:nvSpPr>
        <p:spPr>
          <a:xfrm>
            <a:off x="3028350" y="1444050"/>
            <a:ext cx="2853600" cy="1192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442" name="Google Shape;8442;p430"/>
          <p:cNvSpPr txBox="1"/>
          <p:nvPr>
            <p:ph idx="1" type="subTitle"/>
          </p:nvPr>
        </p:nvSpPr>
        <p:spPr>
          <a:xfrm>
            <a:off x="3028350" y="2507250"/>
            <a:ext cx="2853600" cy="1192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
    <p:spTree>
      <p:nvGrpSpPr>
        <p:cNvPr id="8443" name="Shape 8443"/>
        <p:cNvGrpSpPr/>
        <p:nvPr/>
      </p:nvGrpSpPr>
      <p:grpSpPr>
        <a:xfrm>
          <a:off x="0" y="0"/>
          <a:ext cx="0" cy="0"/>
          <a:chOff x="0" y="0"/>
          <a:chExt cx="0" cy="0"/>
        </a:xfrm>
      </p:grpSpPr>
      <p:sp>
        <p:nvSpPr>
          <p:cNvPr id="8444" name="Google Shape;8444;p431"/>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45" name="Google Shape;8445;p431"/>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8446" name="Google Shape;8446;p431"/>
          <p:cNvGrpSpPr/>
          <p:nvPr/>
        </p:nvGrpSpPr>
        <p:grpSpPr>
          <a:xfrm>
            <a:off x="269328" y="269127"/>
            <a:ext cx="8249354" cy="1636293"/>
            <a:chOff x="269328" y="269127"/>
            <a:chExt cx="8249354" cy="1636293"/>
          </a:xfrm>
        </p:grpSpPr>
        <p:grpSp>
          <p:nvGrpSpPr>
            <p:cNvPr id="8447" name="Google Shape;8447;p431"/>
            <p:cNvGrpSpPr/>
            <p:nvPr/>
          </p:nvGrpSpPr>
          <p:grpSpPr>
            <a:xfrm flipH="1" rot="10800000">
              <a:off x="8061007" y="1017722"/>
              <a:ext cx="457675" cy="887697"/>
              <a:chOff x="7371757" y="3976747"/>
              <a:chExt cx="457675" cy="887697"/>
            </a:xfrm>
          </p:grpSpPr>
          <p:sp>
            <p:nvSpPr>
              <p:cNvPr id="8448" name="Google Shape;8448;p431"/>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9" name="Google Shape;8449;p431"/>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0" name="Google Shape;8450;p431"/>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1" name="Google Shape;8451;p431"/>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2" name="Google Shape;8452;p431"/>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3" name="Google Shape;8453;p431"/>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4" name="Google Shape;8454;p431"/>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5" name="Google Shape;8455;p431"/>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6" name="Google Shape;8456;p431"/>
            <p:cNvGrpSpPr/>
            <p:nvPr/>
          </p:nvGrpSpPr>
          <p:grpSpPr>
            <a:xfrm>
              <a:off x="269328" y="269127"/>
              <a:ext cx="887795" cy="175887"/>
              <a:chOff x="2284850" y="131975"/>
              <a:chExt cx="1720200" cy="340800"/>
            </a:xfrm>
          </p:grpSpPr>
          <p:sp>
            <p:nvSpPr>
              <p:cNvPr id="8457" name="Google Shape;8457;p43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8" name="Google Shape;8458;p43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9" name="Google Shape;8459;p43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0" name="Google Shape;8460;p43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61" name="Google Shape;8461;p431"/>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462" name="Google Shape;8462;p431"/>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Clr>
                <a:srgbClr val="333333"/>
              </a:buClr>
              <a:buSzPts val="800"/>
              <a:buFont typeface="Nunito Light"/>
              <a:buChar char="●"/>
              <a:defRPr/>
            </a:lvl1pPr>
            <a:lvl2pPr indent="-304800" lvl="1" marL="914400" rtl="0">
              <a:spcBef>
                <a:spcPts val="0"/>
              </a:spcBef>
              <a:spcAft>
                <a:spcPts val="0"/>
              </a:spcAft>
              <a:buClr>
                <a:srgbClr val="333333"/>
              </a:buClr>
              <a:buSzPts val="1200"/>
              <a:buFont typeface="Nunito Light"/>
              <a:buChar char="○"/>
              <a:defRPr/>
            </a:lvl2pPr>
            <a:lvl3pPr indent="-304800" lvl="2" marL="1371600" rtl="0">
              <a:lnSpc>
                <a:spcPct val="100000"/>
              </a:lnSpc>
              <a:spcBef>
                <a:spcPts val="0"/>
              </a:spcBef>
              <a:spcAft>
                <a:spcPts val="0"/>
              </a:spcAft>
              <a:buClr>
                <a:srgbClr val="FFC800"/>
              </a:buClr>
              <a:buSzPts val="1200"/>
              <a:buFont typeface="Nunito Light"/>
              <a:buChar char="■"/>
              <a:defRPr/>
            </a:lvl3pPr>
            <a:lvl4pPr indent="-304800" lvl="3" marL="1828800" rtl="0">
              <a:lnSpc>
                <a:spcPct val="100000"/>
              </a:lnSpc>
              <a:spcBef>
                <a:spcPts val="0"/>
              </a:spcBef>
              <a:spcAft>
                <a:spcPts val="0"/>
              </a:spcAft>
              <a:buClr>
                <a:srgbClr val="FFC800"/>
              </a:buClr>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2">
    <p:spTree>
      <p:nvGrpSpPr>
        <p:cNvPr id="8463" name="Shape 8463"/>
        <p:cNvGrpSpPr/>
        <p:nvPr/>
      </p:nvGrpSpPr>
      <p:grpSpPr>
        <a:xfrm>
          <a:off x="0" y="0"/>
          <a:ext cx="0" cy="0"/>
          <a:chOff x="0" y="0"/>
          <a:chExt cx="0" cy="0"/>
        </a:xfrm>
      </p:grpSpPr>
      <p:sp>
        <p:nvSpPr>
          <p:cNvPr id="8464" name="Google Shape;8464;p432"/>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465" name="Google Shape;8465;p432"/>
          <p:cNvSpPr txBox="1"/>
          <p:nvPr>
            <p:ph idx="1" type="body"/>
          </p:nvPr>
        </p:nvSpPr>
        <p:spPr>
          <a:xfrm>
            <a:off x="720000" y="1136125"/>
            <a:ext cx="6409200" cy="57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8466" name="Google Shape;8466;p432"/>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67" name="Google Shape;8467;p432"/>
          <p:cNvCxnSpPr/>
          <p:nvPr/>
        </p:nvCxnSpPr>
        <p:spPr>
          <a:xfrm flipH="1" rot="10800000">
            <a:off x="-19200" y="4863951"/>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8468" name="Google Shape;8468;p432"/>
          <p:cNvGrpSpPr/>
          <p:nvPr/>
        </p:nvGrpSpPr>
        <p:grpSpPr>
          <a:xfrm>
            <a:off x="269328" y="269127"/>
            <a:ext cx="887795" cy="175887"/>
            <a:chOff x="2284850" y="131975"/>
            <a:chExt cx="1720200" cy="340800"/>
          </a:xfrm>
        </p:grpSpPr>
        <p:sp>
          <p:nvSpPr>
            <p:cNvPr id="8469" name="Google Shape;8469;p432"/>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0" name="Google Shape;8470;p432"/>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1" name="Google Shape;8471;p432"/>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2" name="Google Shape;8472;p432"/>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73" name="Google Shape;8473;p432"/>
          <p:cNvGrpSpPr/>
          <p:nvPr/>
        </p:nvGrpSpPr>
        <p:grpSpPr>
          <a:xfrm>
            <a:off x="7920045" y="3001872"/>
            <a:ext cx="433111" cy="1871372"/>
            <a:chOff x="8038657" y="1017722"/>
            <a:chExt cx="433111" cy="1871372"/>
          </a:xfrm>
        </p:grpSpPr>
        <p:grpSp>
          <p:nvGrpSpPr>
            <p:cNvPr id="8474" name="Google Shape;8474;p432"/>
            <p:cNvGrpSpPr/>
            <p:nvPr/>
          </p:nvGrpSpPr>
          <p:grpSpPr>
            <a:xfrm>
              <a:off x="8038657" y="1017722"/>
              <a:ext cx="175800" cy="887697"/>
              <a:chOff x="7371757" y="3976747"/>
              <a:chExt cx="175800" cy="887697"/>
            </a:xfrm>
          </p:grpSpPr>
          <p:sp>
            <p:nvSpPr>
              <p:cNvPr id="8475" name="Google Shape;8475;p43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6" name="Google Shape;8476;p43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7" name="Google Shape;8477;p43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8" name="Google Shape;8478;p43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79" name="Google Shape;8479;p432"/>
            <p:cNvGrpSpPr/>
            <p:nvPr/>
          </p:nvGrpSpPr>
          <p:grpSpPr>
            <a:xfrm>
              <a:off x="8295968" y="1017722"/>
              <a:ext cx="175800" cy="887697"/>
              <a:chOff x="7935507" y="3976747"/>
              <a:chExt cx="175800" cy="887697"/>
            </a:xfrm>
          </p:grpSpPr>
          <p:sp>
            <p:nvSpPr>
              <p:cNvPr id="8480" name="Google Shape;8480;p43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1" name="Google Shape;8481;p43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2" name="Google Shape;8482;p43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3" name="Google Shape;8483;p43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4" name="Google Shape;8484;p432"/>
            <p:cNvGrpSpPr/>
            <p:nvPr/>
          </p:nvGrpSpPr>
          <p:grpSpPr>
            <a:xfrm>
              <a:off x="8038657" y="2001397"/>
              <a:ext cx="175800" cy="887697"/>
              <a:chOff x="7371757" y="3976747"/>
              <a:chExt cx="175800" cy="887697"/>
            </a:xfrm>
          </p:grpSpPr>
          <p:sp>
            <p:nvSpPr>
              <p:cNvPr id="8485" name="Google Shape;8485;p432"/>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6" name="Google Shape;8486;p432"/>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7" name="Google Shape;8487;p432"/>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8" name="Google Shape;8488;p432"/>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9" name="Google Shape;8489;p432"/>
            <p:cNvGrpSpPr/>
            <p:nvPr/>
          </p:nvGrpSpPr>
          <p:grpSpPr>
            <a:xfrm>
              <a:off x="8295968" y="2001397"/>
              <a:ext cx="175800" cy="887697"/>
              <a:chOff x="7935507" y="3976747"/>
              <a:chExt cx="175800" cy="887697"/>
            </a:xfrm>
          </p:grpSpPr>
          <p:sp>
            <p:nvSpPr>
              <p:cNvPr id="8490" name="Google Shape;8490;p43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1" name="Google Shape;8491;p43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2" name="Google Shape;8492;p43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3" name="Google Shape;8493;p43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494" name="Shape 8494"/>
        <p:cNvGrpSpPr/>
        <p:nvPr/>
      </p:nvGrpSpPr>
      <p:grpSpPr>
        <a:xfrm>
          <a:off x="0" y="0"/>
          <a:ext cx="0" cy="0"/>
          <a:chOff x="0" y="0"/>
          <a:chExt cx="0" cy="0"/>
        </a:xfrm>
      </p:grpSpPr>
      <p:sp>
        <p:nvSpPr>
          <p:cNvPr id="8495" name="Google Shape;8495;p433"/>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96" name="Google Shape;8496;p433"/>
          <p:cNvGrpSpPr/>
          <p:nvPr/>
        </p:nvGrpSpPr>
        <p:grpSpPr>
          <a:xfrm>
            <a:off x="3539353" y="688497"/>
            <a:ext cx="5261204" cy="4003441"/>
            <a:chOff x="3539353" y="688497"/>
            <a:chExt cx="5261204" cy="4003441"/>
          </a:xfrm>
        </p:grpSpPr>
        <p:grpSp>
          <p:nvGrpSpPr>
            <p:cNvPr id="8497" name="Google Shape;8497;p433"/>
            <p:cNvGrpSpPr/>
            <p:nvPr/>
          </p:nvGrpSpPr>
          <p:grpSpPr>
            <a:xfrm flipH="1" rot="10800000">
              <a:off x="8061007" y="688497"/>
              <a:ext cx="739550" cy="887697"/>
              <a:chOff x="7371757" y="3976747"/>
              <a:chExt cx="739550" cy="887697"/>
            </a:xfrm>
          </p:grpSpPr>
          <p:sp>
            <p:nvSpPr>
              <p:cNvPr id="8498" name="Google Shape;8498;p433"/>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9" name="Google Shape;8499;p433"/>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0" name="Google Shape;8500;p433"/>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1" name="Google Shape;8501;p433"/>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2" name="Google Shape;8502;p433"/>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3" name="Google Shape;8503;p433"/>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4" name="Google Shape;8504;p433"/>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5" name="Google Shape;8505;p433"/>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6" name="Google Shape;8506;p433"/>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7" name="Google Shape;8507;p433"/>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8" name="Google Shape;8508;p433"/>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9" name="Google Shape;8509;p433"/>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0" name="Google Shape;8510;p433"/>
            <p:cNvGrpSpPr/>
            <p:nvPr/>
          </p:nvGrpSpPr>
          <p:grpSpPr>
            <a:xfrm>
              <a:off x="3539353" y="4516052"/>
              <a:ext cx="887795" cy="175887"/>
              <a:chOff x="2284850" y="131975"/>
              <a:chExt cx="1720200" cy="340800"/>
            </a:xfrm>
          </p:grpSpPr>
          <p:sp>
            <p:nvSpPr>
              <p:cNvPr id="8511" name="Google Shape;8511;p43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2" name="Google Shape;8512;p43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3" name="Google Shape;8513;p43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4" name="Google Shape;8514;p43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515" name="Google Shape;8515;p433"/>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16" name="Google Shape;8516;p433"/>
          <p:cNvSpPr txBox="1"/>
          <p:nvPr>
            <p:ph idx="1" type="subTitle"/>
          </p:nvPr>
        </p:nvSpPr>
        <p:spPr>
          <a:xfrm>
            <a:off x="4211577"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17" name="Google Shape;8517;p433"/>
          <p:cNvSpPr txBox="1"/>
          <p:nvPr>
            <p:ph idx="2" type="subTitle"/>
          </p:nvPr>
        </p:nvSpPr>
        <p:spPr>
          <a:xfrm>
            <a:off x="713225" y="2896750"/>
            <a:ext cx="2763300" cy="1159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18" name="Google Shape;8518;p433"/>
          <p:cNvSpPr txBox="1"/>
          <p:nvPr>
            <p:ph idx="3" type="subTitle"/>
          </p:nvPr>
        </p:nvSpPr>
        <p:spPr>
          <a:xfrm>
            <a:off x="713226"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19" name="Google Shape;8519;p433"/>
          <p:cNvSpPr txBox="1"/>
          <p:nvPr>
            <p:ph idx="4" type="subTitle"/>
          </p:nvPr>
        </p:nvSpPr>
        <p:spPr>
          <a:xfrm>
            <a:off x="4211584" y="2414050"/>
            <a:ext cx="27633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8520" name="Shape 8520"/>
        <p:cNvGrpSpPr/>
        <p:nvPr/>
      </p:nvGrpSpPr>
      <p:grpSpPr>
        <a:xfrm>
          <a:off x="0" y="0"/>
          <a:ext cx="0" cy="0"/>
          <a:chOff x="0" y="0"/>
          <a:chExt cx="0" cy="0"/>
        </a:xfrm>
      </p:grpSpPr>
      <p:sp>
        <p:nvSpPr>
          <p:cNvPr id="8521" name="Google Shape;8521;p434"/>
          <p:cNvSpPr txBox="1"/>
          <p:nvPr>
            <p:ph idx="1" type="subTitle"/>
          </p:nvPr>
        </p:nvSpPr>
        <p:spPr>
          <a:xfrm>
            <a:off x="5080676"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22" name="Google Shape;8522;p434"/>
          <p:cNvSpPr txBox="1"/>
          <p:nvPr>
            <p:ph idx="2" type="subTitle"/>
          </p:nvPr>
        </p:nvSpPr>
        <p:spPr>
          <a:xfrm>
            <a:off x="1415775" y="1729825"/>
            <a:ext cx="3350100" cy="209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8523" name="Google Shape;8523;p434"/>
          <p:cNvCxnSpPr/>
          <p:nvPr/>
        </p:nvCxnSpPr>
        <p:spPr>
          <a:xfrm rot="10800000">
            <a:off x="354600"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8524" name="Google Shape;8524;p434"/>
          <p:cNvSpPr/>
          <p:nvPr/>
        </p:nvSpPr>
        <p:spPr>
          <a:xfrm>
            <a:off x="-20657" y="15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5" name="Google Shape;8525;p434"/>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526" name="Shape 8526"/>
        <p:cNvGrpSpPr/>
        <p:nvPr/>
      </p:nvGrpSpPr>
      <p:grpSpPr>
        <a:xfrm>
          <a:off x="0" y="0"/>
          <a:ext cx="0" cy="0"/>
          <a:chOff x="0" y="0"/>
          <a:chExt cx="0" cy="0"/>
        </a:xfrm>
      </p:grpSpPr>
      <p:sp>
        <p:nvSpPr>
          <p:cNvPr id="8527" name="Google Shape;8527;p435"/>
          <p:cNvSpPr/>
          <p:nvPr/>
        </p:nvSpPr>
        <p:spPr>
          <a:xfrm>
            <a:off x="3"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28" name="Google Shape;8528;p435"/>
          <p:cNvGrpSpPr/>
          <p:nvPr/>
        </p:nvGrpSpPr>
        <p:grpSpPr>
          <a:xfrm flipH="1">
            <a:off x="7986880" y="4515911"/>
            <a:ext cx="887795" cy="175887"/>
            <a:chOff x="2284850" y="131975"/>
            <a:chExt cx="1720200" cy="340800"/>
          </a:xfrm>
        </p:grpSpPr>
        <p:sp>
          <p:nvSpPr>
            <p:cNvPr id="8529" name="Google Shape;8529;p43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0" name="Google Shape;8530;p43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1" name="Google Shape;8531;p43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2" name="Google Shape;8532;p43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33" name="Google Shape;8533;p435"/>
          <p:cNvSpPr txBox="1"/>
          <p:nvPr>
            <p:ph idx="1" type="subTitle"/>
          </p:nvPr>
        </p:nvSpPr>
        <p:spPr>
          <a:xfrm>
            <a:off x="141578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34" name="Google Shape;8534;p435"/>
          <p:cNvSpPr txBox="1"/>
          <p:nvPr>
            <p:ph idx="2" type="subTitle"/>
          </p:nvPr>
        </p:nvSpPr>
        <p:spPr>
          <a:xfrm>
            <a:off x="3827405"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35" name="Google Shape;8535;p435"/>
          <p:cNvSpPr txBox="1"/>
          <p:nvPr>
            <p:ph idx="3" type="subTitle"/>
          </p:nvPr>
        </p:nvSpPr>
        <p:spPr>
          <a:xfrm>
            <a:off x="6239030" y="2858399"/>
            <a:ext cx="2175300" cy="1015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36" name="Google Shape;8536;p435"/>
          <p:cNvSpPr txBox="1"/>
          <p:nvPr>
            <p:ph idx="4" type="subTitle"/>
          </p:nvPr>
        </p:nvSpPr>
        <p:spPr>
          <a:xfrm>
            <a:off x="141578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37" name="Google Shape;8537;p435"/>
          <p:cNvSpPr txBox="1"/>
          <p:nvPr>
            <p:ph idx="5" type="subTitle"/>
          </p:nvPr>
        </p:nvSpPr>
        <p:spPr>
          <a:xfrm>
            <a:off x="3827405"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38" name="Google Shape;8538;p435"/>
          <p:cNvSpPr txBox="1"/>
          <p:nvPr>
            <p:ph idx="6" type="subTitle"/>
          </p:nvPr>
        </p:nvSpPr>
        <p:spPr>
          <a:xfrm>
            <a:off x="6239030" y="2274590"/>
            <a:ext cx="2175300" cy="66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39" name="Google Shape;8539;p435"/>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540" name="Shape 8540"/>
        <p:cNvGrpSpPr/>
        <p:nvPr/>
      </p:nvGrpSpPr>
      <p:grpSpPr>
        <a:xfrm>
          <a:off x="0" y="0"/>
          <a:ext cx="0" cy="0"/>
          <a:chOff x="0" y="0"/>
          <a:chExt cx="0" cy="0"/>
        </a:xfrm>
      </p:grpSpPr>
      <p:sp>
        <p:nvSpPr>
          <p:cNvPr id="8541" name="Google Shape;8541;p436"/>
          <p:cNvSpPr/>
          <p:nvPr/>
        </p:nvSpPr>
        <p:spPr>
          <a:xfrm flipH="1">
            <a:off x="7129200" y="150"/>
            <a:ext cx="20148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42" name="Google Shape;8542;p436"/>
          <p:cNvGrpSpPr/>
          <p:nvPr/>
        </p:nvGrpSpPr>
        <p:grpSpPr>
          <a:xfrm>
            <a:off x="269328" y="197352"/>
            <a:ext cx="8249354" cy="3899618"/>
            <a:chOff x="269328" y="197352"/>
            <a:chExt cx="8249354" cy="3899618"/>
          </a:xfrm>
        </p:grpSpPr>
        <p:grpSp>
          <p:nvGrpSpPr>
            <p:cNvPr id="8543" name="Google Shape;8543;p436"/>
            <p:cNvGrpSpPr/>
            <p:nvPr/>
          </p:nvGrpSpPr>
          <p:grpSpPr>
            <a:xfrm>
              <a:off x="8061007" y="3209272"/>
              <a:ext cx="457675" cy="887697"/>
              <a:chOff x="7371757" y="3976747"/>
              <a:chExt cx="457675" cy="887697"/>
            </a:xfrm>
          </p:grpSpPr>
          <p:sp>
            <p:nvSpPr>
              <p:cNvPr id="8544" name="Google Shape;8544;p436"/>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5" name="Google Shape;8545;p436"/>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6" name="Google Shape;8546;p436"/>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7" name="Google Shape;8547;p436"/>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8" name="Google Shape;8548;p436"/>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9" name="Google Shape;8549;p436"/>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0" name="Google Shape;8550;p436"/>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1" name="Google Shape;8551;p436"/>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2" name="Google Shape;8552;p436"/>
            <p:cNvGrpSpPr/>
            <p:nvPr/>
          </p:nvGrpSpPr>
          <p:grpSpPr>
            <a:xfrm>
              <a:off x="269328" y="197352"/>
              <a:ext cx="887795" cy="175887"/>
              <a:chOff x="2284850" y="131975"/>
              <a:chExt cx="1720200" cy="340800"/>
            </a:xfrm>
          </p:grpSpPr>
          <p:sp>
            <p:nvSpPr>
              <p:cNvPr id="8553" name="Google Shape;8553;p43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4" name="Google Shape;8554;p43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5" name="Google Shape;8555;p43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6" name="Google Shape;8556;p43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557" name="Google Shape;8557;p436"/>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58" name="Google Shape;8558;p436"/>
          <p:cNvSpPr txBox="1"/>
          <p:nvPr>
            <p:ph idx="1" type="subTitle"/>
          </p:nvPr>
        </p:nvSpPr>
        <p:spPr>
          <a:xfrm>
            <a:off x="1653111"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59" name="Google Shape;8559;p436"/>
          <p:cNvSpPr txBox="1"/>
          <p:nvPr>
            <p:ph idx="2" type="subTitle"/>
          </p:nvPr>
        </p:nvSpPr>
        <p:spPr>
          <a:xfrm>
            <a:off x="4598289" y="1919100"/>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60" name="Google Shape;8560;p436"/>
          <p:cNvSpPr txBox="1"/>
          <p:nvPr>
            <p:ph idx="3" type="subTitle"/>
          </p:nvPr>
        </p:nvSpPr>
        <p:spPr>
          <a:xfrm>
            <a:off x="1653111"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61" name="Google Shape;8561;p436"/>
          <p:cNvSpPr txBox="1"/>
          <p:nvPr>
            <p:ph idx="4" type="subTitle"/>
          </p:nvPr>
        </p:nvSpPr>
        <p:spPr>
          <a:xfrm>
            <a:off x="4598289" y="3714375"/>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62" name="Google Shape;8562;p436"/>
          <p:cNvSpPr txBox="1"/>
          <p:nvPr>
            <p:ph idx="5" type="subTitle"/>
          </p:nvPr>
        </p:nvSpPr>
        <p:spPr>
          <a:xfrm>
            <a:off x="1653111"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63" name="Google Shape;8563;p436"/>
          <p:cNvSpPr txBox="1"/>
          <p:nvPr>
            <p:ph idx="6" type="subTitle"/>
          </p:nvPr>
        </p:nvSpPr>
        <p:spPr>
          <a:xfrm>
            <a:off x="1653111"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64" name="Google Shape;8564;p436"/>
          <p:cNvSpPr txBox="1"/>
          <p:nvPr>
            <p:ph idx="7" type="subTitle"/>
          </p:nvPr>
        </p:nvSpPr>
        <p:spPr>
          <a:xfrm>
            <a:off x="459828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65" name="Google Shape;8565;p436"/>
          <p:cNvSpPr txBox="1"/>
          <p:nvPr>
            <p:ph idx="8" type="subTitle"/>
          </p:nvPr>
        </p:nvSpPr>
        <p:spPr>
          <a:xfrm>
            <a:off x="4598286" y="32850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566" name="Shape 8566"/>
        <p:cNvGrpSpPr/>
        <p:nvPr/>
      </p:nvGrpSpPr>
      <p:grpSpPr>
        <a:xfrm>
          <a:off x="0" y="0"/>
          <a:ext cx="0" cy="0"/>
          <a:chOff x="0" y="0"/>
          <a:chExt cx="0" cy="0"/>
        </a:xfrm>
      </p:grpSpPr>
      <p:sp>
        <p:nvSpPr>
          <p:cNvPr id="8567" name="Google Shape;8567;p437"/>
          <p:cNvSpPr/>
          <p:nvPr/>
        </p:nvSpPr>
        <p:spPr>
          <a:xfrm flipH="1">
            <a:off x="0" y="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68" name="Google Shape;8568;p437"/>
          <p:cNvGrpSpPr/>
          <p:nvPr/>
        </p:nvGrpSpPr>
        <p:grpSpPr>
          <a:xfrm flipH="1">
            <a:off x="3091253" y="4774223"/>
            <a:ext cx="887795" cy="175887"/>
            <a:chOff x="2284850" y="131975"/>
            <a:chExt cx="1720200" cy="340800"/>
          </a:xfrm>
        </p:grpSpPr>
        <p:sp>
          <p:nvSpPr>
            <p:cNvPr id="8569" name="Google Shape;8569;p437"/>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0" name="Google Shape;8570;p437"/>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1" name="Google Shape;8571;p437"/>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2" name="Google Shape;8572;p437"/>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73" name="Google Shape;8573;p4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74" name="Google Shape;8574;p437"/>
          <p:cNvSpPr txBox="1"/>
          <p:nvPr>
            <p:ph idx="1" type="subTitle"/>
          </p:nvPr>
        </p:nvSpPr>
        <p:spPr>
          <a:xfrm>
            <a:off x="71322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75" name="Google Shape;8575;p437"/>
          <p:cNvSpPr txBox="1"/>
          <p:nvPr>
            <p:ph idx="2" type="subTitle"/>
          </p:nvPr>
        </p:nvSpPr>
        <p:spPr>
          <a:xfrm>
            <a:off x="332426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76" name="Google Shape;8576;p437"/>
          <p:cNvSpPr txBox="1"/>
          <p:nvPr>
            <p:ph idx="3" type="subTitle"/>
          </p:nvPr>
        </p:nvSpPr>
        <p:spPr>
          <a:xfrm>
            <a:off x="71322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77" name="Google Shape;8577;p437"/>
          <p:cNvSpPr txBox="1"/>
          <p:nvPr>
            <p:ph idx="4" type="subTitle"/>
          </p:nvPr>
        </p:nvSpPr>
        <p:spPr>
          <a:xfrm>
            <a:off x="332426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78" name="Google Shape;8578;p437"/>
          <p:cNvSpPr txBox="1"/>
          <p:nvPr>
            <p:ph idx="5" type="subTitle"/>
          </p:nvPr>
        </p:nvSpPr>
        <p:spPr>
          <a:xfrm>
            <a:off x="5935305" y="1902065"/>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79" name="Google Shape;8579;p437"/>
          <p:cNvSpPr txBox="1"/>
          <p:nvPr>
            <p:ph idx="6" type="subTitle"/>
          </p:nvPr>
        </p:nvSpPr>
        <p:spPr>
          <a:xfrm>
            <a:off x="5935305" y="3637090"/>
            <a:ext cx="20997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80" name="Google Shape;8580;p437"/>
          <p:cNvSpPr txBox="1"/>
          <p:nvPr>
            <p:ph idx="7" type="subTitle"/>
          </p:nvPr>
        </p:nvSpPr>
        <p:spPr>
          <a:xfrm>
            <a:off x="71734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81" name="Google Shape;8581;p437"/>
          <p:cNvSpPr txBox="1"/>
          <p:nvPr>
            <p:ph idx="8" type="subTitle"/>
          </p:nvPr>
        </p:nvSpPr>
        <p:spPr>
          <a:xfrm>
            <a:off x="332838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82" name="Google Shape;8582;p437"/>
          <p:cNvSpPr txBox="1"/>
          <p:nvPr>
            <p:ph idx="9" type="subTitle"/>
          </p:nvPr>
        </p:nvSpPr>
        <p:spPr>
          <a:xfrm>
            <a:off x="5939428" y="1504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83" name="Google Shape;8583;p437"/>
          <p:cNvSpPr txBox="1"/>
          <p:nvPr>
            <p:ph idx="13" type="subTitle"/>
          </p:nvPr>
        </p:nvSpPr>
        <p:spPr>
          <a:xfrm>
            <a:off x="71734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84" name="Google Shape;8584;p437"/>
          <p:cNvSpPr txBox="1"/>
          <p:nvPr>
            <p:ph idx="14" type="subTitle"/>
          </p:nvPr>
        </p:nvSpPr>
        <p:spPr>
          <a:xfrm>
            <a:off x="332838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85" name="Google Shape;8585;p437"/>
          <p:cNvSpPr txBox="1"/>
          <p:nvPr>
            <p:ph idx="15" type="subTitle"/>
          </p:nvPr>
        </p:nvSpPr>
        <p:spPr>
          <a:xfrm>
            <a:off x="5939428" y="3239200"/>
            <a:ext cx="2091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586" name="Shape 8586"/>
        <p:cNvGrpSpPr/>
        <p:nvPr/>
      </p:nvGrpSpPr>
      <p:grpSpPr>
        <a:xfrm>
          <a:off x="0" y="0"/>
          <a:ext cx="0" cy="0"/>
          <a:chOff x="0" y="0"/>
          <a:chExt cx="0" cy="0"/>
        </a:xfrm>
      </p:grpSpPr>
      <p:sp>
        <p:nvSpPr>
          <p:cNvPr id="8587" name="Google Shape;8587;p438"/>
          <p:cNvSpPr/>
          <p:nvPr/>
        </p:nvSpPr>
        <p:spPr>
          <a:xfrm>
            <a:off x="-19200" y="150"/>
            <a:ext cx="16110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88" name="Google Shape;8588;p438"/>
          <p:cNvCxnSpPr/>
          <p:nvPr/>
        </p:nvCxnSpPr>
        <p:spPr>
          <a:xfrm rot="10800000">
            <a:off x="1596300" y="4608660"/>
            <a:ext cx="7547700" cy="0"/>
          </a:xfrm>
          <a:prstGeom prst="straightConnector1">
            <a:avLst/>
          </a:prstGeom>
          <a:noFill/>
          <a:ln cap="flat" cmpd="sng" w="9525">
            <a:solidFill>
              <a:schemeClr val="dk1"/>
            </a:solidFill>
            <a:prstDash val="solid"/>
            <a:round/>
            <a:headEnd len="med" w="med" type="none"/>
            <a:tailEnd len="med" w="med" type="none"/>
          </a:ln>
        </p:spPr>
      </p:cxnSp>
      <p:grpSp>
        <p:nvGrpSpPr>
          <p:cNvPr id="8589" name="Google Shape;8589;p438"/>
          <p:cNvGrpSpPr/>
          <p:nvPr/>
        </p:nvGrpSpPr>
        <p:grpSpPr>
          <a:xfrm flipH="1">
            <a:off x="7829752" y="4831427"/>
            <a:ext cx="887795" cy="175887"/>
            <a:chOff x="2284850" y="131975"/>
            <a:chExt cx="1720200" cy="340800"/>
          </a:xfrm>
        </p:grpSpPr>
        <p:sp>
          <p:nvSpPr>
            <p:cNvPr id="8590" name="Google Shape;8590;p43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1" name="Google Shape;8591;p43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2" name="Google Shape;8592;p43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3" name="Google Shape;8593;p43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94" name="Google Shape;8594;p438"/>
          <p:cNvSpPr txBox="1"/>
          <p:nvPr>
            <p:ph hasCustomPrompt="1" type="title"/>
          </p:nvPr>
        </p:nvSpPr>
        <p:spPr>
          <a:xfrm flipH="1">
            <a:off x="2995913" y="624230"/>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595" name="Google Shape;8595;p438"/>
          <p:cNvSpPr txBox="1"/>
          <p:nvPr>
            <p:ph idx="1" type="subTitle"/>
          </p:nvPr>
        </p:nvSpPr>
        <p:spPr>
          <a:xfrm flipH="1">
            <a:off x="2995913" y="1389349"/>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8596" name="Google Shape;8596;p438"/>
          <p:cNvSpPr txBox="1"/>
          <p:nvPr>
            <p:ph hasCustomPrompt="1" idx="2" type="title"/>
          </p:nvPr>
        </p:nvSpPr>
        <p:spPr>
          <a:xfrm flipH="1">
            <a:off x="2995913" y="1976485"/>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597" name="Google Shape;8597;p438"/>
          <p:cNvSpPr txBox="1"/>
          <p:nvPr>
            <p:ph idx="3" type="subTitle"/>
          </p:nvPr>
        </p:nvSpPr>
        <p:spPr>
          <a:xfrm flipH="1">
            <a:off x="2995913" y="2741601"/>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8598" name="Google Shape;8598;p438"/>
          <p:cNvSpPr txBox="1"/>
          <p:nvPr>
            <p:ph hasCustomPrompt="1" idx="4" type="title"/>
          </p:nvPr>
        </p:nvSpPr>
        <p:spPr>
          <a:xfrm flipH="1">
            <a:off x="2995913" y="3328741"/>
            <a:ext cx="4696800" cy="76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599" name="Google Shape;8599;p438"/>
          <p:cNvSpPr txBox="1"/>
          <p:nvPr>
            <p:ph idx="5" type="subTitle"/>
          </p:nvPr>
        </p:nvSpPr>
        <p:spPr>
          <a:xfrm flipH="1">
            <a:off x="2995913" y="4093870"/>
            <a:ext cx="4696800" cy="425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8600" name="Google Shape;8600;p438"/>
          <p:cNvGrpSpPr/>
          <p:nvPr/>
        </p:nvGrpSpPr>
        <p:grpSpPr>
          <a:xfrm>
            <a:off x="300632" y="445022"/>
            <a:ext cx="958892" cy="887697"/>
            <a:chOff x="272293" y="445022"/>
            <a:chExt cx="958892" cy="887697"/>
          </a:xfrm>
        </p:grpSpPr>
        <p:grpSp>
          <p:nvGrpSpPr>
            <p:cNvPr id="8601" name="Google Shape;8601;p438"/>
            <p:cNvGrpSpPr/>
            <p:nvPr/>
          </p:nvGrpSpPr>
          <p:grpSpPr>
            <a:xfrm rot="10800000">
              <a:off x="272293" y="445022"/>
              <a:ext cx="175800" cy="887697"/>
              <a:chOff x="7935507" y="3976747"/>
              <a:chExt cx="175800" cy="887697"/>
            </a:xfrm>
          </p:grpSpPr>
          <p:sp>
            <p:nvSpPr>
              <p:cNvPr id="8602" name="Google Shape;8602;p43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3" name="Google Shape;8603;p43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4" name="Google Shape;8604;p43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5" name="Google Shape;8605;p43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6" name="Google Shape;8606;p438"/>
            <p:cNvGrpSpPr/>
            <p:nvPr/>
          </p:nvGrpSpPr>
          <p:grpSpPr>
            <a:xfrm rot="10800000">
              <a:off x="533323" y="445022"/>
              <a:ext cx="175800" cy="887697"/>
              <a:chOff x="7935507" y="3976747"/>
              <a:chExt cx="175800" cy="887697"/>
            </a:xfrm>
          </p:grpSpPr>
          <p:sp>
            <p:nvSpPr>
              <p:cNvPr id="8607" name="Google Shape;8607;p43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8" name="Google Shape;8608;p43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9" name="Google Shape;8609;p43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0" name="Google Shape;8610;p43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1" name="Google Shape;8611;p438"/>
            <p:cNvGrpSpPr/>
            <p:nvPr/>
          </p:nvGrpSpPr>
          <p:grpSpPr>
            <a:xfrm rot="10800000">
              <a:off x="794354" y="445022"/>
              <a:ext cx="175800" cy="887697"/>
              <a:chOff x="7935507" y="3976747"/>
              <a:chExt cx="175800" cy="887697"/>
            </a:xfrm>
          </p:grpSpPr>
          <p:sp>
            <p:nvSpPr>
              <p:cNvPr id="8612" name="Google Shape;8612;p43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3" name="Google Shape;8613;p43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4" name="Google Shape;8614;p43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5" name="Google Shape;8615;p43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6" name="Google Shape;8616;p438"/>
            <p:cNvGrpSpPr/>
            <p:nvPr/>
          </p:nvGrpSpPr>
          <p:grpSpPr>
            <a:xfrm rot="10800000">
              <a:off x="1055385" y="445022"/>
              <a:ext cx="175800" cy="887697"/>
              <a:chOff x="7935507" y="3976747"/>
              <a:chExt cx="175800" cy="887697"/>
            </a:xfrm>
          </p:grpSpPr>
          <p:sp>
            <p:nvSpPr>
              <p:cNvPr id="8617" name="Google Shape;8617;p438"/>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8" name="Google Shape;8618;p438"/>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9" name="Google Shape;8619;p438"/>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0" name="Google Shape;8620;p438"/>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8621" name="Shape 8621"/>
        <p:cNvGrpSpPr/>
        <p:nvPr/>
      </p:nvGrpSpPr>
      <p:grpSpPr>
        <a:xfrm>
          <a:off x="0" y="0"/>
          <a:ext cx="0" cy="0"/>
          <a:chOff x="0" y="0"/>
          <a:chExt cx="0" cy="0"/>
        </a:xfrm>
      </p:grpSpPr>
      <p:cxnSp>
        <p:nvCxnSpPr>
          <p:cNvPr id="8622" name="Google Shape;8622;p439"/>
          <p:cNvCxnSpPr/>
          <p:nvPr/>
        </p:nvCxnSpPr>
        <p:spPr>
          <a:xfrm flipH="1">
            <a:off x="547800" y="4854315"/>
            <a:ext cx="8596200" cy="3300"/>
          </a:xfrm>
          <a:prstGeom prst="straightConnector1">
            <a:avLst/>
          </a:prstGeom>
          <a:noFill/>
          <a:ln cap="flat" cmpd="sng" w="9525">
            <a:solidFill>
              <a:schemeClr val="dk1"/>
            </a:solidFill>
            <a:prstDash val="solid"/>
            <a:round/>
            <a:headEnd len="med" w="med" type="none"/>
            <a:tailEnd len="med" w="med" type="none"/>
          </a:ln>
        </p:spPr>
      </p:cxnSp>
      <p:sp>
        <p:nvSpPr>
          <p:cNvPr id="8623" name="Google Shape;8623;p439"/>
          <p:cNvSpPr/>
          <p:nvPr/>
        </p:nvSpPr>
        <p:spPr>
          <a:xfrm>
            <a:off x="-165250" y="0"/>
            <a:ext cx="7131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24" name="Google Shape;8624;p439"/>
          <p:cNvGrpSpPr/>
          <p:nvPr/>
        </p:nvGrpSpPr>
        <p:grpSpPr>
          <a:xfrm flipH="1">
            <a:off x="896577" y="269148"/>
            <a:ext cx="887795" cy="175887"/>
            <a:chOff x="2284850" y="131975"/>
            <a:chExt cx="1720200" cy="340800"/>
          </a:xfrm>
        </p:grpSpPr>
        <p:sp>
          <p:nvSpPr>
            <p:cNvPr id="8625" name="Google Shape;8625;p439"/>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6" name="Google Shape;8626;p439"/>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7" name="Google Shape;8627;p439"/>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8" name="Google Shape;8628;p439"/>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29" name="Google Shape;8629;p439"/>
          <p:cNvSpPr txBox="1"/>
          <p:nvPr>
            <p:ph hasCustomPrompt="1" type="title"/>
          </p:nvPr>
        </p:nvSpPr>
        <p:spPr>
          <a:xfrm>
            <a:off x="1523516"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630" name="Google Shape;8630;p439"/>
          <p:cNvSpPr txBox="1"/>
          <p:nvPr>
            <p:ph idx="1" type="subTitle"/>
          </p:nvPr>
        </p:nvSpPr>
        <p:spPr>
          <a:xfrm>
            <a:off x="1415785"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8631" name="Google Shape;8631;p439"/>
          <p:cNvSpPr txBox="1"/>
          <p:nvPr>
            <p:ph idx="2" type="subTitle"/>
          </p:nvPr>
        </p:nvSpPr>
        <p:spPr>
          <a:xfrm>
            <a:off x="1415785"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32" name="Google Shape;8632;p439"/>
          <p:cNvSpPr txBox="1"/>
          <p:nvPr>
            <p:ph hasCustomPrompt="1" idx="3" type="title"/>
          </p:nvPr>
        </p:nvSpPr>
        <p:spPr>
          <a:xfrm>
            <a:off x="3940804"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633" name="Google Shape;8633;p439"/>
          <p:cNvSpPr txBox="1"/>
          <p:nvPr>
            <p:ph idx="4" type="subTitle"/>
          </p:nvPr>
        </p:nvSpPr>
        <p:spPr>
          <a:xfrm>
            <a:off x="3833073"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8634" name="Google Shape;8634;p439"/>
          <p:cNvSpPr txBox="1"/>
          <p:nvPr>
            <p:ph idx="5" type="subTitle"/>
          </p:nvPr>
        </p:nvSpPr>
        <p:spPr>
          <a:xfrm>
            <a:off x="3833073"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35" name="Google Shape;8635;p439"/>
          <p:cNvSpPr txBox="1"/>
          <p:nvPr>
            <p:ph hasCustomPrompt="1" idx="6" type="title"/>
          </p:nvPr>
        </p:nvSpPr>
        <p:spPr>
          <a:xfrm>
            <a:off x="6358091" y="2668971"/>
            <a:ext cx="1097400" cy="44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4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636" name="Google Shape;8636;p439"/>
          <p:cNvSpPr txBox="1"/>
          <p:nvPr>
            <p:ph idx="7" type="subTitle"/>
          </p:nvPr>
        </p:nvSpPr>
        <p:spPr>
          <a:xfrm>
            <a:off x="6250360" y="3726396"/>
            <a:ext cx="2173200" cy="881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8637" name="Google Shape;8637;p439"/>
          <p:cNvSpPr txBox="1"/>
          <p:nvPr>
            <p:ph idx="8" type="subTitle"/>
          </p:nvPr>
        </p:nvSpPr>
        <p:spPr>
          <a:xfrm>
            <a:off x="6250360" y="3229371"/>
            <a:ext cx="2173200" cy="505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24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38" name="Google Shape;8638;p439"/>
          <p:cNvSpPr txBox="1"/>
          <p:nvPr>
            <p:ph idx="9" type="title"/>
          </p:nvPr>
        </p:nvSpPr>
        <p:spPr>
          <a:xfrm>
            <a:off x="1415775" y="445025"/>
            <a:ext cx="7008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639" name="Shape 8639"/>
        <p:cNvGrpSpPr/>
        <p:nvPr/>
      </p:nvGrpSpPr>
      <p:grpSpPr>
        <a:xfrm>
          <a:off x="0" y="0"/>
          <a:ext cx="0" cy="0"/>
          <a:chOff x="0" y="0"/>
          <a:chExt cx="0" cy="0"/>
        </a:xfrm>
      </p:grpSpPr>
      <p:sp>
        <p:nvSpPr>
          <p:cNvPr id="8640" name="Google Shape;8640;p440"/>
          <p:cNvSpPr/>
          <p:nvPr/>
        </p:nvSpPr>
        <p:spPr>
          <a:xfrm>
            <a:off x="0" y="0"/>
            <a:ext cx="23049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41" name="Google Shape;8641;p440"/>
          <p:cNvGrpSpPr/>
          <p:nvPr/>
        </p:nvGrpSpPr>
        <p:grpSpPr>
          <a:xfrm flipH="1">
            <a:off x="754543" y="777996"/>
            <a:ext cx="739550" cy="1877049"/>
            <a:chOff x="7691232" y="2709546"/>
            <a:chExt cx="739550" cy="1877049"/>
          </a:xfrm>
        </p:grpSpPr>
        <p:grpSp>
          <p:nvGrpSpPr>
            <p:cNvPr id="8642" name="Google Shape;8642;p440"/>
            <p:cNvGrpSpPr/>
            <p:nvPr/>
          </p:nvGrpSpPr>
          <p:grpSpPr>
            <a:xfrm>
              <a:off x="7691232" y="3698897"/>
              <a:ext cx="739550" cy="887697"/>
              <a:chOff x="7371757" y="3976747"/>
              <a:chExt cx="739550" cy="887697"/>
            </a:xfrm>
          </p:grpSpPr>
          <p:sp>
            <p:nvSpPr>
              <p:cNvPr id="8643" name="Google Shape;8643;p44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4" name="Google Shape;8644;p44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5" name="Google Shape;8645;p44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6" name="Google Shape;8646;p44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7" name="Google Shape;8647;p44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8" name="Google Shape;8648;p44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9" name="Google Shape;8649;p44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0" name="Google Shape;8650;p44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1" name="Google Shape;8651;p44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2" name="Google Shape;8652;p44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3" name="Google Shape;8653;p44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4" name="Google Shape;8654;p44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5" name="Google Shape;8655;p440"/>
            <p:cNvGrpSpPr/>
            <p:nvPr/>
          </p:nvGrpSpPr>
          <p:grpSpPr>
            <a:xfrm>
              <a:off x="7691232" y="2709546"/>
              <a:ext cx="739550" cy="887697"/>
              <a:chOff x="7371757" y="3976747"/>
              <a:chExt cx="739550" cy="887697"/>
            </a:xfrm>
          </p:grpSpPr>
          <p:sp>
            <p:nvSpPr>
              <p:cNvPr id="8656" name="Google Shape;8656;p440"/>
              <p:cNvSpPr/>
              <p:nvPr/>
            </p:nvSpPr>
            <p:spPr>
              <a:xfrm>
                <a:off x="737175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7" name="Google Shape;8657;p440"/>
              <p:cNvSpPr/>
              <p:nvPr/>
            </p:nvSpPr>
            <p:spPr>
              <a:xfrm>
                <a:off x="737175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8" name="Google Shape;8658;p440"/>
              <p:cNvSpPr/>
              <p:nvPr/>
            </p:nvSpPr>
            <p:spPr>
              <a:xfrm>
                <a:off x="737175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9" name="Google Shape;8659;p440"/>
              <p:cNvSpPr/>
              <p:nvPr/>
            </p:nvSpPr>
            <p:spPr>
              <a:xfrm>
                <a:off x="737175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0" name="Google Shape;8660;p440"/>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1" name="Google Shape;8661;p440"/>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2" name="Google Shape;8662;p440"/>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3" name="Google Shape;8663;p440"/>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4" name="Google Shape;8664;p440"/>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5" name="Google Shape;8665;p440"/>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6" name="Google Shape;8666;p440"/>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7" name="Google Shape;8667;p440"/>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668" name="Google Shape;8668;p440"/>
          <p:cNvGrpSpPr/>
          <p:nvPr/>
        </p:nvGrpSpPr>
        <p:grpSpPr>
          <a:xfrm flipH="1">
            <a:off x="3391227" y="4753102"/>
            <a:ext cx="887795" cy="175887"/>
            <a:chOff x="2284850" y="131975"/>
            <a:chExt cx="1720200" cy="340800"/>
          </a:xfrm>
        </p:grpSpPr>
        <p:sp>
          <p:nvSpPr>
            <p:cNvPr id="8669" name="Google Shape;8669;p44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0" name="Google Shape;8670;p44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1" name="Google Shape;8671;p44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2" name="Google Shape;8672;p44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73" name="Google Shape;8673;p440"/>
          <p:cNvSpPr txBox="1"/>
          <p:nvPr/>
        </p:nvSpPr>
        <p:spPr>
          <a:xfrm flipH="1">
            <a:off x="3103925" y="3743975"/>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a:t>
            </a:r>
            <a:r>
              <a:rPr lang="en" sz="1200">
                <a:solidFill>
                  <a:schemeClr val="dk1"/>
                </a:solidFill>
                <a:latin typeface="Raleway"/>
                <a:ea typeface="Raleway"/>
                <a:cs typeface="Raleway"/>
                <a:sym typeface="Raleway"/>
              </a:rPr>
              <a:t> This presentation template was created by </a:t>
            </a:r>
            <a:r>
              <a:rPr b="1" lang="en" sz="1200" u="sng">
                <a:solidFill>
                  <a:schemeClr val="dk1"/>
                </a:solidFill>
                <a:latin typeface="Raleway"/>
                <a:ea typeface="Raleway"/>
                <a:cs typeface="Raleway"/>
                <a:sym typeface="Raleway"/>
                <a:hlinkClick r:id="rId2">
                  <a:extLst>
                    <a:ext uri="{A12FA001-AC4F-418D-AE19-62706E023703}">
                      <ahyp:hlinkClr val="tx"/>
                    </a:ext>
                  </a:extLst>
                </a:hlinkClick>
              </a:rPr>
              <a:t>Slidesgo</a:t>
            </a:r>
            <a:r>
              <a:rPr lang="en" sz="1200">
                <a:solidFill>
                  <a:schemeClr val="dk1"/>
                </a:solidFill>
                <a:latin typeface="Raleway"/>
                <a:ea typeface="Raleway"/>
                <a:cs typeface="Raleway"/>
                <a:sym typeface="Raleway"/>
              </a:rPr>
              <a:t>, and includes icons by </a:t>
            </a:r>
            <a:r>
              <a:rPr b="1" lang="en" sz="1200" u="sng">
                <a:solidFill>
                  <a:schemeClr val="dk1"/>
                </a:solidFill>
                <a:latin typeface="Raleway"/>
                <a:ea typeface="Raleway"/>
                <a:cs typeface="Raleway"/>
                <a:sym typeface="Raleway"/>
                <a:hlinkClick r:id="rId3">
                  <a:extLst>
                    <a:ext uri="{A12FA001-AC4F-418D-AE19-62706E023703}">
                      <ahyp:hlinkClr val="tx"/>
                    </a:ext>
                  </a:extLst>
                </a:hlinkClick>
              </a:rPr>
              <a:t>Flaticon</a:t>
            </a:r>
            <a:r>
              <a:rPr lang="en" sz="1200">
                <a:solidFill>
                  <a:schemeClr val="dk1"/>
                </a:solidFill>
                <a:latin typeface="Raleway"/>
                <a:ea typeface="Raleway"/>
                <a:cs typeface="Raleway"/>
                <a:sym typeface="Raleway"/>
              </a:rPr>
              <a:t>, and infographics &amp; images by </a:t>
            </a:r>
            <a:r>
              <a:rPr b="1" lang="en" sz="1200" u="sng">
                <a:solidFill>
                  <a:schemeClr val="dk1"/>
                </a:solidFill>
                <a:latin typeface="Raleway"/>
                <a:ea typeface="Raleway"/>
                <a:cs typeface="Raleway"/>
                <a:sym typeface="Raleway"/>
                <a:hlinkClick r:id="rId4">
                  <a:extLst>
                    <a:ext uri="{A12FA001-AC4F-418D-AE19-62706E023703}">
                      <ahyp:hlinkClr val="tx"/>
                    </a:ext>
                  </a:extLst>
                </a:hlinkClick>
              </a:rPr>
              <a:t>Freepik</a:t>
            </a:r>
            <a:r>
              <a:rPr lang="en" sz="1200" u="sng">
                <a:solidFill>
                  <a:schemeClr val="dk1"/>
                </a:solidFill>
                <a:latin typeface="Raleway"/>
                <a:ea typeface="Raleway"/>
                <a:cs typeface="Raleway"/>
                <a:sym typeface="Raleway"/>
              </a:rPr>
              <a:t> </a:t>
            </a:r>
            <a:endParaRPr b="1" sz="1200" u="sng">
              <a:solidFill>
                <a:schemeClr val="dk1"/>
              </a:solidFill>
              <a:latin typeface="Raleway"/>
              <a:ea typeface="Raleway"/>
              <a:cs typeface="Raleway"/>
              <a:sym typeface="Raleway"/>
            </a:endParaRPr>
          </a:p>
        </p:txBody>
      </p:sp>
      <p:sp>
        <p:nvSpPr>
          <p:cNvPr id="8674" name="Google Shape;8674;p440"/>
          <p:cNvSpPr txBox="1"/>
          <p:nvPr>
            <p:ph type="title"/>
          </p:nvPr>
        </p:nvSpPr>
        <p:spPr>
          <a:xfrm flipH="1">
            <a:off x="3068225" y="546797"/>
            <a:ext cx="4448100" cy="92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675" name="Google Shape;8675;p440"/>
          <p:cNvSpPr txBox="1"/>
          <p:nvPr>
            <p:ph idx="1" type="subTitle"/>
          </p:nvPr>
        </p:nvSpPr>
        <p:spPr>
          <a:xfrm flipH="1">
            <a:off x="3068275" y="1581721"/>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676" name="Shape 8676"/>
        <p:cNvGrpSpPr/>
        <p:nvPr/>
      </p:nvGrpSpPr>
      <p:grpSpPr>
        <a:xfrm>
          <a:off x="0" y="0"/>
          <a:ext cx="0" cy="0"/>
          <a:chOff x="0" y="0"/>
          <a:chExt cx="0" cy="0"/>
        </a:xfrm>
      </p:grpSpPr>
      <p:cxnSp>
        <p:nvCxnSpPr>
          <p:cNvPr id="8677" name="Google Shape;8677;p441"/>
          <p:cNvCxnSpPr/>
          <p:nvPr/>
        </p:nvCxnSpPr>
        <p:spPr>
          <a:xfrm>
            <a:off x="-7" y="255420"/>
            <a:ext cx="8789400" cy="0"/>
          </a:xfrm>
          <a:prstGeom prst="straightConnector1">
            <a:avLst/>
          </a:prstGeom>
          <a:noFill/>
          <a:ln cap="flat" cmpd="sng" w="9525">
            <a:solidFill>
              <a:schemeClr val="dk1"/>
            </a:solidFill>
            <a:prstDash val="solid"/>
            <a:round/>
            <a:headEnd len="med" w="med" type="none"/>
            <a:tailEnd len="med" w="med" type="none"/>
          </a:ln>
        </p:spPr>
      </p:cxnSp>
      <p:grpSp>
        <p:nvGrpSpPr>
          <p:cNvPr id="8678" name="Google Shape;8678;p441"/>
          <p:cNvGrpSpPr/>
          <p:nvPr/>
        </p:nvGrpSpPr>
        <p:grpSpPr>
          <a:xfrm>
            <a:off x="269328" y="3823073"/>
            <a:ext cx="887795" cy="175887"/>
            <a:chOff x="-5191947" y="7177654"/>
            <a:chExt cx="1720200" cy="340800"/>
          </a:xfrm>
        </p:grpSpPr>
        <p:sp>
          <p:nvSpPr>
            <p:cNvPr id="8679" name="Google Shape;8679;p441"/>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0" name="Google Shape;8680;p441"/>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1" name="Google Shape;8681;p441"/>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2" name="Google Shape;8682;p441"/>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83" name="Google Shape;8683;p441"/>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684" name="Shape 8684"/>
        <p:cNvGrpSpPr/>
        <p:nvPr/>
      </p:nvGrpSpPr>
      <p:grpSpPr>
        <a:xfrm>
          <a:off x="0" y="0"/>
          <a:ext cx="0" cy="0"/>
          <a:chOff x="0" y="0"/>
          <a:chExt cx="0" cy="0"/>
        </a:xfrm>
      </p:grpSpPr>
      <p:cxnSp>
        <p:nvCxnSpPr>
          <p:cNvPr id="8685" name="Google Shape;8685;p442"/>
          <p:cNvCxnSpPr/>
          <p:nvPr/>
        </p:nvCxnSpPr>
        <p:spPr>
          <a:xfrm rot="10800000">
            <a:off x="354600" y="539495"/>
            <a:ext cx="8789400" cy="0"/>
          </a:xfrm>
          <a:prstGeom prst="straightConnector1">
            <a:avLst/>
          </a:prstGeom>
          <a:noFill/>
          <a:ln cap="flat" cmpd="sng" w="9525">
            <a:solidFill>
              <a:schemeClr val="dk1"/>
            </a:solidFill>
            <a:prstDash val="solid"/>
            <a:round/>
            <a:headEnd len="med" w="med" type="none"/>
            <a:tailEnd len="med" w="med" type="none"/>
          </a:ln>
        </p:spPr>
      </p:cxnSp>
      <p:sp>
        <p:nvSpPr>
          <p:cNvPr id="8686" name="Google Shape;8686;p442"/>
          <p:cNvSpPr/>
          <p:nvPr/>
        </p:nvSpPr>
        <p:spPr>
          <a:xfrm>
            <a:off x="-7" y="150"/>
            <a:ext cx="38457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87" name="Google Shape;8687;p442"/>
          <p:cNvGrpSpPr/>
          <p:nvPr/>
        </p:nvGrpSpPr>
        <p:grpSpPr>
          <a:xfrm>
            <a:off x="1553061" y="1633371"/>
            <a:ext cx="3369104" cy="3282565"/>
            <a:chOff x="1553061" y="1633371"/>
            <a:chExt cx="3369104" cy="3282565"/>
          </a:xfrm>
        </p:grpSpPr>
        <p:grpSp>
          <p:nvGrpSpPr>
            <p:cNvPr id="8688" name="Google Shape;8688;p442"/>
            <p:cNvGrpSpPr/>
            <p:nvPr/>
          </p:nvGrpSpPr>
          <p:grpSpPr>
            <a:xfrm rot="10800000">
              <a:off x="1553061" y="1633371"/>
              <a:ext cx="457675" cy="1877049"/>
              <a:chOff x="7973107" y="2709546"/>
              <a:chExt cx="457675" cy="1877049"/>
            </a:xfrm>
          </p:grpSpPr>
          <p:grpSp>
            <p:nvGrpSpPr>
              <p:cNvPr id="8689" name="Google Shape;8689;p442"/>
              <p:cNvGrpSpPr/>
              <p:nvPr/>
            </p:nvGrpSpPr>
            <p:grpSpPr>
              <a:xfrm>
                <a:off x="7973107" y="3698897"/>
                <a:ext cx="457675" cy="887697"/>
                <a:chOff x="7653632" y="3976747"/>
                <a:chExt cx="457675" cy="887697"/>
              </a:xfrm>
            </p:grpSpPr>
            <p:sp>
              <p:nvSpPr>
                <p:cNvPr id="8690" name="Google Shape;8690;p44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1" name="Google Shape;8691;p44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2" name="Google Shape;8692;p44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3" name="Google Shape;8693;p44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4" name="Google Shape;8694;p44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5" name="Google Shape;8695;p44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6" name="Google Shape;8696;p44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7" name="Google Shape;8697;p44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8" name="Google Shape;8698;p442"/>
              <p:cNvGrpSpPr/>
              <p:nvPr/>
            </p:nvGrpSpPr>
            <p:grpSpPr>
              <a:xfrm>
                <a:off x="7973107" y="2709546"/>
                <a:ext cx="457675" cy="887697"/>
                <a:chOff x="7653632" y="3976747"/>
                <a:chExt cx="457675" cy="887697"/>
              </a:xfrm>
            </p:grpSpPr>
            <p:sp>
              <p:nvSpPr>
                <p:cNvPr id="8699" name="Google Shape;8699;p442"/>
                <p:cNvSpPr/>
                <p:nvPr/>
              </p:nvSpPr>
              <p:spPr>
                <a:xfrm>
                  <a:off x="7653632"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0" name="Google Shape;8700;p442"/>
                <p:cNvSpPr/>
                <p:nvPr/>
              </p:nvSpPr>
              <p:spPr>
                <a:xfrm>
                  <a:off x="7653632"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1" name="Google Shape;8701;p442"/>
                <p:cNvSpPr/>
                <p:nvPr/>
              </p:nvSpPr>
              <p:spPr>
                <a:xfrm>
                  <a:off x="7653632"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2" name="Google Shape;8702;p442"/>
                <p:cNvSpPr/>
                <p:nvPr/>
              </p:nvSpPr>
              <p:spPr>
                <a:xfrm>
                  <a:off x="7653632"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3" name="Google Shape;8703;p442"/>
                <p:cNvSpPr/>
                <p:nvPr/>
              </p:nvSpPr>
              <p:spPr>
                <a:xfrm>
                  <a:off x="7935507" y="4712345"/>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4" name="Google Shape;8704;p442"/>
                <p:cNvSpPr/>
                <p:nvPr/>
              </p:nvSpPr>
              <p:spPr>
                <a:xfrm>
                  <a:off x="7935507" y="4467146"/>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5" name="Google Shape;8705;p442"/>
                <p:cNvSpPr/>
                <p:nvPr/>
              </p:nvSpPr>
              <p:spPr>
                <a:xfrm>
                  <a:off x="7935507" y="42219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6" name="Google Shape;8706;p442"/>
                <p:cNvSpPr/>
                <p:nvPr/>
              </p:nvSpPr>
              <p:spPr>
                <a:xfrm>
                  <a:off x="7935507" y="3976747"/>
                  <a:ext cx="175800" cy="1521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07" name="Google Shape;8707;p442"/>
            <p:cNvGrpSpPr/>
            <p:nvPr/>
          </p:nvGrpSpPr>
          <p:grpSpPr>
            <a:xfrm flipH="1">
              <a:off x="4034370" y="4740048"/>
              <a:ext cx="887795" cy="175887"/>
              <a:chOff x="-5191947" y="7177654"/>
              <a:chExt cx="1720200" cy="340800"/>
            </a:xfrm>
          </p:grpSpPr>
          <p:sp>
            <p:nvSpPr>
              <p:cNvPr id="8708" name="Google Shape;8708;p442"/>
              <p:cNvSpPr/>
              <p:nvPr/>
            </p:nvSpPr>
            <p:spPr>
              <a:xfrm rot="5400000">
                <a:off x="-52148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9" name="Google Shape;8709;p442"/>
              <p:cNvSpPr/>
              <p:nvPr/>
            </p:nvSpPr>
            <p:spPr>
              <a:xfrm rot="5400000">
                <a:off x="-47397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0" name="Google Shape;8710;p442"/>
              <p:cNvSpPr/>
              <p:nvPr/>
            </p:nvSpPr>
            <p:spPr>
              <a:xfrm rot="5400000">
                <a:off x="-42646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1" name="Google Shape;8711;p442"/>
              <p:cNvSpPr/>
              <p:nvPr/>
            </p:nvSpPr>
            <p:spPr>
              <a:xfrm rot="5400000">
                <a:off x="-3789597" y="7200604"/>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9.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22" Type="http://schemas.openxmlformats.org/officeDocument/2006/relationships/slideLayout" Target="../slideLayouts/slideLayout34.xml"/><Relationship Id="rId21" Type="http://schemas.openxmlformats.org/officeDocument/2006/relationships/slideLayout" Target="../slideLayouts/slideLayout33.xml"/><Relationship Id="rId24" Type="http://schemas.openxmlformats.org/officeDocument/2006/relationships/slideLayout" Target="../slideLayouts/slideLayout36.xml"/><Relationship Id="rId23" Type="http://schemas.openxmlformats.org/officeDocument/2006/relationships/slideLayout" Target="../slideLayouts/slideLayout35.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5" Type="http://schemas.openxmlformats.org/officeDocument/2006/relationships/slideLayout" Target="../slideLayouts/slideLayout17.xml"/><Relationship Id="rId6" Type="http://schemas.openxmlformats.org/officeDocument/2006/relationships/slideLayout" Target="../slideLayouts/slideLayout18.xml"/><Relationship Id="rId29" Type="http://schemas.openxmlformats.org/officeDocument/2006/relationships/slideLayout" Target="../slideLayouts/slideLayout41.xml"/><Relationship Id="rId7" Type="http://schemas.openxmlformats.org/officeDocument/2006/relationships/slideLayout" Target="../slideLayouts/slideLayout19.xml"/><Relationship Id="rId8" Type="http://schemas.openxmlformats.org/officeDocument/2006/relationships/slideLayout" Target="../slideLayouts/slideLayout20.xml"/><Relationship Id="rId31" Type="http://schemas.openxmlformats.org/officeDocument/2006/relationships/slideLayout" Target="../slideLayouts/slideLayout43.xml"/><Relationship Id="rId30" Type="http://schemas.openxmlformats.org/officeDocument/2006/relationships/slideLayout" Target="../slideLayouts/slideLayout42.xml"/><Relationship Id="rId11" Type="http://schemas.openxmlformats.org/officeDocument/2006/relationships/slideLayout" Target="../slideLayouts/slideLayout23.xml"/><Relationship Id="rId33" Type="http://schemas.openxmlformats.org/officeDocument/2006/relationships/theme" Target="../theme/theme2.xml"/><Relationship Id="rId10" Type="http://schemas.openxmlformats.org/officeDocument/2006/relationships/slideLayout" Target="../slideLayouts/slideLayout22.xml"/><Relationship Id="rId32" Type="http://schemas.openxmlformats.org/officeDocument/2006/relationships/slideLayout" Target="../slideLayouts/slideLayout44.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4.xml"/><Relationship Id="rId22" Type="http://schemas.openxmlformats.org/officeDocument/2006/relationships/slideLayout" Target="../slideLayouts/slideLayout66.xml"/><Relationship Id="rId21" Type="http://schemas.openxmlformats.org/officeDocument/2006/relationships/slideLayout" Target="../slideLayouts/slideLayout65.xml"/><Relationship Id="rId24" Type="http://schemas.openxmlformats.org/officeDocument/2006/relationships/slideLayout" Target="../slideLayouts/slideLayout68.xml"/><Relationship Id="rId23" Type="http://schemas.openxmlformats.org/officeDocument/2006/relationships/slideLayout" Target="../slideLayouts/slideLayout67.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26" Type="http://schemas.openxmlformats.org/officeDocument/2006/relationships/slideLayout" Target="../slideLayouts/slideLayout70.xml"/><Relationship Id="rId25" Type="http://schemas.openxmlformats.org/officeDocument/2006/relationships/slideLayout" Target="../slideLayouts/slideLayout69.xml"/><Relationship Id="rId28" Type="http://schemas.openxmlformats.org/officeDocument/2006/relationships/slideLayout" Target="../slideLayouts/slideLayout72.xml"/><Relationship Id="rId27" Type="http://schemas.openxmlformats.org/officeDocument/2006/relationships/slideLayout" Target="../slideLayouts/slideLayout71.xml"/><Relationship Id="rId5" Type="http://schemas.openxmlformats.org/officeDocument/2006/relationships/slideLayout" Target="../slideLayouts/slideLayout49.xml"/><Relationship Id="rId6" Type="http://schemas.openxmlformats.org/officeDocument/2006/relationships/slideLayout" Target="../slideLayouts/slideLayout50.xml"/><Relationship Id="rId29" Type="http://schemas.openxmlformats.org/officeDocument/2006/relationships/slideLayout" Target="../slideLayouts/slideLayout73.xml"/><Relationship Id="rId7" Type="http://schemas.openxmlformats.org/officeDocument/2006/relationships/slideLayout" Target="../slideLayouts/slideLayout51.xml"/><Relationship Id="rId8" Type="http://schemas.openxmlformats.org/officeDocument/2006/relationships/slideLayout" Target="../slideLayouts/slideLayout52.xml"/><Relationship Id="rId31" Type="http://schemas.openxmlformats.org/officeDocument/2006/relationships/slideLayout" Target="../slideLayouts/slideLayout75.xml"/><Relationship Id="rId30" Type="http://schemas.openxmlformats.org/officeDocument/2006/relationships/slideLayout" Target="../slideLayouts/slideLayout74.xml"/><Relationship Id="rId11" Type="http://schemas.openxmlformats.org/officeDocument/2006/relationships/slideLayout" Target="../slideLayouts/slideLayout55.xml"/><Relationship Id="rId33" Type="http://schemas.openxmlformats.org/officeDocument/2006/relationships/theme" Target="../theme/theme5.xml"/><Relationship Id="rId10" Type="http://schemas.openxmlformats.org/officeDocument/2006/relationships/slideLayout" Target="../slideLayouts/slideLayout54.xml"/><Relationship Id="rId32" Type="http://schemas.openxmlformats.org/officeDocument/2006/relationships/slideLayout" Target="../slideLayouts/slideLayout76.xml"/><Relationship Id="rId13" Type="http://schemas.openxmlformats.org/officeDocument/2006/relationships/slideLayout" Target="../slideLayouts/slideLayout57.xml"/><Relationship Id="rId12" Type="http://schemas.openxmlformats.org/officeDocument/2006/relationships/slideLayout" Target="../slideLayouts/slideLayout56.xml"/><Relationship Id="rId15" Type="http://schemas.openxmlformats.org/officeDocument/2006/relationships/slideLayout" Target="../slideLayouts/slideLayout59.xml"/><Relationship Id="rId14" Type="http://schemas.openxmlformats.org/officeDocument/2006/relationships/slideLayout" Target="../slideLayouts/slideLayout58.xml"/><Relationship Id="rId17" Type="http://schemas.openxmlformats.org/officeDocument/2006/relationships/slideLayout" Target="../slideLayouts/slideLayout61.xml"/><Relationship Id="rId16" Type="http://schemas.openxmlformats.org/officeDocument/2006/relationships/slideLayout" Target="../slideLayouts/slideLayout60.xml"/><Relationship Id="rId19" Type="http://schemas.openxmlformats.org/officeDocument/2006/relationships/slideLayout" Target="../slideLayouts/slideLayout63.xml"/><Relationship Id="rId18"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96.xml"/><Relationship Id="rId22" Type="http://schemas.openxmlformats.org/officeDocument/2006/relationships/slideLayout" Target="../slideLayouts/slideLayout98.xml"/><Relationship Id="rId21" Type="http://schemas.openxmlformats.org/officeDocument/2006/relationships/slideLayout" Target="../slideLayouts/slideLayout97.xml"/><Relationship Id="rId24" Type="http://schemas.openxmlformats.org/officeDocument/2006/relationships/slideLayout" Target="../slideLayouts/slideLayout100.xml"/><Relationship Id="rId23" Type="http://schemas.openxmlformats.org/officeDocument/2006/relationships/slideLayout" Target="../slideLayouts/slideLayout99.xml"/><Relationship Id="rId1" Type="http://schemas.openxmlformats.org/officeDocument/2006/relationships/slideLayout" Target="../slideLayouts/slideLayout77.xml"/><Relationship Id="rId2" Type="http://schemas.openxmlformats.org/officeDocument/2006/relationships/slideLayout" Target="../slideLayouts/slideLayout78.xml"/><Relationship Id="rId3" Type="http://schemas.openxmlformats.org/officeDocument/2006/relationships/slideLayout" Target="../slideLayouts/slideLayout79.xml"/><Relationship Id="rId4" Type="http://schemas.openxmlformats.org/officeDocument/2006/relationships/slideLayout" Target="../slideLayouts/slideLayout80.xml"/><Relationship Id="rId9" Type="http://schemas.openxmlformats.org/officeDocument/2006/relationships/slideLayout" Target="../slideLayouts/slideLayout85.xml"/><Relationship Id="rId26" Type="http://schemas.openxmlformats.org/officeDocument/2006/relationships/slideLayout" Target="../slideLayouts/slideLayout102.xml"/><Relationship Id="rId25" Type="http://schemas.openxmlformats.org/officeDocument/2006/relationships/slideLayout" Target="../slideLayouts/slideLayout101.xml"/><Relationship Id="rId28" Type="http://schemas.openxmlformats.org/officeDocument/2006/relationships/slideLayout" Target="../slideLayouts/slideLayout104.xml"/><Relationship Id="rId27" Type="http://schemas.openxmlformats.org/officeDocument/2006/relationships/slideLayout" Target="../slideLayouts/slideLayout103.xml"/><Relationship Id="rId5" Type="http://schemas.openxmlformats.org/officeDocument/2006/relationships/slideLayout" Target="../slideLayouts/slideLayout81.xml"/><Relationship Id="rId6" Type="http://schemas.openxmlformats.org/officeDocument/2006/relationships/slideLayout" Target="../slideLayouts/slideLayout82.xml"/><Relationship Id="rId29" Type="http://schemas.openxmlformats.org/officeDocument/2006/relationships/slideLayout" Target="../slideLayouts/slideLayout105.xml"/><Relationship Id="rId7" Type="http://schemas.openxmlformats.org/officeDocument/2006/relationships/slideLayout" Target="../slideLayouts/slideLayout83.xml"/><Relationship Id="rId8" Type="http://schemas.openxmlformats.org/officeDocument/2006/relationships/slideLayout" Target="../slideLayouts/slideLayout84.xml"/><Relationship Id="rId31" Type="http://schemas.openxmlformats.org/officeDocument/2006/relationships/slideLayout" Target="../slideLayouts/slideLayout107.xml"/><Relationship Id="rId30" Type="http://schemas.openxmlformats.org/officeDocument/2006/relationships/slideLayout" Target="../slideLayouts/slideLayout106.xml"/><Relationship Id="rId11" Type="http://schemas.openxmlformats.org/officeDocument/2006/relationships/slideLayout" Target="../slideLayouts/slideLayout87.xml"/><Relationship Id="rId33" Type="http://schemas.openxmlformats.org/officeDocument/2006/relationships/theme" Target="../theme/theme13.xml"/><Relationship Id="rId10" Type="http://schemas.openxmlformats.org/officeDocument/2006/relationships/slideLayout" Target="../slideLayouts/slideLayout86.xml"/><Relationship Id="rId32" Type="http://schemas.openxmlformats.org/officeDocument/2006/relationships/slideLayout" Target="../slideLayouts/slideLayout108.xml"/><Relationship Id="rId13" Type="http://schemas.openxmlformats.org/officeDocument/2006/relationships/slideLayout" Target="../slideLayouts/slideLayout89.xml"/><Relationship Id="rId12" Type="http://schemas.openxmlformats.org/officeDocument/2006/relationships/slideLayout" Target="../slideLayouts/slideLayout88.xml"/><Relationship Id="rId15" Type="http://schemas.openxmlformats.org/officeDocument/2006/relationships/slideLayout" Target="../slideLayouts/slideLayout91.xml"/><Relationship Id="rId14" Type="http://schemas.openxmlformats.org/officeDocument/2006/relationships/slideLayout" Target="../slideLayouts/slideLayout90.xml"/><Relationship Id="rId17" Type="http://schemas.openxmlformats.org/officeDocument/2006/relationships/slideLayout" Target="../slideLayouts/slideLayout93.xml"/><Relationship Id="rId16" Type="http://schemas.openxmlformats.org/officeDocument/2006/relationships/slideLayout" Target="../slideLayouts/slideLayout92.xml"/><Relationship Id="rId19" Type="http://schemas.openxmlformats.org/officeDocument/2006/relationships/slideLayout" Target="../slideLayouts/slideLayout95.xml"/><Relationship Id="rId18" Type="http://schemas.openxmlformats.org/officeDocument/2006/relationships/slideLayout" Target="../slideLayouts/slideLayout94.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8.xml"/><Relationship Id="rId22" Type="http://schemas.openxmlformats.org/officeDocument/2006/relationships/slideLayout" Target="../slideLayouts/slideLayout130.xml"/><Relationship Id="rId21" Type="http://schemas.openxmlformats.org/officeDocument/2006/relationships/slideLayout" Target="../slideLayouts/slideLayout129.xml"/><Relationship Id="rId24" Type="http://schemas.openxmlformats.org/officeDocument/2006/relationships/slideLayout" Target="../slideLayouts/slideLayout132.xml"/><Relationship Id="rId23" Type="http://schemas.openxmlformats.org/officeDocument/2006/relationships/slideLayout" Target="../slideLayouts/slideLayout131.xml"/><Relationship Id="rId1" Type="http://schemas.openxmlformats.org/officeDocument/2006/relationships/slideLayout" Target="../slideLayouts/slideLayout109.xml"/><Relationship Id="rId2" Type="http://schemas.openxmlformats.org/officeDocument/2006/relationships/slideLayout" Target="../slideLayouts/slideLayout110.xml"/><Relationship Id="rId3" Type="http://schemas.openxmlformats.org/officeDocument/2006/relationships/slideLayout" Target="../slideLayouts/slideLayout111.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26" Type="http://schemas.openxmlformats.org/officeDocument/2006/relationships/slideLayout" Target="../slideLayouts/slideLayout134.xml"/><Relationship Id="rId25" Type="http://schemas.openxmlformats.org/officeDocument/2006/relationships/slideLayout" Target="../slideLayouts/slideLayout133.xml"/><Relationship Id="rId28" Type="http://schemas.openxmlformats.org/officeDocument/2006/relationships/slideLayout" Target="../slideLayouts/slideLayout136.xml"/><Relationship Id="rId27" Type="http://schemas.openxmlformats.org/officeDocument/2006/relationships/slideLayout" Target="../slideLayouts/slideLayout135.xml"/><Relationship Id="rId5" Type="http://schemas.openxmlformats.org/officeDocument/2006/relationships/slideLayout" Target="../slideLayouts/slideLayout113.xml"/><Relationship Id="rId6" Type="http://schemas.openxmlformats.org/officeDocument/2006/relationships/slideLayout" Target="../slideLayouts/slideLayout114.xml"/><Relationship Id="rId29" Type="http://schemas.openxmlformats.org/officeDocument/2006/relationships/slideLayout" Target="../slideLayouts/slideLayout137.xml"/><Relationship Id="rId7" Type="http://schemas.openxmlformats.org/officeDocument/2006/relationships/slideLayout" Target="../slideLayouts/slideLayout115.xml"/><Relationship Id="rId8" Type="http://schemas.openxmlformats.org/officeDocument/2006/relationships/slideLayout" Target="../slideLayouts/slideLayout116.xml"/><Relationship Id="rId31" Type="http://schemas.openxmlformats.org/officeDocument/2006/relationships/slideLayout" Target="../slideLayouts/slideLayout139.xml"/><Relationship Id="rId30" Type="http://schemas.openxmlformats.org/officeDocument/2006/relationships/slideLayout" Target="../slideLayouts/slideLayout138.xml"/><Relationship Id="rId11" Type="http://schemas.openxmlformats.org/officeDocument/2006/relationships/slideLayout" Target="../slideLayouts/slideLayout119.xml"/><Relationship Id="rId33" Type="http://schemas.openxmlformats.org/officeDocument/2006/relationships/theme" Target="../theme/theme11.xml"/><Relationship Id="rId10" Type="http://schemas.openxmlformats.org/officeDocument/2006/relationships/slideLayout" Target="../slideLayouts/slideLayout118.xml"/><Relationship Id="rId32" Type="http://schemas.openxmlformats.org/officeDocument/2006/relationships/slideLayout" Target="../slideLayouts/slideLayout140.xml"/><Relationship Id="rId13" Type="http://schemas.openxmlformats.org/officeDocument/2006/relationships/slideLayout" Target="../slideLayouts/slideLayout121.xml"/><Relationship Id="rId12" Type="http://schemas.openxmlformats.org/officeDocument/2006/relationships/slideLayout" Target="../slideLayouts/slideLayout120.xml"/><Relationship Id="rId15" Type="http://schemas.openxmlformats.org/officeDocument/2006/relationships/slideLayout" Target="../slideLayouts/slideLayout123.xml"/><Relationship Id="rId14" Type="http://schemas.openxmlformats.org/officeDocument/2006/relationships/slideLayout" Target="../slideLayouts/slideLayout122.xml"/><Relationship Id="rId17" Type="http://schemas.openxmlformats.org/officeDocument/2006/relationships/slideLayout" Target="../slideLayouts/slideLayout125.xml"/><Relationship Id="rId16" Type="http://schemas.openxmlformats.org/officeDocument/2006/relationships/slideLayout" Target="../slideLayouts/slideLayout124.xml"/><Relationship Id="rId19" Type="http://schemas.openxmlformats.org/officeDocument/2006/relationships/slideLayout" Target="../slideLayouts/slideLayout127.xml"/><Relationship Id="rId18" Type="http://schemas.openxmlformats.org/officeDocument/2006/relationships/slideLayout" Target="../slideLayouts/slideLayout126.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60.xml"/><Relationship Id="rId22" Type="http://schemas.openxmlformats.org/officeDocument/2006/relationships/slideLayout" Target="../slideLayouts/slideLayout162.xml"/><Relationship Id="rId21" Type="http://schemas.openxmlformats.org/officeDocument/2006/relationships/slideLayout" Target="../slideLayouts/slideLayout161.xml"/><Relationship Id="rId24" Type="http://schemas.openxmlformats.org/officeDocument/2006/relationships/slideLayout" Target="../slideLayouts/slideLayout164.xml"/><Relationship Id="rId23" Type="http://schemas.openxmlformats.org/officeDocument/2006/relationships/slideLayout" Target="../slideLayouts/slideLayout163.xml"/><Relationship Id="rId1" Type="http://schemas.openxmlformats.org/officeDocument/2006/relationships/slideLayout" Target="../slideLayouts/slideLayout141.xml"/><Relationship Id="rId2" Type="http://schemas.openxmlformats.org/officeDocument/2006/relationships/slideLayout" Target="../slideLayouts/slideLayout142.xml"/><Relationship Id="rId3" Type="http://schemas.openxmlformats.org/officeDocument/2006/relationships/slideLayout" Target="../slideLayouts/slideLayout143.xml"/><Relationship Id="rId4" Type="http://schemas.openxmlformats.org/officeDocument/2006/relationships/slideLayout" Target="../slideLayouts/slideLayout144.xml"/><Relationship Id="rId9" Type="http://schemas.openxmlformats.org/officeDocument/2006/relationships/slideLayout" Target="../slideLayouts/slideLayout149.xml"/><Relationship Id="rId26" Type="http://schemas.openxmlformats.org/officeDocument/2006/relationships/slideLayout" Target="../slideLayouts/slideLayout166.xml"/><Relationship Id="rId25" Type="http://schemas.openxmlformats.org/officeDocument/2006/relationships/slideLayout" Target="../slideLayouts/slideLayout165.xml"/><Relationship Id="rId28" Type="http://schemas.openxmlformats.org/officeDocument/2006/relationships/slideLayout" Target="../slideLayouts/slideLayout168.xml"/><Relationship Id="rId27" Type="http://schemas.openxmlformats.org/officeDocument/2006/relationships/slideLayout" Target="../slideLayouts/slideLayout167.xml"/><Relationship Id="rId5" Type="http://schemas.openxmlformats.org/officeDocument/2006/relationships/slideLayout" Target="../slideLayouts/slideLayout145.xml"/><Relationship Id="rId6" Type="http://schemas.openxmlformats.org/officeDocument/2006/relationships/slideLayout" Target="../slideLayouts/slideLayout146.xml"/><Relationship Id="rId29" Type="http://schemas.openxmlformats.org/officeDocument/2006/relationships/slideLayout" Target="../slideLayouts/slideLayout169.xml"/><Relationship Id="rId7" Type="http://schemas.openxmlformats.org/officeDocument/2006/relationships/slideLayout" Target="../slideLayouts/slideLayout147.xml"/><Relationship Id="rId8" Type="http://schemas.openxmlformats.org/officeDocument/2006/relationships/slideLayout" Target="../slideLayouts/slideLayout148.xml"/><Relationship Id="rId31" Type="http://schemas.openxmlformats.org/officeDocument/2006/relationships/slideLayout" Target="../slideLayouts/slideLayout171.xml"/><Relationship Id="rId30" Type="http://schemas.openxmlformats.org/officeDocument/2006/relationships/slideLayout" Target="../slideLayouts/slideLayout170.xml"/><Relationship Id="rId11" Type="http://schemas.openxmlformats.org/officeDocument/2006/relationships/slideLayout" Target="../slideLayouts/slideLayout151.xml"/><Relationship Id="rId33" Type="http://schemas.openxmlformats.org/officeDocument/2006/relationships/theme" Target="../theme/theme3.xml"/><Relationship Id="rId10" Type="http://schemas.openxmlformats.org/officeDocument/2006/relationships/slideLayout" Target="../slideLayouts/slideLayout150.xml"/><Relationship Id="rId32" Type="http://schemas.openxmlformats.org/officeDocument/2006/relationships/slideLayout" Target="../slideLayouts/slideLayout172.xml"/><Relationship Id="rId13" Type="http://schemas.openxmlformats.org/officeDocument/2006/relationships/slideLayout" Target="../slideLayouts/slideLayout153.xml"/><Relationship Id="rId12" Type="http://schemas.openxmlformats.org/officeDocument/2006/relationships/slideLayout" Target="../slideLayouts/slideLayout152.xml"/><Relationship Id="rId15" Type="http://schemas.openxmlformats.org/officeDocument/2006/relationships/slideLayout" Target="../slideLayouts/slideLayout155.xml"/><Relationship Id="rId14" Type="http://schemas.openxmlformats.org/officeDocument/2006/relationships/slideLayout" Target="../slideLayouts/slideLayout154.xml"/><Relationship Id="rId17" Type="http://schemas.openxmlformats.org/officeDocument/2006/relationships/slideLayout" Target="../slideLayouts/slideLayout157.xml"/><Relationship Id="rId16" Type="http://schemas.openxmlformats.org/officeDocument/2006/relationships/slideLayout" Target="../slideLayouts/slideLayout156.xml"/><Relationship Id="rId19" Type="http://schemas.openxmlformats.org/officeDocument/2006/relationships/slideLayout" Target="../slideLayouts/slideLayout159.xml"/><Relationship Id="rId18" Type="http://schemas.openxmlformats.org/officeDocument/2006/relationships/slideLayout" Target="../slideLayouts/slideLayout158.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92.xml"/><Relationship Id="rId22" Type="http://schemas.openxmlformats.org/officeDocument/2006/relationships/slideLayout" Target="../slideLayouts/slideLayout194.xml"/><Relationship Id="rId21" Type="http://schemas.openxmlformats.org/officeDocument/2006/relationships/slideLayout" Target="../slideLayouts/slideLayout193.xml"/><Relationship Id="rId24" Type="http://schemas.openxmlformats.org/officeDocument/2006/relationships/slideLayout" Target="../slideLayouts/slideLayout196.xml"/><Relationship Id="rId23" Type="http://schemas.openxmlformats.org/officeDocument/2006/relationships/slideLayout" Target="../slideLayouts/slideLayout195.xml"/><Relationship Id="rId1" Type="http://schemas.openxmlformats.org/officeDocument/2006/relationships/slideLayout" Target="../slideLayouts/slideLayout173.xml"/><Relationship Id="rId2" Type="http://schemas.openxmlformats.org/officeDocument/2006/relationships/slideLayout" Target="../slideLayouts/slideLayout174.xml"/><Relationship Id="rId3" Type="http://schemas.openxmlformats.org/officeDocument/2006/relationships/slideLayout" Target="../slideLayouts/slideLayout175.xml"/><Relationship Id="rId4" Type="http://schemas.openxmlformats.org/officeDocument/2006/relationships/slideLayout" Target="../slideLayouts/slideLayout176.xml"/><Relationship Id="rId9" Type="http://schemas.openxmlformats.org/officeDocument/2006/relationships/slideLayout" Target="../slideLayouts/slideLayout181.xml"/><Relationship Id="rId26" Type="http://schemas.openxmlformats.org/officeDocument/2006/relationships/slideLayout" Target="../slideLayouts/slideLayout198.xml"/><Relationship Id="rId25" Type="http://schemas.openxmlformats.org/officeDocument/2006/relationships/slideLayout" Target="../slideLayouts/slideLayout197.xml"/><Relationship Id="rId28" Type="http://schemas.openxmlformats.org/officeDocument/2006/relationships/slideLayout" Target="../slideLayouts/slideLayout200.xml"/><Relationship Id="rId27" Type="http://schemas.openxmlformats.org/officeDocument/2006/relationships/slideLayout" Target="../slideLayouts/slideLayout199.xml"/><Relationship Id="rId5" Type="http://schemas.openxmlformats.org/officeDocument/2006/relationships/slideLayout" Target="../slideLayouts/slideLayout177.xml"/><Relationship Id="rId6" Type="http://schemas.openxmlformats.org/officeDocument/2006/relationships/slideLayout" Target="../slideLayouts/slideLayout178.xml"/><Relationship Id="rId29" Type="http://schemas.openxmlformats.org/officeDocument/2006/relationships/slideLayout" Target="../slideLayouts/slideLayout201.xml"/><Relationship Id="rId7" Type="http://schemas.openxmlformats.org/officeDocument/2006/relationships/slideLayout" Target="../slideLayouts/slideLayout179.xml"/><Relationship Id="rId8" Type="http://schemas.openxmlformats.org/officeDocument/2006/relationships/slideLayout" Target="../slideLayouts/slideLayout180.xml"/><Relationship Id="rId31" Type="http://schemas.openxmlformats.org/officeDocument/2006/relationships/slideLayout" Target="../slideLayouts/slideLayout203.xml"/><Relationship Id="rId30" Type="http://schemas.openxmlformats.org/officeDocument/2006/relationships/slideLayout" Target="../slideLayouts/slideLayout202.xml"/><Relationship Id="rId11" Type="http://schemas.openxmlformats.org/officeDocument/2006/relationships/slideLayout" Target="../slideLayouts/slideLayout183.xml"/><Relationship Id="rId33" Type="http://schemas.openxmlformats.org/officeDocument/2006/relationships/theme" Target="../theme/theme10.xml"/><Relationship Id="rId10" Type="http://schemas.openxmlformats.org/officeDocument/2006/relationships/slideLayout" Target="../slideLayouts/slideLayout182.xml"/><Relationship Id="rId32" Type="http://schemas.openxmlformats.org/officeDocument/2006/relationships/slideLayout" Target="../slideLayouts/slideLayout204.xml"/><Relationship Id="rId13" Type="http://schemas.openxmlformats.org/officeDocument/2006/relationships/slideLayout" Target="../slideLayouts/slideLayout185.xml"/><Relationship Id="rId12" Type="http://schemas.openxmlformats.org/officeDocument/2006/relationships/slideLayout" Target="../slideLayouts/slideLayout184.xml"/><Relationship Id="rId15" Type="http://schemas.openxmlformats.org/officeDocument/2006/relationships/slideLayout" Target="../slideLayouts/slideLayout187.xml"/><Relationship Id="rId14" Type="http://schemas.openxmlformats.org/officeDocument/2006/relationships/slideLayout" Target="../slideLayouts/slideLayout186.xml"/><Relationship Id="rId17" Type="http://schemas.openxmlformats.org/officeDocument/2006/relationships/slideLayout" Target="../slideLayouts/slideLayout189.xml"/><Relationship Id="rId16" Type="http://schemas.openxmlformats.org/officeDocument/2006/relationships/slideLayout" Target="../slideLayouts/slideLayout188.xml"/><Relationship Id="rId19" Type="http://schemas.openxmlformats.org/officeDocument/2006/relationships/slideLayout" Target="../slideLayouts/slideLayout191.xml"/><Relationship Id="rId18" Type="http://schemas.openxmlformats.org/officeDocument/2006/relationships/slideLayout" Target="../slideLayouts/slideLayout190.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224.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1" Type="http://schemas.openxmlformats.org/officeDocument/2006/relationships/slideLayout" Target="../slideLayouts/slideLayout205.xml"/><Relationship Id="rId2" Type="http://schemas.openxmlformats.org/officeDocument/2006/relationships/slideLayout" Target="../slideLayouts/slideLayout206.xml"/><Relationship Id="rId3" Type="http://schemas.openxmlformats.org/officeDocument/2006/relationships/slideLayout" Target="../slideLayouts/slideLayout207.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26" Type="http://schemas.openxmlformats.org/officeDocument/2006/relationships/slideLayout" Target="../slideLayouts/slideLayout230.xml"/><Relationship Id="rId25" Type="http://schemas.openxmlformats.org/officeDocument/2006/relationships/slideLayout" Target="../slideLayouts/slideLayout229.xml"/><Relationship Id="rId28" Type="http://schemas.openxmlformats.org/officeDocument/2006/relationships/slideLayout" Target="../slideLayouts/slideLayout232.xml"/><Relationship Id="rId27" Type="http://schemas.openxmlformats.org/officeDocument/2006/relationships/slideLayout" Target="../slideLayouts/slideLayout231.xml"/><Relationship Id="rId5" Type="http://schemas.openxmlformats.org/officeDocument/2006/relationships/slideLayout" Target="../slideLayouts/slideLayout209.xml"/><Relationship Id="rId6" Type="http://schemas.openxmlformats.org/officeDocument/2006/relationships/slideLayout" Target="../slideLayouts/slideLayout210.xml"/><Relationship Id="rId29" Type="http://schemas.openxmlformats.org/officeDocument/2006/relationships/slideLayout" Target="../slideLayouts/slideLayout233.xml"/><Relationship Id="rId7" Type="http://schemas.openxmlformats.org/officeDocument/2006/relationships/slideLayout" Target="../slideLayouts/slideLayout211.xml"/><Relationship Id="rId8" Type="http://schemas.openxmlformats.org/officeDocument/2006/relationships/slideLayout" Target="../slideLayouts/slideLayout212.xml"/><Relationship Id="rId31" Type="http://schemas.openxmlformats.org/officeDocument/2006/relationships/slideLayout" Target="../slideLayouts/slideLayout235.xml"/><Relationship Id="rId30" Type="http://schemas.openxmlformats.org/officeDocument/2006/relationships/slideLayout" Target="../slideLayouts/slideLayout234.xml"/><Relationship Id="rId11" Type="http://schemas.openxmlformats.org/officeDocument/2006/relationships/slideLayout" Target="../slideLayouts/slideLayout215.xml"/><Relationship Id="rId33" Type="http://schemas.openxmlformats.org/officeDocument/2006/relationships/theme" Target="../theme/theme8.xml"/><Relationship Id="rId10" Type="http://schemas.openxmlformats.org/officeDocument/2006/relationships/slideLayout" Target="../slideLayouts/slideLayout214.xml"/><Relationship Id="rId32" Type="http://schemas.openxmlformats.org/officeDocument/2006/relationships/slideLayout" Target="../slideLayouts/slideLayout236.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9" Type="http://schemas.openxmlformats.org/officeDocument/2006/relationships/slideLayout" Target="../slideLayouts/slideLayout223.xml"/><Relationship Id="rId18" Type="http://schemas.openxmlformats.org/officeDocument/2006/relationships/slideLayout" Target="../slideLayouts/slideLayout222.xml"/></Relationships>
</file>

<file path=ppt/slideMasters/_rels/slideMaster9.xml.rels><?xml version="1.0" encoding="UTF-8" standalone="yes"?><Relationships xmlns="http://schemas.openxmlformats.org/package/2006/relationships"><Relationship Id="rId20" Type="http://schemas.openxmlformats.org/officeDocument/2006/relationships/slideLayout" Target="../slideLayouts/slideLayout256.xml"/><Relationship Id="rId22" Type="http://schemas.openxmlformats.org/officeDocument/2006/relationships/slideLayout" Target="../slideLayouts/slideLayout258.xml"/><Relationship Id="rId21" Type="http://schemas.openxmlformats.org/officeDocument/2006/relationships/slideLayout" Target="../slideLayouts/slideLayout257.xml"/><Relationship Id="rId24" Type="http://schemas.openxmlformats.org/officeDocument/2006/relationships/slideLayout" Target="../slideLayouts/slideLayout260.xml"/><Relationship Id="rId23" Type="http://schemas.openxmlformats.org/officeDocument/2006/relationships/slideLayout" Target="../slideLayouts/slideLayout259.xml"/><Relationship Id="rId1" Type="http://schemas.openxmlformats.org/officeDocument/2006/relationships/slideLayout" Target="../slideLayouts/slideLayout237.xml"/><Relationship Id="rId2" Type="http://schemas.openxmlformats.org/officeDocument/2006/relationships/slideLayout" Target="../slideLayouts/slideLayout238.xml"/><Relationship Id="rId3" Type="http://schemas.openxmlformats.org/officeDocument/2006/relationships/slideLayout" Target="../slideLayouts/slideLayout239.xml"/><Relationship Id="rId4" Type="http://schemas.openxmlformats.org/officeDocument/2006/relationships/slideLayout" Target="../slideLayouts/slideLayout240.xml"/><Relationship Id="rId9" Type="http://schemas.openxmlformats.org/officeDocument/2006/relationships/slideLayout" Target="../slideLayouts/slideLayout245.xml"/><Relationship Id="rId26" Type="http://schemas.openxmlformats.org/officeDocument/2006/relationships/slideLayout" Target="../slideLayouts/slideLayout262.xml"/><Relationship Id="rId25" Type="http://schemas.openxmlformats.org/officeDocument/2006/relationships/slideLayout" Target="../slideLayouts/slideLayout261.xml"/><Relationship Id="rId28" Type="http://schemas.openxmlformats.org/officeDocument/2006/relationships/slideLayout" Target="../slideLayouts/slideLayout264.xml"/><Relationship Id="rId27" Type="http://schemas.openxmlformats.org/officeDocument/2006/relationships/slideLayout" Target="../slideLayouts/slideLayout263.xml"/><Relationship Id="rId5" Type="http://schemas.openxmlformats.org/officeDocument/2006/relationships/slideLayout" Target="../slideLayouts/slideLayout241.xml"/><Relationship Id="rId6" Type="http://schemas.openxmlformats.org/officeDocument/2006/relationships/slideLayout" Target="../slideLayouts/slideLayout242.xml"/><Relationship Id="rId29" Type="http://schemas.openxmlformats.org/officeDocument/2006/relationships/slideLayout" Target="../slideLayouts/slideLayout265.xml"/><Relationship Id="rId7" Type="http://schemas.openxmlformats.org/officeDocument/2006/relationships/slideLayout" Target="../slideLayouts/slideLayout243.xml"/><Relationship Id="rId8" Type="http://schemas.openxmlformats.org/officeDocument/2006/relationships/slideLayout" Target="../slideLayouts/slideLayout244.xml"/><Relationship Id="rId31" Type="http://schemas.openxmlformats.org/officeDocument/2006/relationships/slideLayout" Target="../slideLayouts/slideLayout267.xml"/><Relationship Id="rId30" Type="http://schemas.openxmlformats.org/officeDocument/2006/relationships/slideLayout" Target="../slideLayouts/slideLayout266.xml"/><Relationship Id="rId11" Type="http://schemas.openxmlformats.org/officeDocument/2006/relationships/slideLayout" Target="../slideLayouts/slideLayout247.xml"/><Relationship Id="rId33" Type="http://schemas.openxmlformats.org/officeDocument/2006/relationships/theme" Target="../theme/theme1.xml"/><Relationship Id="rId10" Type="http://schemas.openxmlformats.org/officeDocument/2006/relationships/slideLayout" Target="../slideLayouts/slideLayout246.xml"/><Relationship Id="rId32" Type="http://schemas.openxmlformats.org/officeDocument/2006/relationships/slideLayout" Target="../slideLayouts/slideLayout268.xml"/><Relationship Id="rId13" Type="http://schemas.openxmlformats.org/officeDocument/2006/relationships/slideLayout" Target="../slideLayouts/slideLayout249.xml"/><Relationship Id="rId12" Type="http://schemas.openxmlformats.org/officeDocument/2006/relationships/slideLayout" Target="../slideLayouts/slideLayout248.xml"/><Relationship Id="rId15" Type="http://schemas.openxmlformats.org/officeDocument/2006/relationships/slideLayout" Target="../slideLayouts/slideLayout251.xml"/><Relationship Id="rId14" Type="http://schemas.openxmlformats.org/officeDocument/2006/relationships/slideLayout" Target="../slideLayouts/slideLayout250.xml"/><Relationship Id="rId17" Type="http://schemas.openxmlformats.org/officeDocument/2006/relationships/slideLayout" Target="../slideLayouts/slideLayout253.xml"/><Relationship Id="rId16" Type="http://schemas.openxmlformats.org/officeDocument/2006/relationships/slideLayout" Target="../slideLayouts/slideLayout252.xml"/><Relationship Id="rId19" Type="http://schemas.openxmlformats.org/officeDocument/2006/relationships/slideLayout" Target="../slideLayouts/slideLayout255.xml"/><Relationship Id="rId18" Type="http://schemas.openxmlformats.org/officeDocument/2006/relationships/slideLayout" Target="../slideLayouts/slideLayout254.xml"/></Relationships>
</file>

<file path=ppt/slideMasters/_rels/slideMaster10.xml.rels><?xml version="1.0" encoding="UTF-8" standalone="yes"?><Relationships xmlns="http://schemas.openxmlformats.org/package/2006/relationships"><Relationship Id="rId20" Type="http://schemas.openxmlformats.org/officeDocument/2006/relationships/slideLayout" Target="../slideLayouts/slideLayout288.xml"/><Relationship Id="rId22" Type="http://schemas.openxmlformats.org/officeDocument/2006/relationships/slideLayout" Target="../slideLayouts/slideLayout290.xml"/><Relationship Id="rId21" Type="http://schemas.openxmlformats.org/officeDocument/2006/relationships/slideLayout" Target="../slideLayouts/slideLayout289.xml"/><Relationship Id="rId24" Type="http://schemas.openxmlformats.org/officeDocument/2006/relationships/slideLayout" Target="../slideLayouts/slideLayout292.xml"/><Relationship Id="rId23" Type="http://schemas.openxmlformats.org/officeDocument/2006/relationships/slideLayout" Target="../slideLayouts/slideLayout291.xml"/><Relationship Id="rId1" Type="http://schemas.openxmlformats.org/officeDocument/2006/relationships/slideLayout" Target="../slideLayouts/slideLayout269.xml"/><Relationship Id="rId2" Type="http://schemas.openxmlformats.org/officeDocument/2006/relationships/slideLayout" Target="../slideLayouts/slideLayout270.xml"/><Relationship Id="rId3" Type="http://schemas.openxmlformats.org/officeDocument/2006/relationships/slideLayout" Target="../slideLayouts/slideLayout271.xml"/><Relationship Id="rId4" Type="http://schemas.openxmlformats.org/officeDocument/2006/relationships/slideLayout" Target="../slideLayouts/slideLayout272.xml"/><Relationship Id="rId9" Type="http://schemas.openxmlformats.org/officeDocument/2006/relationships/slideLayout" Target="../slideLayouts/slideLayout277.xml"/><Relationship Id="rId26" Type="http://schemas.openxmlformats.org/officeDocument/2006/relationships/slideLayout" Target="../slideLayouts/slideLayout294.xml"/><Relationship Id="rId25" Type="http://schemas.openxmlformats.org/officeDocument/2006/relationships/slideLayout" Target="../slideLayouts/slideLayout293.xml"/><Relationship Id="rId28" Type="http://schemas.openxmlformats.org/officeDocument/2006/relationships/slideLayout" Target="../slideLayouts/slideLayout296.xml"/><Relationship Id="rId27" Type="http://schemas.openxmlformats.org/officeDocument/2006/relationships/slideLayout" Target="../slideLayouts/slideLayout295.xml"/><Relationship Id="rId5" Type="http://schemas.openxmlformats.org/officeDocument/2006/relationships/slideLayout" Target="../slideLayouts/slideLayout273.xml"/><Relationship Id="rId6" Type="http://schemas.openxmlformats.org/officeDocument/2006/relationships/slideLayout" Target="../slideLayouts/slideLayout274.xml"/><Relationship Id="rId29" Type="http://schemas.openxmlformats.org/officeDocument/2006/relationships/slideLayout" Target="../slideLayouts/slideLayout297.xml"/><Relationship Id="rId7" Type="http://schemas.openxmlformats.org/officeDocument/2006/relationships/slideLayout" Target="../slideLayouts/slideLayout275.xml"/><Relationship Id="rId8" Type="http://schemas.openxmlformats.org/officeDocument/2006/relationships/slideLayout" Target="../slideLayouts/slideLayout276.xml"/><Relationship Id="rId31" Type="http://schemas.openxmlformats.org/officeDocument/2006/relationships/slideLayout" Target="../slideLayouts/slideLayout299.xml"/><Relationship Id="rId30" Type="http://schemas.openxmlformats.org/officeDocument/2006/relationships/slideLayout" Target="../slideLayouts/slideLayout298.xml"/><Relationship Id="rId11" Type="http://schemas.openxmlformats.org/officeDocument/2006/relationships/slideLayout" Target="../slideLayouts/slideLayout279.xml"/><Relationship Id="rId33" Type="http://schemas.openxmlformats.org/officeDocument/2006/relationships/theme" Target="../theme/theme14.xml"/><Relationship Id="rId10" Type="http://schemas.openxmlformats.org/officeDocument/2006/relationships/slideLayout" Target="../slideLayouts/slideLayout278.xml"/><Relationship Id="rId32" Type="http://schemas.openxmlformats.org/officeDocument/2006/relationships/slideLayout" Target="../slideLayouts/slideLayout300.xml"/><Relationship Id="rId13" Type="http://schemas.openxmlformats.org/officeDocument/2006/relationships/slideLayout" Target="../slideLayouts/slideLayout281.xml"/><Relationship Id="rId12" Type="http://schemas.openxmlformats.org/officeDocument/2006/relationships/slideLayout" Target="../slideLayouts/slideLayout280.xml"/><Relationship Id="rId15" Type="http://schemas.openxmlformats.org/officeDocument/2006/relationships/slideLayout" Target="../slideLayouts/slideLayout283.xml"/><Relationship Id="rId14" Type="http://schemas.openxmlformats.org/officeDocument/2006/relationships/slideLayout" Target="../slideLayouts/slideLayout282.xml"/><Relationship Id="rId17" Type="http://schemas.openxmlformats.org/officeDocument/2006/relationships/slideLayout" Target="../slideLayouts/slideLayout285.xml"/><Relationship Id="rId16" Type="http://schemas.openxmlformats.org/officeDocument/2006/relationships/slideLayout" Target="../slideLayouts/slideLayout284.xml"/><Relationship Id="rId19" Type="http://schemas.openxmlformats.org/officeDocument/2006/relationships/slideLayout" Target="../slideLayouts/slideLayout287.xml"/><Relationship Id="rId18" Type="http://schemas.openxmlformats.org/officeDocument/2006/relationships/slideLayout" Target="../slideLayouts/slideLayout286.xml"/></Relationships>
</file>

<file path=ppt/slideMasters/_rels/slideMaster11.xml.rels><?xml version="1.0" encoding="UTF-8" standalone="yes"?><Relationships xmlns="http://schemas.openxmlformats.org/package/2006/relationships"><Relationship Id="rId20" Type="http://schemas.openxmlformats.org/officeDocument/2006/relationships/slideLayout" Target="../slideLayouts/slideLayout320.xml"/><Relationship Id="rId22" Type="http://schemas.openxmlformats.org/officeDocument/2006/relationships/slideLayout" Target="../slideLayouts/slideLayout322.xml"/><Relationship Id="rId21" Type="http://schemas.openxmlformats.org/officeDocument/2006/relationships/slideLayout" Target="../slideLayouts/slideLayout321.xml"/><Relationship Id="rId24" Type="http://schemas.openxmlformats.org/officeDocument/2006/relationships/slideLayout" Target="../slideLayouts/slideLayout324.xml"/><Relationship Id="rId23" Type="http://schemas.openxmlformats.org/officeDocument/2006/relationships/slideLayout" Target="../slideLayouts/slideLayout323.xml"/><Relationship Id="rId1" Type="http://schemas.openxmlformats.org/officeDocument/2006/relationships/slideLayout" Target="../slideLayouts/slideLayout301.xml"/><Relationship Id="rId2" Type="http://schemas.openxmlformats.org/officeDocument/2006/relationships/slideLayout" Target="../slideLayouts/slideLayout302.xml"/><Relationship Id="rId3" Type="http://schemas.openxmlformats.org/officeDocument/2006/relationships/slideLayout" Target="../slideLayouts/slideLayout303.xml"/><Relationship Id="rId4" Type="http://schemas.openxmlformats.org/officeDocument/2006/relationships/slideLayout" Target="../slideLayouts/slideLayout304.xml"/><Relationship Id="rId9" Type="http://schemas.openxmlformats.org/officeDocument/2006/relationships/slideLayout" Target="../slideLayouts/slideLayout309.xml"/><Relationship Id="rId26" Type="http://schemas.openxmlformats.org/officeDocument/2006/relationships/slideLayout" Target="../slideLayouts/slideLayout326.xml"/><Relationship Id="rId25" Type="http://schemas.openxmlformats.org/officeDocument/2006/relationships/slideLayout" Target="../slideLayouts/slideLayout325.xml"/><Relationship Id="rId28" Type="http://schemas.openxmlformats.org/officeDocument/2006/relationships/slideLayout" Target="../slideLayouts/slideLayout328.xml"/><Relationship Id="rId27" Type="http://schemas.openxmlformats.org/officeDocument/2006/relationships/slideLayout" Target="../slideLayouts/slideLayout327.xml"/><Relationship Id="rId5" Type="http://schemas.openxmlformats.org/officeDocument/2006/relationships/slideLayout" Target="../slideLayouts/slideLayout305.xml"/><Relationship Id="rId6" Type="http://schemas.openxmlformats.org/officeDocument/2006/relationships/slideLayout" Target="../slideLayouts/slideLayout306.xml"/><Relationship Id="rId29" Type="http://schemas.openxmlformats.org/officeDocument/2006/relationships/slideLayout" Target="../slideLayouts/slideLayout329.xml"/><Relationship Id="rId7" Type="http://schemas.openxmlformats.org/officeDocument/2006/relationships/slideLayout" Target="../slideLayouts/slideLayout307.xml"/><Relationship Id="rId8" Type="http://schemas.openxmlformats.org/officeDocument/2006/relationships/slideLayout" Target="../slideLayouts/slideLayout308.xml"/><Relationship Id="rId31" Type="http://schemas.openxmlformats.org/officeDocument/2006/relationships/slideLayout" Target="../slideLayouts/slideLayout331.xml"/><Relationship Id="rId30" Type="http://schemas.openxmlformats.org/officeDocument/2006/relationships/slideLayout" Target="../slideLayouts/slideLayout330.xml"/><Relationship Id="rId11" Type="http://schemas.openxmlformats.org/officeDocument/2006/relationships/slideLayout" Target="../slideLayouts/slideLayout311.xml"/><Relationship Id="rId33" Type="http://schemas.openxmlformats.org/officeDocument/2006/relationships/theme" Target="../theme/theme12.xml"/><Relationship Id="rId10" Type="http://schemas.openxmlformats.org/officeDocument/2006/relationships/slideLayout" Target="../slideLayouts/slideLayout310.xml"/><Relationship Id="rId32" Type="http://schemas.openxmlformats.org/officeDocument/2006/relationships/slideLayout" Target="../slideLayouts/slideLayout332.xml"/><Relationship Id="rId13" Type="http://schemas.openxmlformats.org/officeDocument/2006/relationships/slideLayout" Target="../slideLayouts/slideLayout313.xml"/><Relationship Id="rId12" Type="http://schemas.openxmlformats.org/officeDocument/2006/relationships/slideLayout" Target="../slideLayouts/slideLayout312.xml"/><Relationship Id="rId15" Type="http://schemas.openxmlformats.org/officeDocument/2006/relationships/slideLayout" Target="../slideLayouts/slideLayout315.xml"/><Relationship Id="rId14" Type="http://schemas.openxmlformats.org/officeDocument/2006/relationships/slideLayout" Target="../slideLayouts/slideLayout314.xml"/><Relationship Id="rId17" Type="http://schemas.openxmlformats.org/officeDocument/2006/relationships/slideLayout" Target="../slideLayouts/slideLayout317.xml"/><Relationship Id="rId16" Type="http://schemas.openxmlformats.org/officeDocument/2006/relationships/slideLayout" Target="../slideLayouts/slideLayout316.xml"/><Relationship Id="rId19" Type="http://schemas.openxmlformats.org/officeDocument/2006/relationships/slideLayout" Target="../slideLayouts/slideLayout319.xml"/><Relationship Id="rId18" Type="http://schemas.openxmlformats.org/officeDocument/2006/relationships/slideLayout" Target="../slideLayouts/slideLayout318.xml"/></Relationships>
</file>

<file path=ppt/slideMasters/_rels/slideMaster12.xml.rels><?xml version="1.0" encoding="UTF-8" standalone="yes"?><Relationships xmlns="http://schemas.openxmlformats.org/package/2006/relationships"><Relationship Id="rId20" Type="http://schemas.openxmlformats.org/officeDocument/2006/relationships/slideLayout" Target="../slideLayouts/slideLayout352.xml"/><Relationship Id="rId22" Type="http://schemas.openxmlformats.org/officeDocument/2006/relationships/slideLayout" Target="../slideLayouts/slideLayout354.xml"/><Relationship Id="rId21" Type="http://schemas.openxmlformats.org/officeDocument/2006/relationships/slideLayout" Target="../slideLayouts/slideLayout353.xml"/><Relationship Id="rId24" Type="http://schemas.openxmlformats.org/officeDocument/2006/relationships/slideLayout" Target="../slideLayouts/slideLayout356.xml"/><Relationship Id="rId23" Type="http://schemas.openxmlformats.org/officeDocument/2006/relationships/slideLayout" Target="../slideLayouts/slideLayout355.xml"/><Relationship Id="rId1" Type="http://schemas.openxmlformats.org/officeDocument/2006/relationships/slideLayout" Target="../slideLayouts/slideLayout333.xml"/><Relationship Id="rId2" Type="http://schemas.openxmlformats.org/officeDocument/2006/relationships/slideLayout" Target="../slideLayouts/slideLayout334.xml"/><Relationship Id="rId3" Type="http://schemas.openxmlformats.org/officeDocument/2006/relationships/slideLayout" Target="../slideLayouts/slideLayout335.xml"/><Relationship Id="rId4" Type="http://schemas.openxmlformats.org/officeDocument/2006/relationships/slideLayout" Target="../slideLayouts/slideLayout336.xml"/><Relationship Id="rId9" Type="http://schemas.openxmlformats.org/officeDocument/2006/relationships/slideLayout" Target="../slideLayouts/slideLayout341.xml"/><Relationship Id="rId26" Type="http://schemas.openxmlformats.org/officeDocument/2006/relationships/slideLayout" Target="../slideLayouts/slideLayout358.xml"/><Relationship Id="rId25" Type="http://schemas.openxmlformats.org/officeDocument/2006/relationships/slideLayout" Target="../slideLayouts/slideLayout357.xml"/><Relationship Id="rId28" Type="http://schemas.openxmlformats.org/officeDocument/2006/relationships/slideLayout" Target="../slideLayouts/slideLayout360.xml"/><Relationship Id="rId27" Type="http://schemas.openxmlformats.org/officeDocument/2006/relationships/slideLayout" Target="../slideLayouts/slideLayout359.xml"/><Relationship Id="rId5" Type="http://schemas.openxmlformats.org/officeDocument/2006/relationships/slideLayout" Target="../slideLayouts/slideLayout337.xml"/><Relationship Id="rId6" Type="http://schemas.openxmlformats.org/officeDocument/2006/relationships/slideLayout" Target="../slideLayouts/slideLayout338.xml"/><Relationship Id="rId29" Type="http://schemas.openxmlformats.org/officeDocument/2006/relationships/slideLayout" Target="../slideLayouts/slideLayout361.xml"/><Relationship Id="rId7" Type="http://schemas.openxmlformats.org/officeDocument/2006/relationships/slideLayout" Target="../slideLayouts/slideLayout339.xml"/><Relationship Id="rId8" Type="http://schemas.openxmlformats.org/officeDocument/2006/relationships/slideLayout" Target="../slideLayouts/slideLayout340.xml"/><Relationship Id="rId31" Type="http://schemas.openxmlformats.org/officeDocument/2006/relationships/slideLayout" Target="../slideLayouts/slideLayout363.xml"/><Relationship Id="rId30" Type="http://schemas.openxmlformats.org/officeDocument/2006/relationships/slideLayout" Target="../slideLayouts/slideLayout362.xml"/><Relationship Id="rId11" Type="http://schemas.openxmlformats.org/officeDocument/2006/relationships/slideLayout" Target="../slideLayouts/slideLayout343.xml"/><Relationship Id="rId33" Type="http://schemas.openxmlformats.org/officeDocument/2006/relationships/theme" Target="../theme/theme15.xml"/><Relationship Id="rId10" Type="http://schemas.openxmlformats.org/officeDocument/2006/relationships/slideLayout" Target="../slideLayouts/slideLayout342.xml"/><Relationship Id="rId32" Type="http://schemas.openxmlformats.org/officeDocument/2006/relationships/slideLayout" Target="../slideLayouts/slideLayout364.xml"/><Relationship Id="rId13" Type="http://schemas.openxmlformats.org/officeDocument/2006/relationships/slideLayout" Target="../slideLayouts/slideLayout345.xml"/><Relationship Id="rId12" Type="http://schemas.openxmlformats.org/officeDocument/2006/relationships/slideLayout" Target="../slideLayouts/slideLayout344.xml"/><Relationship Id="rId15" Type="http://schemas.openxmlformats.org/officeDocument/2006/relationships/slideLayout" Target="../slideLayouts/slideLayout347.xml"/><Relationship Id="rId14" Type="http://schemas.openxmlformats.org/officeDocument/2006/relationships/slideLayout" Target="../slideLayouts/slideLayout346.xml"/><Relationship Id="rId17" Type="http://schemas.openxmlformats.org/officeDocument/2006/relationships/slideLayout" Target="../slideLayouts/slideLayout349.xml"/><Relationship Id="rId16" Type="http://schemas.openxmlformats.org/officeDocument/2006/relationships/slideLayout" Target="../slideLayouts/slideLayout348.xml"/><Relationship Id="rId19" Type="http://schemas.openxmlformats.org/officeDocument/2006/relationships/slideLayout" Target="../slideLayouts/slideLayout351.xml"/><Relationship Id="rId18" Type="http://schemas.openxmlformats.org/officeDocument/2006/relationships/slideLayout" Target="../slideLayouts/slideLayout350.xml"/></Relationships>
</file>

<file path=ppt/slideMasters/_rels/slideMaster13.xml.rels><?xml version="1.0" encoding="UTF-8" standalone="yes"?><Relationships xmlns="http://schemas.openxmlformats.org/package/2006/relationships"><Relationship Id="rId20" Type="http://schemas.openxmlformats.org/officeDocument/2006/relationships/slideLayout" Target="../slideLayouts/slideLayout384.xml"/><Relationship Id="rId22" Type="http://schemas.openxmlformats.org/officeDocument/2006/relationships/slideLayout" Target="../slideLayouts/slideLayout386.xml"/><Relationship Id="rId21" Type="http://schemas.openxmlformats.org/officeDocument/2006/relationships/slideLayout" Target="../slideLayouts/slideLayout385.xml"/><Relationship Id="rId24" Type="http://schemas.openxmlformats.org/officeDocument/2006/relationships/slideLayout" Target="../slideLayouts/slideLayout388.xml"/><Relationship Id="rId23" Type="http://schemas.openxmlformats.org/officeDocument/2006/relationships/slideLayout" Target="../slideLayouts/slideLayout387.xml"/><Relationship Id="rId1" Type="http://schemas.openxmlformats.org/officeDocument/2006/relationships/slideLayout" Target="../slideLayouts/slideLayout365.xml"/><Relationship Id="rId2" Type="http://schemas.openxmlformats.org/officeDocument/2006/relationships/slideLayout" Target="../slideLayouts/slideLayout366.xml"/><Relationship Id="rId3" Type="http://schemas.openxmlformats.org/officeDocument/2006/relationships/slideLayout" Target="../slideLayouts/slideLayout367.xml"/><Relationship Id="rId4" Type="http://schemas.openxmlformats.org/officeDocument/2006/relationships/slideLayout" Target="../slideLayouts/slideLayout368.xml"/><Relationship Id="rId9" Type="http://schemas.openxmlformats.org/officeDocument/2006/relationships/slideLayout" Target="../slideLayouts/slideLayout373.xml"/><Relationship Id="rId26" Type="http://schemas.openxmlformats.org/officeDocument/2006/relationships/slideLayout" Target="../slideLayouts/slideLayout390.xml"/><Relationship Id="rId25" Type="http://schemas.openxmlformats.org/officeDocument/2006/relationships/slideLayout" Target="../slideLayouts/slideLayout389.xml"/><Relationship Id="rId28" Type="http://schemas.openxmlformats.org/officeDocument/2006/relationships/slideLayout" Target="../slideLayouts/slideLayout392.xml"/><Relationship Id="rId27" Type="http://schemas.openxmlformats.org/officeDocument/2006/relationships/slideLayout" Target="../slideLayouts/slideLayout391.xml"/><Relationship Id="rId5" Type="http://schemas.openxmlformats.org/officeDocument/2006/relationships/slideLayout" Target="../slideLayouts/slideLayout369.xml"/><Relationship Id="rId6" Type="http://schemas.openxmlformats.org/officeDocument/2006/relationships/slideLayout" Target="../slideLayouts/slideLayout370.xml"/><Relationship Id="rId29" Type="http://schemas.openxmlformats.org/officeDocument/2006/relationships/slideLayout" Target="../slideLayouts/slideLayout393.xml"/><Relationship Id="rId7" Type="http://schemas.openxmlformats.org/officeDocument/2006/relationships/slideLayout" Target="../slideLayouts/slideLayout371.xml"/><Relationship Id="rId8" Type="http://schemas.openxmlformats.org/officeDocument/2006/relationships/slideLayout" Target="../slideLayouts/slideLayout372.xml"/><Relationship Id="rId31" Type="http://schemas.openxmlformats.org/officeDocument/2006/relationships/slideLayout" Target="../slideLayouts/slideLayout395.xml"/><Relationship Id="rId30" Type="http://schemas.openxmlformats.org/officeDocument/2006/relationships/slideLayout" Target="../slideLayouts/slideLayout394.xml"/><Relationship Id="rId11" Type="http://schemas.openxmlformats.org/officeDocument/2006/relationships/slideLayout" Target="../slideLayouts/slideLayout375.xml"/><Relationship Id="rId33" Type="http://schemas.openxmlformats.org/officeDocument/2006/relationships/theme" Target="../theme/theme6.xml"/><Relationship Id="rId10" Type="http://schemas.openxmlformats.org/officeDocument/2006/relationships/slideLayout" Target="../slideLayouts/slideLayout374.xml"/><Relationship Id="rId32" Type="http://schemas.openxmlformats.org/officeDocument/2006/relationships/slideLayout" Target="../slideLayouts/slideLayout396.xml"/><Relationship Id="rId13" Type="http://schemas.openxmlformats.org/officeDocument/2006/relationships/slideLayout" Target="../slideLayouts/slideLayout377.xml"/><Relationship Id="rId12" Type="http://schemas.openxmlformats.org/officeDocument/2006/relationships/slideLayout" Target="../slideLayouts/slideLayout376.xml"/><Relationship Id="rId15" Type="http://schemas.openxmlformats.org/officeDocument/2006/relationships/slideLayout" Target="../slideLayouts/slideLayout379.xml"/><Relationship Id="rId14" Type="http://schemas.openxmlformats.org/officeDocument/2006/relationships/slideLayout" Target="../slideLayouts/slideLayout378.xml"/><Relationship Id="rId17" Type="http://schemas.openxmlformats.org/officeDocument/2006/relationships/slideLayout" Target="../slideLayouts/slideLayout381.xml"/><Relationship Id="rId16" Type="http://schemas.openxmlformats.org/officeDocument/2006/relationships/slideLayout" Target="../slideLayouts/slideLayout380.xml"/><Relationship Id="rId19" Type="http://schemas.openxmlformats.org/officeDocument/2006/relationships/slideLayout" Target="../slideLayouts/slideLayout383.xml"/><Relationship Id="rId18" Type="http://schemas.openxmlformats.org/officeDocument/2006/relationships/slideLayout" Target="../slideLayouts/slideLayout382.xml"/></Relationships>
</file>

<file path=ppt/slideMasters/_rels/slideMaster14.xml.rels><?xml version="1.0" encoding="UTF-8" standalone="yes"?><Relationships xmlns="http://schemas.openxmlformats.org/package/2006/relationships"><Relationship Id="rId20" Type="http://schemas.openxmlformats.org/officeDocument/2006/relationships/slideLayout" Target="../slideLayouts/slideLayout416.xml"/><Relationship Id="rId22" Type="http://schemas.openxmlformats.org/officeDocument/2006/relationships/slideLayout" Target="../slideLayouts/slideLayout418.xml"/><Relationship Id="rId21" Type="http://schemas.openxmlformats.org/officeDocument/2006/relationships/slideLayout" Target="../slideLayouts/slideLayout417.xml"/><Relationship Id="rId24" Type="http://schemas.openxmlformats.org/officeDocument/2006/relationships/slideLayout" Target="../slideLayouts/slideLayout420.xml"/><Relationship Id="rId23" Type="http://schemas.openxmlformats.org/officeDocument/2006/relationships/slideLayout" Target="../slideLayouts/slideLayout419.xml"/><Relationship Id="rId1" Type="http://schemas.openxmlformats.org/officeDocument/2006/relationships/slideLayout" Target="../slideLayouts/slideLayout397.xml"/><Relationship Id="rId2" Type="http://schemas.openxmlformats.org/officeDocument/2006/relationships/slideLayout" Target="../slideLayouts/slideLayout398.xml"/><Relationship Id="rId3" Type="http://schemas.openxmlformats.org/officeDocument/2006/relationships/slideLayout" Target="../slideLayouts/slideLayout399.xml"/><Relationship Id="rId4" Type="http://schemas.openxmlformats.org/officeDocument/2006/relationships/slideLayout" Target="../slideLayouts/slideLayout400.xml"/><Relationship Id="rId9" Type="http://schemas.openxmlformats.org/officeDocument/2006/relationships/slideLayout" Target="../slideLayouts/slideLayout405.xml"/><Relationship Id="rId26" Type="http://schemas.openxmlformats.org/officeDocument/2006/relationships/slideLayout" Target="../slideLayouts/slideLayout422.xml"/><Relationship Id="rId25" Type="http://schemas.openxmlformats.org/officeDocument/2006/relationships/slideLayout" Target="../slideLayouts/slideLayout421.xml"/><Relationship Id="rId28" Type="http://schemas.openxmlformats.org/officeDocument/2006/relationships/slideLayout" Target="../slideLayouts/slideLayout424.xml"/><Relationship Id="rId27" Type="http://schemas.openxmlformats.org/officeDocument/2006/relationships/slideLayout" Target="../slideLayouts/slideLayout423.xml"/><Relationship Id="rId5" Type="http://schemas.openxmlformats.org/officeDocument/2006/relationships/slideLayout" Target="../slideLayouts/slideLayout401.xml"/><Relationship Id="rId6" Type="http://schemas.openxmlformats.org/officeDocument/2006/relationships/slideLayout" Target="../slideLayouts/slideLayout402.xml"/><Relationship Id="rId29" Type="http://schemas.openxmlformats.org/officeDocument/2006/relationships/slideLayout" Target="../slideLayouts/slideLayout425.xml"/><Relationship Id="rId7" Type="http://schemas.openxmlformats.org/officeDocument/2006/relationships/slideLayout" Target="../slideLayouts/slideLayout403.xml"/><Relationship Id="rId8" Type="http://schemas.openxmlformats.org/officeDocument/2006/relationships/slideLayout" Target="../slideLayouts/slideLayout404.xml"/><Relationship Id="rId31" Type="http://schemas.openxmlformats.org/officeDocument/2006/relationships/slideLayout" Target="../slideLayouts/slideLayout427.xml"/><Relationship Id="rId30" Type="http://schemas.openxmlformats.org/officeDocument/2006/relationships/slideLayout" Target="../slideLayouts/slideLayout426.xml"/><Relationship Id="rId11" Type="http://schemas.openxmlformats.org/officeDocument/2006/relationships/slideLayout" Target="../slideLayouts/slideLayout407.xml"/><Relationship Id="rId33" Type="http://schemas.openxmlformats.org/officeDocument/2006/relationships/theme" Target="../theme/theme4.xml"/><Relationship Id="rId10" Type="http://schemas.openxmlformats.org/officeDocument/2006/relationships/slideLayout" Target="../slideLayouts/slideLayout406.xml"/><Relationship Id="rId32" Type="http://schemas.openxmlformats.org/officeDocument/2006/relationships/slideLayout" Target="../slideLayouts/slideLayout428.xml"/><Relationship Id="rId13" Type="http://schemas.openxmlformats.org/officeDocument/2006/relationships/slideLayout" Target="../slideLayouts/slideLayout409.xml"/><Relationship Id="rId12" Type="http://schemas.openxmlformats.org/officeDocument/2006/relationships/slideLayout" Target="../slideLayouts/slideLayout408.xml"/><Relationship Id="rId15" Type="http://schemas.openxmlformats.org/officeDocument/2006/relationships/slideLayout" Target="../slideLayouts/slideLayout411.xml"/><Relationship Id="rId14" Type="http://schemas.openxmlformats.org/officeDocument/2006/relationships/slideLayout" Target="../slideLayouts/slideLayout410.xml"/><Relationship Id="rId17" Type="http://schemas.openxmlformats.org/officeDocument/2006/relationships/slideLayout" Target="../slideLayouts/slideLayout413.xml"/><Relationship Id="rId16" Type="http://schemas.openxmlformats.org/officeDocument/2006/relationships/slideLayout" Target="../slideLayouts/slideLayout412.xml"/><Relationship Id="rId19" Type="http://schemas.openxmlformats.org/officeDocument/2006/relationships/slideLayout" Target="../slideLayouts/slideLayout415.xml"/><Relationship Id="rId18" Type="http://schemas.openxmlformats.org/officeDocument/2006/relationships/slideLayout" Target="../slideLayouts/slideLayout4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7" name="Shape 67"/>
        <p:cNvGrpSpPr/>
        <p:nvPr/>
      </p:nvGrpSpPr>
      <p:grpSpPr>
        <a:xfrm>
          <a:off x="0" y="0"/>
          <a:ext cx="0" cy="0"/>
          <a:chOff x="0" y="0"/>
          <a:chExt cx="0" cy="0"/>
        </a:xfrm>
      </p:grpSpPr>
      <p:sp>
        <p:nvSpPr>
          <p:cNvPr id="68" name="Google Shape;68;p1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69" name="Google Shape;69;p1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32" name="Shape 732"/>
        <p:cNvGrpSpPr/>
        <p:nvPr/>
      </p:nvGrpSpPr>
      <p:grpSpPr>
        <a:xfrm>
          <a:off x="0" y="0"/>
          <a:ext cx="0" cy="0"/>
          <a:chOff x="0" y="0"/>
          <a:chExt cx="0" cy="0"/>
        </a:xfrm>
      </p:grpSpPr>
      <p:sp>
        <p:nvSpPr>
          <p:cNvPr id="733" name="Google Shape;733;p4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734" name="Google Shape;734;p4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97" name="Shape 1397"/>
        <p:cNvGrpSpPr/>
        <p:nvPr/>
      </p:nvGrpSpPr>
      <p:grpSpPr>
        <a:xfrm>
          <a:off x="0" y="0"/>
          <a:ext cx="0" cy="0"/>
          <a:chOff x="0" y="0"/>
          <a:chExt cx="0" cy="0"/>
        </a:xfrm>
      </p:grpSpPr>
      <p:sp>
        <p:nvSpPr>
          <p:cNvPr id="1398" name="Google Shape;1398;p8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1399" name="Google Shape;1399;p8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 id="2147483743" r:id="rId20"/>
    <p:sldLayoutId id="2147483744" r:id="rId21"/>
    <p:sldLayoutId id="2147483745" r:id="rId22"/>
    <p:sldLayoutId id="2147483746" r:id="rId23"/>
    <p:sldLayoutId id="2147483747" r:id="rId24"/>
    <p:sldLayoutId id="2147483748" r:id="rId25"/>
    <p:sldLayoutId id="2147483749" r:id="rId26"/>
    <p:sldLayoutId id="2147483750" r:id="rId27"/>
    <p:sldLayoutId id="2147483751" r:id="rId28"/>
    <p:sldLayoutId id="2147483752" r:id="rId29"/>
    <p:sldLayoutId id="2147483753" r:id="rId30"/>
    <p:sldLayoutId id="2147483754" r:id="rId31"/>
    <p:sldLayoutId id="2147483755"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062" name="Shape 2062"/>
        <p:cNvGrpSpPr/>
        <p:nvPr/>
      </p:nvGrpSpPr>
      <p:grpSpPr>
        <a:xfrm>
          <a:off x="0" y="0"/>
          <a:ext cx="0" cy="0"/>
          <a:chOff x="0" y="0"/>
          <a:chExt cx="0" cy="0"/>
        </a:xfrm>
      </p:grpSpPr>
      <p:sp>
        <p:nvSpPr>
          <p:cNvPr id="2063" name="Google Shape;2063;p1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2064" name="Google Shape;2064;p1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777" r:id="rId22"/>
    <p:sldLayoutId id="2147483778" r:id="rId23"/>
    <p:sldLayoutId id="2147483779" r:id="rId24"/>
    <p:sldLayoutId id="2147483780" r:id="rId25"/>
    <p:sldLayoutId id="2147483781" r:id="rId26"/>
    <p:sldLayoutId id="2147483782" r:id="rId27"/>
    <p:sldLayoutId id="2147483783" r:id="rId28"/>
    <p:sldLayoutId id="2147483784" r:id="rId29"/>
    <p:sldLayoutId id="2147483785" r:id="rId30"/>
    <p:sldLayoutId id="2147483786" r:id="rId31"/>
    <p:sldLayoutId id="2147483787"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27" name="Shape 2727"/>
        <p:cNvGrpSpPr/>
        <p:nvPr/>
      </p:nvGrpSpPr>
      <p:grpSpPr>
        <a:xfrm>
          <a:off x="0" y="0"/>
          <a:ext cx="0" cy="0"/>
          <a:chOff x="0" y="0"/>
          <a:chExt cx="0" cy="0"/>
        </a:xfrm>
      </p:grpSpPr>
      <p:sp>
        <p:nvSpPr>
          <p:cNvPr id="2728" name="Google Shape;2728;p14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2729" name="Google Shape;2729;p14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805" r:id="rId18"/>
    <p:sldLayoutId id="2147483806" r:id="rId19"/>
    <p:sldLayoutId id="2147483807" r:id="rId20"/>
    <p:sldLayoutId id="2147483808" r:id="rId21"/>
    <p:sldLayoutId id="2147483809" r:id="rId22"/>
    <p:sldLayoutId id="2147483810" r:id="rId23"/>
    <p:sldLayoutId id="2147483811" r:id="rId24"/>
    <p:sldLayoutId id="2147483812" r:id="rId25"/>
    <p:sldLayoutId id="2147483813" r:id="rId26"/>
    <p:sldLayoutId id="2147483814" r:id="rId27"/>
    <p:sldLayoutId id="2147483815" r:id="rId28"/>
    <p:sldLayoutId id="2147483816" r:id="rId29"/>
    <p:sldLayoutId id="2147483817" r:id="rId30"/>
    <p:sldLayoutId id="2147483818" r:id="rId31"/>
    <p:sldLayoutId id="214748381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392" name="Shape 3392"/>
        <p:cNvGrpSpPr/>
        <p:nvPr/>
      </p:nvGrpSpPr>
      <p:grpSpPr>
        <a:xfrm>
          <a:off x="0" y="0"/>
          <a:ext cx="0" cy="0"/>
          <a:chOff x="0" y="0"/>
          <a:chExt cx="0" cy="0"/>
        </a:xfrm>
      </p:grpSpPr>
      <p:sp>
        <p:nvSpPr>
          <p:cNvPr id="3393" name="Google Shape;3393;p17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3394" name="Google Shape;3394;p17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 id="2147483847" r:id="rId28"/>
    <p:sldLayoutId id="2147483848" r:id="rId29"/>
    <p:sldLayoutId id="2147483849" r:id="rId30"/>
    <p:sldLayoutId id="2147483850" r:id="rId31"/>
    <p:sldLayoutId id="2147483851"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057" name="Shape 4057"/>
        <p:cNvGrpSpPr/>
        <p:nvPr/>
      </p:nvGrpSpPr>
      <p:grpSpPr>
        <a:xfrm>
          <a:off x="0" y="0"/>
          <a:ext cx="0" cy="0"/>
          <a:chOff x="0" y="0"/>
          <a:chExt cx="0" cy="0"/>
        </a:xfrm>
      </p:grpSpPr>
      <p:sp>
        <p:nvSpPr>
          <p:cNvPr id="4058" name="Google Shape;4058;p21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4059" name="Google Shape;4059;p21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5" r:id="rId24"/>
    <p:sldLayoutId id="2147483876" r:id="rId25"/>
    <p:sldLayoutId id="2147483877" r:id="rId26"/>
    <p:sldLayoutId id="2147483878" r:id="rId27"/>
    <p:sldLayoutId id="2147483879" r:id="rId28"/>
    <p:sldLayoutId id="2147483880" r:id="rId29"/>
    <p:sldLayoutId id="2147483881" r:id="rId30"/>
    <p:sldLayoutId id="2147483882" r:id="rId31"/>
    <p:sldLayoutId id="2147483883"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722" name="Shape 4722"/>
        <p:cNvGrpSpPr/>
        <p:nvPr/>
      </p:nvGrpSpPr>
      <p:grpSpPr>
        <a:xfrm>
          <a:off x="0" y="0"/>
          <a:ext cx="0" cy="0"/>
          <a:chOff x="0" y="0"/>
          <a:chExt cx="0" cy="0"/>
        </a:xfrm>
      </p:grpSpPr>
      <p:sp>
        <p:nvSpPr>
          <p:cNvPr id="4723" name="Google Shape;4723;p24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4724" name="Google Shape;4724;p245"/>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 id="2147483900" r:id="rId17"/>
    <p:sldLayoutId id="2147483901" r:id="rId18"/>
    <p:sldLayoutId id="2147483902" r:id="rId19"/>
    <p:sldLayoutId id="2147483903" r:id="rId20"/>
    <p:sldLayoutId id="2147483904" r:id="rId21"/>
    <p:sldLayoutId id="2147483905" r:id="rId22"/>
    <p:sldLayoutId id="2147483906" r:id="rId23"/>
    <p:sldLayoutId id="2147483907" r:id="rId24"/>
    <p:sldLayoutId id="2147483908" r:id="rId25"/>
    <p:sldLayoutId id="2147483909" r:id="rId26"/>
    <p:sldLayoutId id="2147483910" r:id="rId27"/>
    <p:sldLayoutId id="2147483911" r:id="rId28"/>
    <p:sldLayoutId id="2147483912" r:id="rId29"/>
    <p:sldLayoutId id="2147483913" r:id="rId30"/>
    <p:sldLayoutId id="2147483914" r:id="rId31"/>
    <p:sldLayoutId id="2147483915"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87" name="Shape 5387"/>
        <p:cNvGrpSpPr/>
        <p:nvPr/>
      </p:nvGrpSpPr>
      <p:grpSpPr>
        <a:xfrm>
          <a:off x="0" y="0"/>
          <a:ext cx="0" cy="0"/>
          <a:chOff x="0" y="0"/>
          <a:chExt cx="0" cy="0"/>
        </a:xfrm>
      </p:grpSpPr>
      <p:sp>
        <p:nvSpPr>
          <p:cNvPr id="5388" name="Google Shape;5388;p27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5389" name="Google Shape;5389;p27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27" r:id="rId12"/>
    <p:sldLayoutId id="2147483928" r:id="rId13"/>
    <p:sldLayoutId id="2147483929" r:id="rId14"/>
    <p:sldLayoutId id="2147483930" r:id="rId15"/>
    <p:sldLayoutId id="2147483931" r:id="rId16"/>
    <p:sldLayoutId id="2147483932" r:id="rId17"/>
    <p:sldLayoutId id="2147483933" r:id="rId18"/>
    <p:sldLayoutId id="2147483934" r:id="rId19"/>
    <p:sldLayoutId id="2147483935" r:id="rId20"/>
    <p:sldLayoutId id="2147483936" r:id="rId21"/>
    <p:sldLayoutId id="2147483937" r:id="rId22"/>
    <p:sldLayoutId id="2147483938" r:id="rId23"/>
    <p:sldLayoutId id="2147483939" r:id="rId24"/>
    <p:sldLayoutId id="2147483940" r:id="rId25"/>
    <p:sldLayoutId id="2147483941" r:id="rId26"/>
    <p:sldLayoutId id="2147483942" r:id="rId27"/>
    <p:sldLayoutId id="2147483943" r:id="rId28"/>
    <p:sldLayoutId id="2147483944" r:id="rId29"/>
    <p:sldLayoutId id="2147483945" r:id="rId30"/>
    <p:sldLayoutId id="2147483946" r:id="rId31"/>
    <p:sldLayoutId id="2147483947"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052" name="Shape 6052"/>
        <p:cNvGrpSpPr/>
        <p:nvPr/>
      </p:nvGrpSpPr>
      <p:grpSpPr>
        <a:xfrm>
          <a:off x="0" y="0"/>
          <a:ext cx="0" cy="0"/>
          <a:chOff x="0" y="0"/>
          <a:chExt cx="0" cy="0"/>
        </a:xfrm>
      </p:grpSpPr>
      <p:sp>
        <p:nvSpPr>
          <p:cNvPr id="6053" name="Google Shape;6053;p31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6054" name="Google Shape;6054;p31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948" r:id="rId1"/>
    <p:sldLayoutId id="2147483949" r:id="rId2"/>
    <p:sldLayoutId id="2147483950" r:id="rId3"/>
    <p:sldLayoutId id="2147483951" r:id="rId4"/>
    <p:sldLayoutId id="2147483952" r:id="rId5"/>
    <p:sldLayoutId id="2147483953" r:id="rId6"/>
    <p:sldLayoutId id="2147483954" r:id="rId7"/>
    <p:sldLayoutId id="2147483955" r:id="rId8"/>
    <p:sldLayoutId id="2147483956" r:id="rId9"/>
    <p:sldLayoutId id="2147483957" r:id="rId10"/>
    <p:sldLayoutId id="2147483958" r:id="rId11"/>
    <p:sldLayoutId id="2147483959" r:id="rId12"/>
    <p:sldLayoutId id="2147483960" r:id="rId13"/>
    <p:sldLayoutId id="2147483961" r:id="rId14"/>
    <p:sldLayoutId id="2147483962" r:id="rId15"/>
    <p:sldLayoutId id="2147483963" r:id="rId16"/>
    <p:sldLayoutId id="2147483964" r:id="rId17"/>
    <p:sldLayoutId id="2147483965" r:id="rId18"/>
    <p:sldLayoutId id="2147483966" r:id="rId19"/>
    <p:sldLayoutId id="2147483967" r:id="rId20"/>
    <p:sldLayoutId id="2147483968" r:id="rId21"/>
    <p:sldLayoutId id="2147483969" r:id="rId22"/>
    <p:sldLayoutId id="2147483970" r:id="rId23"/>
    <p:sldLayoutId id="2147483971" r:id="rId24"/>
    <p:sldLayoutId id="2147483972" r:id="rId25"/>
    <p:sldLayoutId id="2147483973" r:id="rId26"/>
    <p:sldLayoutId id="2147483974" r:id="rId27"/>
    <p:sldLayoutId id="2147483975" r:id="rId28"/>
    <p:sldLayoutId id="2147483976" r:id="rId29"/>
    <p:sldLayoutId id="2147483977" r:id="rId30"/>
    <p:sldLayoutId id="2147483978" r:id="rId31"/>
    <p:sldLayoutId id="21474839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717" name="Shape 6717"/>
        <p:cNvGrpSpPr/>
        <p:nvPr/>
      </p:nvGrpSpPr>
      <p:grpSpPr>
        <a:xfrm>
          <a:off x="0" y="0"/>
          <a:ext cx="0" cy="0"/>
          <a:chOff x="0" y="0"/>
          <a:chExt cx="0" cy="0"/>
        </a:xfrm>
      </p:grpSpPr>
      <p:sp>
        <p:nvSpPr>
          <p:cNvPr id="6718" name="Google Shape;6718;p34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6719" name="Google Shape;6719;p34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382" name="Shape 7382"/>
        <p:cNvGrpSpPr/>
        <p:nvPr/>
      </p:nvGrpSpPr>
      <p:grpSpPr>
        <a:xfrm>
          <a:off x="0" y="0"/>
          <a:ext cx="0" cy="0"/>
          <a:chOff x="0" y="0"/>
          <a:chExt cx="0" cy="0"/>
        </a:xfrm>
      </p:grpSpPr>
      <p:sp>
        <p:nvSpPr>
          <p:cNvPr id="7383" name="Google Shape;7383;p37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7384" name="Google Shape;7384;p37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 id="2147484025" r:id="rId14"/>
    <p:sldLayoutId id="2147484026" r:id="rId15"/>
    <p:sldLayoutId id="2147484027" r:id="rId16"/>
    <p:sldLayoutId id="2147484028" r:id="rId17"/>
    <p:sldLayoutId id="2147484029" r:id="rId18"/>
    <p:sldLayoutId id="2147484030" r:id="rId19"/>
    <p:sldLayoutId id="2147484031" r:id="rId20"/>
    <p:sldLayoutId id="2147484032" r:id="rId21"/>
    <p:sldLayoutId id="2147484033" r:id="rId22"/>
    <p:sldLayoutId id="2147484034" r:id="rId23"/>
    <p:sldLayoutId id="2147484035" r:id="rId24"/>
    <p:sldLayoutId id="2147484036" r:id="rId25"/>
    <p:sldLayoutId id="2147484037" r:id="rId26"/>
    <p:sldLayoutId id="2147484038" r:id="rId27"/>
    <p:sldLayoutId id="2147484039" r:id="rId28"/>
    <p:sldLayoutId id="2147484040" r:id="rId29"/>
    <p:sldLayoutId id="2147484041" r:id="rId30"/>
    <p:sldLayoutId id="2147484042" r:id="rId31"/>
    <p:sldLayoutId id="2147484043"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47" name="Shape 8047"/>
        <p:cNvGrpSpPr/>
        <p:nvPr/>
      </p:nvGrpSpPr>
      <p:grpSpPr>
        <a:xfrm>
          <a:off x="0" y="0"/>
          <a:ext cx="0" cy="0"/>
          <a:chOff x="0" y="0"/>
          <a:chExt cx="0" cy="0"/>
        </a:xfrm>
      </p:grpSpPr>
      <p:sp>
        <p:nvSpPr>
          <p:cNvPr id="8048" name="Google Shape;8048;p41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rchivo Black"/>
              <a:buNone/>
              <a:defRPr sz="30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9pPr>
          </a:lstStyle>
          <a:p/>
        </p:txBody>
      </p:sp>
      <p:sp>
        <p:nvSpPr>
          <p:cNvPr id="8049" name="Google Shape;8049;p41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15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4044" r:id="rId1"/>
    <p:sldLayoutId id="2147484045"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 id="2147484055" r:id="rId12"/>
    <p:sldLayoutId id="2147484056" r:id="rId13"/>
    <p:sldLayoutId id="2147484057" r:id="rId14"/>
    <p:sldLayoutId id="2147484058" r:id="rId15"/>
    <p:sldLayoutId id="2147484059" r:id="rId16"/>
    <p:sldLayoutId id="2147484060" r:id="rId17"/>
    <p:sldLayoutId id="2147484061" r:id="rId18"/>
    <p:sldLayoutId id="2147484062" r:id="rId19"/>
    <p:sldLayoutId id="2147484063" r:id="rId20"/>
    <p:sldLayoutId id="2147484064" r:id="rId21"/>
    <p:sldLayoutId id="2147484065" r:id="rId22"/>
    <p:sldLayoutId id="2147484066" r:id="rId23"/>
    <p:sldLayoutId id="2147484067" r:id="rId24"/>
    <p:sldLayoutId id="2147484068" r:id="rId25"/>
    <p:sldLayoutId id="2147484069" r:id="rId26"/>
    <p:sldLayoutId id="2147484070" r:id="rId27"/>
    <p:sldLayoutId id="2147484071" r:id="rId28"/>
    <p:sldLayoutId id="2147484072" r:id="rId29"/>
    <p:sldLayoutId id="2147484073" r:id="rId30"/>
    <p:sldLayoutId id="2147484074" r:id="rId31"/>
    <p:sldLayoutId id="2147484075"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7.xml"/><Relationship Id="rId2" Type="http://schemas.openxmlformats.org/officeDocument/2006/relationships/notesSlide" Target="../notesSlides/notesSlide4.xml"/><Relationship Id="rId3" Type="http://schemas.openxmlformats.org/officeDocument/2006/relationships/hyperlink" Target="https://www.kaggle.com/datasets/unsdsn/world-happiness" TargetMode="Externa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5.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8.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9.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9.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9.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9.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9.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2.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3.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9.xml"/><Relationship Id="rId2" Type="http://schemas.openxmlformats.org/officeDocument/2006/relationships/notesSlide" Target="../notesSlides/notesSlide20.xml"/><Relationship Id="rId3" Type="http://schemas.openxmlformats.org/officeDocument/2006/relationships/hyperlink" Target="https://medium.com/@dtg319?source=post_page-----d5f44f69ce8e--------------------------------" TargetMode="External"/><Relationship Id="rId4" Type="http://schemas.openxmlformats.org/officeDocument/2006/relationships/hyperlink" Target="https://medium.com/@dtg319/happier-countries-are-more-suicidal-a-look-at-the-world-happiness-report-and-suicide-d5f44f69ce8e" TargetMode="External"/><Relationship Id="rId5" Type="http://schemas.openxmlformats.org/officeDocument/2006/relationships/hyperlink" Target="https://worldhappiness.report/ed/2019/" TargetMode="External"/><Relationship Id="rId6" Type="http://schemas.openxmlformats.org/officeDocument/2006/relationships/hyperlink" Target="https://www.afar.com/magazine/the-worlds-happiest-country-is-all-about-reading-coffee-and-sauna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5" name="Shape 8715"/>
        <p:cNvGrpSpPr/>
        <p:nvPr/>
      </p:nvGrpSpPr>
      <p:grpSpPr>
        <a:xfrm>
          <a:off x="0" y="0"/>
          <a:ext cx="0" cy="0"/>
          <a:chOff x="0" y="0"/>
          <a:chExt cx="0" cy="0"/>
        </a:xfrm>
      </p:grpSpPr>
      <p:sp>
        <p:nvSpPr>
          <p:cNvPr id="8716" name="Google Shape;8716;p443"/>
          <p:cNvSpPr txBox="1"/>
          <p:nvPr>
            <p:ph type="ctrTitle"/>
          </p:nvPr>
        </p:nvSpPr>
        <p:spPr>
          <a:xfrm>
            <a:off x="713226" y="756100"/>
            <a:ext cx="4777500" cy="269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600"/>
              <a:t>World Happiness Factor</a:t>
            </a:r>
            <a:endParaRPr sz="4600"/>
          </a:p>
        </p:txBody>
      </p:sp>
      <p:sp>
        <p:nvSpPr>
          <p:cNvPr id="8717" name="Google Shape;8717;p443"/>
          <p:cNvSpPr txBox="1"/>
          <p:nvPr>
            <p:ph idx="1" type="subTitle"/>
          </p:nvPr>
        </p:nvSpPr>
        <p:spPr>
          <a:xfrm>
            <a:off x="713225" y="3655975"/>
            <a:ext cx="1904100" cy="140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Team 13:</a:t>
            </a:r>
            <a:endParaRPr sz="1800">
              <a:solidFill>
                <a:srgbClr val="595959"/>
              </a:solidFill>
            </a:endParaRPr>
          </a:p>
          <a:p>
            <a:pPr indent="0" lvl="0" marL="0" rtl="0" algn="l">
              <a:spcBef>
                <a:spcPts val="0"/>
              </a:spcBef>
              <a:spcAft>
                <a:spcPts val="0"/>
              </a:spcAft>
              <a:buNone/>
            </a:pPr>
            <a:r>
              <a:rPr lang="en" sz="1800"/>
              <a:t>Andrew Ham</a:t>
            </a:r>
            <a:endParaRPr sz="1800"/>
          </a:p>
          <a:p>
            <a:pPr indent="0" lvl="0" marL="0" rtl="0" algn="l">
              <a:spcBef>
                <a:spcPts val="0"/>
              </a:spcBef>
              <a:spcAft>
                <a:spcPts val="0"/>
              </a:spcAft>
              <a:buNone/>
            </a:pPr>
            <a:r>
              <a:rPr lang="en" sz="1800"/>
              <a:t>Sean Kim</a:t>
            </a:r>
            <a:endParaRPr sz="1800"/>
          </a:p>
          <a:p>
            <a:pPr indent="0" lvl="0" marL="0" rtl="0" algn="l">
              <a:spcBef>
                <a:spcPts val="0"/>
              </a:spcBef>
              <a:spcAft>
                <a:spcPts val="0"/>
              </a:spcAft>
              <a:buNone/>
            </a:pPr>
            <a:r>
              <a:rPr lang="en" sz="1800">
                <a:solidFill>
                  <a:srgbClr val="595959"/>
                </a:solidFill>
              </a:rPr>
              <a:t>Aneesh Reddy</a:t>
            </a:r>
            <a:endParaRPr sz="1800"/>
          </a:p>
        </p:txBody>
      </p:sp>
      <p:grpSp>
        <p:nvGrpSpPr>
          <p:cNvPr id="8718" name="Google Shape;8718;p443"/>
          <p:cNvGrpSpPr/>
          <p:nvPr/>
        </p:nvGrpSpPr>
        <p:grpSpPr>
          <a:xfrm>
            <a:off x="880228" y="837477"/>
            <a:ext cx="887795" cy="175887"/>
            <a:chOff x="2284850" y="131975"/>
            <a:chExt cx="1720200" cy="340800"/>
          </a:xfrm>
        </p:grpSpPr>
        <p:sp>
          <p:nvSpPr>
            <p:cNvPr id="8719" name="Google Shape;8719;p44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0" name="Google Shape;8720;p44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1" name="Google Shape;8721;p44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2" name="Google Shape;8722;p44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723" name="Google Shape;8723;p443"/>
          <p:cNvCxnSpPr/>
          <p:nvPr/>
        </p:nvCxnSpPr>
        <p:spPr>
          <a:xfrm flipH="1" rot="10800000">
            <a:off x="0" y="3655972"/>
            <a:ext cx="7148400" cy="9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7" name="Shape 8727"/>
        <p:cNvGrpSpPr/>
        <p:nvPr/>
      </p:nvGrpSpPr>
      <p:grpSpPr>
        <a:xfrm>
          <a:off x="0" y="0"/>
          <a:ext cx="0" cy="0"/>
          <a:chOff x="0" y="0"/>
          <a:chExt cx="0" cy="0"/>
        </a:xfrm>
      </p:grpSpPr>
      <p:sp>
        <p:nvSpPr>
          <p:cNvPr id="8728" name="Google Shape;8728;p444"/>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8729" name="Google Shape;8729;p444"/>
          <p:cNvSpPr/>
          <p:nvPr/>
        </p:nvSpPr>
        <p:spPr>
          <a:xfrm>
            <a:off x="1035900" y="1501295"/>
            <a:ext cx="802200" cy="620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chivo Black"/>
                <a:ea typeface="Archivo Black"/>
                <a:cs typeface="Archivo Black"/>
                <a:sym typeface="Archivo Black"/>
              </a:rPr>
              <a:t>1</a:t>
            </a:r>
            <a:endParaRPr/>
          </a:p>
        </p:txBody>
      </p:sp>
      <p:sp>
        <p:nvSpPr>
          <p:cNvPr id="8730" name="Google Shape;8730;p444"/>
          <p:cNvSpPr txBox="1"/>
          <p:nvPr/>
        </p:nvSpPr>
        <p:spPr>
          <a:xfrm>
            <a:off x="2394336" y="1501226"/>
            <a:ext cx="2611200" cy="6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latin typeface="Archivo Black"/>
                <a:ea typeface="Archivo Black"/>
                <a:cs typeface="Archivo Black"/>
                <a:sym typeface="Archivo Black"/>
              </a:rPr>
              <a:t>Introduction</a:t>
            </a:r>
            <a:endParaRPr sz="2000">
              <a:solidFill>
                <a:schemeClr val="dk1"/>
              </a:solidFill>
              <a:latin typeface="Archivo Black"/>
              <a:ea typeface="Archivo Black"/>
              <a:cs typeface="Archivo Black"/>
              <a:sym typeface="Archivo Black"/>
            </a:endParaRPr>
          </a:p>
        </p:txBody>
      </p:sp>
      <p:sp>
        <p:nvSpPr>
          <p:cNvPr id="8731" name="Google Shape;8731;p444"/>
          <p:cNvSpPr txBox="1"/>
          <p:nvPr/>
        </p:nvSpPr>
        <p:spPr>
          <a:xfrm>
            <a:off x="5484187" y="1501347"/>
            <a:ext cx="3122700" cy="6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Information about the Data Set</a:t>
            </a:r>
            <a:br>
              <a:rPr lang="en" sz="800">
                <a:solidFill>
                  <a:schemeClr val="dk1"/>
                </a:solidFill>
                <a:latin typeface="Raleway"/>
                <a:ea typeface="Raleway"/>
                <a:cs typeface="Raleway"/>
                <a:sym typeface="Raleway"/>
              </a:rPr>
            </a:br>
            <a:r>
              <a:rPr lang="en" sz="800">
                <a:solidFill>
                  <a:schemeClr val="dk1"/>
                </a:solidFill>
                <a:latin typeface="Raleway"/>
                <a:ea typeface="Raleway"/>
                <a:cs typeface="Raleway"/>
                <a:sym typeface="Raleway"/>
              </a:rPr>
              <a:t>SMART Question </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Managing Variables &amp; Cleaning Data </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Hypotheses &amp; Predictions</a:t>
            </a:r>
            <a:endParaRPr sz="800">
              <a:solidFill>
                <a:schemeClr val="dk1"/>
              </a:solidFill>
              <a:latin typeface="Raleway"/>
              <a:ea typeface="Raleway"/>
              <a:cs typeface="Raleway"/>
              <a:sym typeface="Raleway"/>
            </a:endParaRPr>
          </a:p>
        </p:txBody>
      </p:sp>
      <p:cxnSp>
        <p:nvCxnSpPr>
          <p:cNvPr id="8732" name="Google Shape;8732;p444"/>
          <p:cNvCxnSpPr>
            <a:stCxn id="8729" idx="3"/>
            <a:endCxn id="8730" idx="1"/>
          </p:cNvCxnSpPr>
          <p:nvPr/>
        </p:nvCxnSpPr>
        <p:spPr>
          <a:xfrm>
            <a:off x="1838100" y="1811645"/>
            <a:ext cx="556200" cy="600"/>
          </a:xfrm>
          <a:prstGeom prst="bentConnector3">
            <a:avLst>
              <a:gd fmla="val 50001" name="adj1"/>
            </a:avLst>
          </a:prstGeom>
          <a:noFill/>
          <a:ln cap="flat" cmpd="sng" w="9525">
            <a:solidFill>
              <a:schemeClr val="dk1"/>
            </a:solidFill>
            <a:prstDash val="solid"/>
            <a:round/>
            <a:headEnd len="med" w="med" type="none"/>
            <a:tailEnd len="med" w="med" type="none"/>
          </a:ln>
        </p:spPr>
      </p:cxnSp>
      <p:cxnSp>
        <p:nvCxnSpPr>
          <p:cNvPr id="8733" name="Google Shape;8733;p444"/>
          <p:cNvCxnSpPr>
            <a:stCxn id="8730" idx="3"/>
            <a:endCxn id="8731" idx="1"/>
          </p:cNvCxnSpPr>
          <p:nvPr/>
        </p:nvCxnSpPr>
        <p:spPr>
          <a:xfrm>
            <a:off x="5005536" y="1811576"/>
            <a:ext cx="478800" cy="600"/>
          </a:xfrm>
          <a:prstGeom prst="bentConnector3">
            <a:avLst>
              <a:gd fmla="val 49983" name="adj1"/>
            </a:avLst>
          </a:prstGeom>
          <a:noFill/>
          <a:ln cap="flat" cmpd="sng" w="9525">
            <a:solidFill>
              <a:schemeClr val="dk1"/>
            </a:solidFill>
            <a:prstDash val="solid"/>
            <a:round/>
            <a:headEnd len="med" w="med" type="none"/>
            <a:tailEnd len="med" w="med" type="none"/>
          </a:ln>
        </p:spPr>
      </p:cxnSp>
      <p:sp>
        <p:nvSpPr>
          <p:cNvPr id="8734" name="Google Shape;8734;p444"/>
          <p:cNvSpPr/>
          <p:nvPr/>
        </p:nvSpPr>
        <p:spPr>
          <a:xfrm>
            <a:off x="1035900" y="2348666"/>
            <a:ext cx="802200" cy="620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chivo Black"/>
                <a:ea typeface="Archivo Black"/>
                <a:cs typeface="Archivo Black"/>
                <a:sym typeface="Archivo Black"/>
              </a:rPr>
              <a:t>2</a:t>
            </a:r>
            <a:endParaRPr/>
          </a:p>
        </p:txBody>
      </p:sp>
      <p:sp>
        <p:nvSpPr>
          <p:cNvPr id="8735" name="Google Shape;8735;p444"/>
          <p:cNvSpPr txBox="1"/>
          <p:nvPr/>
        </p:nvSpPr>
        <p:spPr>
          <a:xfrm>
            <a:off x="2394336" y="2348597"/>
            <a:ext cx="2611200" cy="6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latin typeface="Archivo Black"/>
                <a:ea typeface="Archivo Black"/>
                <a:cs typeface="Archivo Black"/>
                <a:sym typeface="Archivo Black"/>
              </a:rPr>
              <a:t>Tests &amp; Analyses</a:t>
            </a:r>
            <a:endParaRPr sz="2000">
              <a:solidFill>
                <a:schemeClr val="dk1"/>
              </a:solidFill>
              <a:latin typeface="Archivo Black"/>
              <a:ea typeface="Archivo Black"/>
              <a:cs typeface="Archivo Black"/>
              <a:sym typeface="Archivo Black"/>
            </a:endParaRPr>
          </a:p>
        </p:txBody>
      </p:sp>
      <p:sp>
        <p:nvSpPr>
          <p:cNvPr id="8736" name="Google Shape;8736;p444"/>
          <p:cNvSpPr txBox="1"/>
          <p:nvPr/>
        </p:nvSpPr>
        <p:spPr>
          <a:xfrm>
            <a:off x="5484175" y="2348726"/>
            <a:ext cx="3122700" cy="659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Regression Analysis &amp; VIF </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Pearson Correlation Test </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Scatter Plot </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Box Plot </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t/>
            </a:r>
            <a:endParaRPr sz="800">
              <a:solidFill>
                <a:schemeClr val="dk1"/>
              </a:solidFill>
              <a:latin typeface="Raleway"/>
              <a:ea typeface="Raleway"/>
              <a:cs typeface="Raleway"/>
              <a:sym typeface="Raleway"/>
            </a:endParaRPr>
          </a:p>
        </p:txBody>
      </p:sp>
      <p:sp>
        <p:nvSpPr>
          <p:cNvPr id="8737" name="Google Shape;8737;p444"/>
          <p:cNvSpPr/>
          <p:nvPr/>
        </p:nvSpPr>
        <p:spPr>
          <a:xfrm>
            <a:off x="1035900" y="3196037"/>
            <a:ext cx="802200" cy="620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Archivo Black"/>
                <a:ea typeface="Archivo Black"/>
                <a:cs typeface="Archivo Black"/>
                <a:sym typeface="Archivo Black"/>
              </a:rPr>
              <a:t>3</a:t>
            </a:r>
            <a:endParaRPr/>
          </a:p>
        </p:txBody>
      </p:sp>
      <p:sp>
        <p:nvSpPr>
          <p:cNvPr id="8738" name="Google Shape;8738;p444"/>
          <p:cNvSpPr txBox="1"/>
          <p:nvPr/>
        </p:nvSpPr>
        <p:spPr>
          <a:xfrm>
            <a:off x="2394336" y="3195969"/>
            <a:ext cx="2611200" cy="6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latin typeface="Archivo Black"/>
                <a:ea typeface="Archivo Black"/>
                <a:cs typeface="Archivo Black"/>
                <a:sym typeface="Archivo Black"/>
              </a:rPr>
              <a:t>Conclusion</a:t>
            </a:r>
            <a:endParaRPr sz="2000">
              <a:solidFill>
                <a:schemeClr val="dk1"/>
              </a:solidFill>
              <a:latin typeface="Archivo Black"/>
              <a:ea typeface="Archivo Black"/>
              <a:cs typeface="Archivo Black"/>
              <a:sym typeface="Archivo Black"/>
            </a:endParaRPr>
          </a:p>
        </p:txBody>
      </p:sp>
      <p:sp>
        <p:nvSpPr>
          <p:cNvPr id="8739" name="Google Shape;8739;p444"/>
          <p:cNvSpPr txBox="1"/>
          <p:nvPr/>
        </p:nvSpPr>
        <p:spPr>
          <a:xfrm>
            <a:off x="5484187" y="3196090"/>
            <a:ext cx="3122700" cy="6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Social Importance</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Improvements</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Conclusion</a:t>
            </a:r>
            <a:endParaRPr sz="8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800">
                <a:solidFill>
                  <a:schemeClr val="dk1"/>
                </a:solidFill>
                <a:latin typeface="Raleway"/>
                <a:ea typeface="Raleway"/>
                <a:cs typeface="Raleway"/>
                <a:sym typeface="Raleway"/>
              </a:rPr>
              <a:t>Work Cited</a:t>
            </a:r>
            <a:endParaRPr sz="800">
              <a:solidFill>
                <a:schemeClr val="dk1"/>
              </a:solidFill>
              <a:latin typeface="Raleway"/>
              <a:ea typeface="Raleway"/>
              <a:cs typeface="Raleway"/>
              <a:sym typeface="Raleway"/>
            </a:endParaRPr>
          </a:p>
        </p:txBody>
      </p:sp>
      <p:cxnSp>
        <p:nvCxnSpPr>
          <p:cNvPr id="8740" name="Google Shape;8740;p444"/>
          <p:cNvCxnSpPr>
            <a:stCxn id="8738" idx="3"/>
            <a:endCxn id="8739" idx="1"/>
          </p:cNvCxnSpPr>
          <p:nvPr/>
        </p:nvCxnSpPr>
        <p:spPr>
          <a:xfrm>
            <a:off x="5005536" y="3506319"/>
            <a:ext cx="478800" cy="600"/>
          </a:xfrm>
          <a:prstGeom prst="bentConnector3">
            <a:avLst>
              <a:gd fmla="val 49983" name="adj1"/>
            </a:avLst>
          </a:prstGeom>
          <a:noFill/>
          <a:ln cap="flat" cmpd="sng" w="9525">
            <a:solidFill>
              <a:schemeClr val="dk1"/>
            </a:solidFill>
            <a:prstDash val="solid"/>
            <a:round/>
            <a:headEnd len="med" w="med" type="none"/>
            <a:tailEnd len="med" w="med" type="none"/>
          </a:ln>
        </p:spPr>
      </p:cxnSp>
      <p:cxnSp>
        <p:nvCxnSpPr>
          <p:cNvPr id="8741" name="Google Shape;8741;p444"/>
          <p:cNvCxnSpPr>
            <a:stCxn id="8729" idx="2"/>
            <a:endCxn id="8734" idx="0"/>
          </p:cNvCxnSpPr>
          <p:nvPr/>
        </p:nvCxnSpPr>
        <p:spPr>
          <a:xfrm flipH="1" rot="-5400000">
            <a:off x="1323900" y="2235095"/>
            <a:ext cx="226800" cy="600"/>
          </a:xfrm>
          <a:prstGeom prst="bentConnector3">
            <a:avLst>
              <a:gd fmla="val 50028" name="adj1"/>
            </a:avLst>
          </a:prstGeom>
          <a:noFill/>
          <a:ln cap="flat" cmpd="sng" w="9525">
            <a:solidFill>
              <a:schemeClr val="dk1"/>
            </a:solidFill>
            <a:prstDash val="solid"/>
            <a:round/>
            <a:headEnd len="med" w="med" type="none"/>
            <a:tailEnd len="med" w="med" type="none"/>
          </a:ln>
        </p:spPr>
      </p:cxnSp>
      <p:cxnSp>
        <p:nvCxnSpPr>
          <p:cNvPr id="8742" name="Google Shape;8742;p444"/>
          <p:cNvCxnSpPr>
            <a:stCxn id="8734" idx="2"/>
            <a:endCxn id="8737" idx="0"/>
          </p:cNvCxnSpPr>
          <p:nvPr/>
        </p:nvCxnSpPr>
        <p:spPr>
          <a:xfrm flipH="1" rot="-5400000">
            <a:off x="1323900" y="3082466"/>
            <a:ext cx="226800" cy="600"/>
          </a:xfrm>
          <a:prstGeom prst="bentConnector3">
            <a:avLst>
              <a:gd fmla="val 50028" name="adj1"/>
            </a:avLst>
          </a:prstGeom>
          <a:noFill/>
          <a:ln cap="flat" cmpd="sng" w="9525">
            <a:solidFill>
              <a:schemeClr val="dk1"/>
            </a:solidFill>
            <a:prstDash val="solid"/>
            <a:round/>
            <a:headEnd len="med" w="med" type="none"/>
            <a:tailEnd len="med" w="med" type="none"/>
          </a:ln>
        </p:spPr>
      </p:cxnSp>
      <p:cxnSp>
        <p:nvCxnSpPr>
          <p:cNvPr id="8743" name="Google Shape;8743;p444"/>
          <p:cNvCxnSpPr>
            <a:stCxn id="8738" idx="1"/>
            <a:endCxn id="8737" idx="3"/>
          </p:cNvCxnSpPr>
          <p:nvPr/>
        </p:nvCxnSpPr>
        <p:spPr>
          <a:xfrm flipH="1">
            <a:off x="1838136" y="3506319"/>
            <a:ext cx="556200" cy="600"/>
          </a:xfrm>
          <a:prstGeom prst="bentConnector3">
            <a:avLst>
              <a:gd fmla="val 50001" name="adj1"/>
            </a:avLst>
          </a:prstGeom>
          <a:noFill/>
          <a:ln cap="flat" cmpd="sng" w="9525">
            <a:solidFill>
              <a:schemeClr val="dk1"/>
            </a:solidFill>
            <a:prstDash val="solid"/>
            <a:round/>
            <a:headEnd len="med" w="med" type="none"/>
            <a:tailEnd len="med" w="med" type="none"/>
          </a:ln>
        </p:spPr>
      </p:cxnSp>
      <p:cxnSp>
        <p:nvCxnSpPr>
          <p:cNvPr id="8744" name="Google Shape;8744;p444"/>
          <p:cNvCxnSpPr>
            <a:stCxn id="8735" idx="1"/>
            <a:endCxn id="8734" idx="3"/>
          </p:cNvCxnSpPr>
          <p:nvPr/>
        </p:nvCxnSpPr>
        <p:spPr>
          <a:xfrm flipH="1">
            <a:off x="1838136" y="2658947"/>
            <a:ext cx="556200" cy="600"/>
          </a:xfrm>
          <a:prstGeom prst="bentConnector3">
            <a:avLst>
              <a:gd fmla="val 50001" name="adj1"/>
            </a:avLst>
          </a:prstGeom>
          <a:noFill/>
          <a:ln cap="flat" cmpd="sng" w="9525">
            <a:solidFill>
              <a:schemeClr val="dk1"/>
            </a:solidFill>
            <a:prstDash val="solid"/>
            <a:round/>
            <a:headEnd len="med" w="med" type="none"/>
            <a:tailEnd len="med" w="med" type="none"/>
          </a:ln>
        </p:spPr>
      </p:cxnSp>
      <p:cxnSp>
        <p:nvCxnSpPr>
          <p:cNvPr id="8745" name="Google Shape;8745;p444"/>
          <p:cNvCxnSpPr/>
          <p:nvPr/>
        </p:nvCxnSpPr>
        <p:spPr>
          <a:xfrm>
            <a:off x="5005536" y="2649776"/>
            <a:ext cx="478800" cy="600"/>
          </a:xfrm>
          <a:prstGeom prst="bentConnector3">
            <a:avLst>
              <a:gd fmla="val 49983"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9" name="Shape 8749"/>
        <p:cNvGrpSpPr/>
        <p:nvPr/>
      </p:nvGrpSpPr>
      <p:grpSpPr>
        <a:xfrm>
          <a:off x="0" y="0"/>
          <a:ext cx="0" cy="0"/>
          <a:chOff x="0" y="0"/>
          <a:chExt cx="0" cy="0"/>
        </a:xfrm>
      </p:grpSpPr>
      <p:sp>
        <p:nvSpPr>
          <p:cNvPr id="8750" name="Google Shape;8750;p445"/>
          <p:cNvSpPr txBox="1"/>
          <p:nvPr>
            <p:ph type="title"/>
          </p:nvPr>
        </p:nvSpPr>
        <p:spPr>
          <a:xfrm>
            <a:off x="764175" y="1962000"/>
            <a:ext cx="42789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500"/>
              <a:t>Introduction</a:t>
            </a:r>
            <a:endParaRPr sz="4500"/>
          </a:p>
        </p:txBody>
      </p:sp>
      <p:sp>
        <p:nvSpPr>
          <p:cNvPr id="8751" name="Google Shape;8751;p445"/>
          <p:cNvSpPr txBox="1"/>
          <p:nvPr>
            <p:ph idx="2" type="title"/>
          </p:nvPr>
        </p:nvSpPr>
        <p:spPr>
          <a:xfrm>
            <a:off x="857150" y="977850"/>
            <a:ext cx="1463100" cy="88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8752" name="Google Shape;8752;p445"/>
          <p:cNvSpPr txBox="1"/>
          <p:nvPr>
            <p:ph idx="1" type="subTitle"/>
          </p:nvPr>
        </p:nvSpPr>
        <p:spPr>
          <a:xfrm>
            <a:off x="857150" y="3229700"/>
            <a:ext cx="4591200" cy="1762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romanUcPeriod"/>
            </a:pPr>
            <a:r>
              <a:rPr lang="en" sz="1800"/>
              <a:t>Data Set</a:t>
            </a:r>
            <a:endParaRPr sz="1800"/>
          </a:p>
          <a:p>
            <a:pPr indent="-330200" lvl="0" marL="457200" rtl="0" algn="l">
              <a:spcBef>
                <a:spcPts val="0"/>
              </a:spcBef>
              <a:spcAft>
                <a:spcPts val="0"/>
              </a:spcAft>
              <a:buSzPts val="1600"/>
              <a:buAutoNum type="romanUcPeriod"/>
            </a:pPr>
            <a:r>
              <a:rPr lang="en" sz="1800"/>
              <a:t>SMART Question</a:t>
            </a:r>
            <a:endParaRPr sz="1800"/>
          </a:p>
          <a:p>
            <a:pPr indent="-330200" lvl="0" marL="457200" rtl="0" algn="l">
              <a:spcBef>
                <a:spcPts val="0"/>
              </a:spcBef>
              <a:spcAft>
                <a:spcPts val="0"/>
              </a:spcAft>
              <a:buSzPts val="1600"/>
              <a:buAutoNum type="romanUcPeriod"/>
            </a:pPr>
            <a:r>
              <a:rPr lang="en" sz="1800"/>
              <a:t>Managing Variables &amp; Cleaning Data</a:t>
            </a:r>
            <a:endParaRPr sz="1800"/>
          </a:p>
          <a:p>
            <a:pPr indent="-330200" lvl="0" marL="457200" rtl="0" algn="l">
              <a:spcBef>
                <a:spcPts val="0"/>
              </a:spcBef>
              <a:spcAft>
                <a:spcPts val="0"/>
              </a:spcAft>
              <a:buSzPts val="1600"/>
              <a:buAutoNum type="romanUcPeriod"/>
            </a:pPr>
            <a:r>
              <a:rPr lang="en" sz="1800"/>
              <a:t>Hypotheses &amp; Predictions</a:t>
            </a:r>
            <a:endParaRPr sz="1800"/>
          </a:p>
        </p:txBody>
      </p:sp>
      <p:cxnSp>
        <p:nvCxnSpPr>
          <p:cNvPr id="8753" name="Google Shape;8753;p445"/>
          <p:cNvCxnSpPr/>
          <p:nvPr/>
        </p:nvCxnSpPr>
        <p:spPr>
          <a:xfrm>
            <a:off x="-95092" y="2982353"/>
            <a:ext cx="5393400" cy="0"/>
          </a:xfrm>
          <a:prstGeom prst="straightConnector1">
            <a:avLst/>
          </a:prstGeom>
          <a:noFill/>
          <a:ln cap="flat" cmpd="sng" w="9525">
            <a:solidFill>
              <a:schemeClr val="dk1"/>
            </a:solidFill>
            <a:prstDash val="solid"/>
            <a:round/>
            <a:headEnd len="med" w="med" type="none"/>
            <a:tailEnd len="med" w="med" type="none"/>
          </a:ln>
        </p:spPr>
      </p:cxnSp>
      <p:grpSp>
        <p:nvGrpSpPr>
          <p:cNvPr id="8754" name="Google Shape;8754;p445"/>
          <p:cNvGrpSpPr/>
          <p:nvPr/>
        </p:nvGrpSpPr>
        <p:grpSpPr>
          <a:xfrm>
            <a:off x="18953" y="3870452"/>
            <a:ext cx="887795" cy="175887"/>
            <a:chOff x="2284850" y="131975"/>
            <a:chExt cx="1720200" cy="340800"/>
          </a:xfrm>
        </p:grpSpPr>
        <p:sp>
          <p:nvSpPr>
            <p:cNvPr id="8755" name="Google Shape;8755;p44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6" name="Google Shape;8756;p44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7" name="Google Shape;8757;p44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8" name="Google Shape;8758;p44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2" name="Shape 8762"/>
        <p:cNvGrpSpPr/>
        <p:nvPr/>
      </p:nvGrpSpPr>
      <p:grpSpPr>
        <a:xfrm>
          <a:off x="0" y="0"/>
          <a:ext cx="0" cy="0"/>
          <a:chOff x="0" y="0"/>
          <a:chExt cx="0" cy="0"/>
        </a:xfrm>
      </p:grpSpPr>
      <p:sp>
        <p:nvSpPr>
          <p:cNvPr id="8763" name="Google Shape;8763;p446"/>
          <p:cNvSpPr txBox="1"/>
          <p:nvPr>
            <p:ph type="title"/>
          </p:nvPr>
        </p:nvSpPr>
        <p:spPr>
          <a:xfrm>
            <a:off x="2321875" y="265950"/>
            <a:ext cx="3217500" cy="66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Set</a:t>
            </a:r>
            <a:endParaRPr/>
          </a:p>
        </p:txBody>
      </p:sp>
      <p:sp>
        <p:nvSpPr>
          <p:cNvPr id="8764" name="Google Shape;8764;p446"/>
          <p:cNvSpPr txBox="1"/>
          <p:nvPr>
            <p:ph idx="1" type="subTitle"/>
          </p:nvPr>
        </p:nvSpPr>
        <p:spPr>
          <a:xfrm>
            <a:off x="2321875" y="978550"/>
            <a:ext cx="3815400" cy="357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Dataset:</a:t>
            </a:r>
            <a:endParaRPr sz="1800"/>
          </a:p>
          <a:p>
            <a:pPr indent="-342900" lvl="1" marL="914400" rtl="0" algn="l">
              <a:spcBef>
                <a:spcPts val="0"/>
              </a:spcBef>
              <a:spcAft>
                <a:spcPts val="0"/>
              </a:spcAft>
              <a:buSzPts val="1800"/>
              <a:buChar char="○"/>
            </a:pPr>
            <a:r>
              <a:rPr lang="en" sz="1800" u="sng">
                <a:solidFill>
                  <a:schemeClr val="hlink"/>
                </a:solidFill>
                <a:hlinkClick r:id="rId3"/>
              </a:rPr>
              <a:t>Kaggle World Happiness Report</a:t>
            </a:r>
            <a:endParaRPr sz="1800"/>
          </a:p>
          <a:p>
            <a:pPr indent="-342900" lvl="0" marL="457200" rtl="0" algn="l">
              <a:spcBef>
                <a:spcPts val="0"/>
              </a:spcBef>
              <a:spcAft>
                <a:spcPts val="0"/>
              </a:spcAft>
              <a:buSzPts val="1800"/>
              <a:buChar char="●"/>
            </a:pPr>
            <a:r>
              <a:rPr lang="en" sz="1800"/>
              <a:t>Y Variable:</a:t>
            </a:r>
            <a:endParaRPr sz="1800"/>
          </a:p>
          <a:p>
            <a:pPr indent="-342900" lvl="1" marL="914400" rtl="0" algn="l">
              <a:spcBef>
                <a:spcPts val="0"/>
              </a:spcBef>
              <a:spcAft>
                <a:spcPts val="0"/>
              </a:spcAft>
              <a:buSzPts val="1800"/>
              <a:buChar char="○"/>
            </a:pPr>
            <a:r>
              <a:rPr lang="en" sz="1800"/>
              <a:t>Happiness Score</a:t>
            </a:r>
            <a:endParaRPr sz="1800"/>
          </a:p>
          <a:p>
            <a:pPr indent="-342900" lvl="0" marL="457200" rtl="0" algn="l">
              <a:spcBef>
                <a:spcPts val="0"/>
              </a:spcBef>
              <a:spcAft>
                <a:spcPts val="0"/>
              </a:spcAft>
              <a:buSzPts val="1800"/>
              <a:buChar char="●"/>
            </a:pPr>
            <a:r>
              <a:rPr lang="en" sz="1800"/>
              <a:t>X Variable</a:t>
            </a:r>
            <a:r>
              <a:rPr lang="en" sz="1500"/>
              <a:t> (Independent Variable) </a:t>
            </a:r>
            <a:endParaRPr sz="1500"/>
          </a:p>
          <a:p>
            <a:pPr indent="-342900" lvl="1" marL="914400" rtl="0" algn="l">
              <a:spcBef>
                <a:spcPts val="0"/>
              </a:spcBef>
              <a:spcAft>
                <a:spcPts val="0"/>
              </a:spcAft>
              <a:buSzPts val="1800"/>
              <a:buChar char="○"/>
            </a:pPr>
            <a:r>
              <a:rPr lang="en" sz="1800"/>
              <a:t>GDP</a:t>
            </a:r>
            <a:endParaRPr sz="1800"/>
          </a:p>
          <a:p>
            <a:pPr indent="-342900" lvl="1" marL="914400" rtl="0" algn="l">
              <a:spcBef>
                <a:spcPts val="0"/>
              </a:spcBef>
              <a:spcAft>
                <a:spcPts val="0"/>
              </a:spcAft>
              <a:buSzPts val="1800"/>
              <a:buChar char="○"/>
            </a:pPr>
            <a:r>
              <a:rPr lang="en" sz="1800"/>
              <a:t>Social Support</a:t>
            </a:r>
            <a:endParaRPr sz="1800"/>
          </a:p>
          <a:p>
            <a:pPr indent="-342900" lvl="1" marL="914400" rtl="0" algn="l">
              <a:spcBef>
                <a:spcPts val="0"/>
              </a:spcBef>
              <a:spcAft>
                <a:spcPts val="0"/>
              </a:spcAft>
              <a:buSzPts val="1800"/>
              <a:buChar char="○"/>
            </a:pPr>
            <a:r>
              <a:rPr lang="en" sz="1800"/>
              <a:t>Healthy Life</a:t>
            </a:r>
            <a:endParaRPr sz="1800"/>
          </a:p>
          <a:p>
            <a:pPr indent="-342900" lvl="1" marL="914400" rtl="0" algn="l">
              <a:spcBef>
                <a:spcPts val="0"/>
              </a:spcBef>
              <a:spcAft>
                <a:spcPts val="0"/>
              </a:spcAft>
              <a:buSzPts val="1800"/>
              <a:buChar char="○"/>
            </a:pPr>
            <a:r>
              <a:rPr lang="en" sz="1800"/>
              <a:t>Generosity</a:t>
            </a:r>
            <a:endParaRPr sz="1800"/>
          </a:p>
          <a:p>
            <a:pPr indent="-342900" lvl="1" marL="914400" rtl="0" algn="l">
              <a:spcBef>
                <a:spcPts val="0"/>
              </a:spcBef>
              <a:spcAft>
                <a:spcPts val="0"/>
              </a:spcAft>
              <a:buSzPts val="1800"/>
              <a:buChar char="○"/>
            </a:pPr>
            <a:r>
              <a:rPr lang="en" sz="1800"/>
              <a:t>7 different Territor</a:t>
            </a:r>
            <a:r>
              <a:rPr lang="en" sz="1800"/>
              <a:t>ies </a:t>
            </a:r>
            <a:endParaRPr sz="1800"/>
          </a:p>
        </p:txBody>
      </p:sp>
      <p:pic>
        <p:nvPicPr>
          <p:cNvPr id="8765" name="Google Shape;8765;p446"/>
          <p:cNvPicPr preferRelativeResize="0"/>
          <p:nvPr/>
        </p:nvPicPr>
        <p:blipFill>
          <a:blip r:embed="rId4">
            <a:alphaModFix/>
          </a:blip>
          <a:stretch>
            <a:fillRect/>
          </a:stretch>
        </p:blipFill>
        <p:spPr>
          <a:xfrm>
            <a:off x="6285337" y="929551"/>
            <a:ext cx="2484713" cy="35102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9" name="Shape 8769"/>
        <p:cNvGrpSpPr/>
        <p:nvPr/>
      </p:nvGrpSpPr>
      <p:grpSpPr>
        <a:xfrm>
          <a:off x="0" y="0"/>
          <a:ext cx="0" cy="0"/>
          <a:chOff x="0" y="0"/>
          <a:chExt cx="0" cy="0"/>
        </a:xfrm>
      </p:grpSpPr>
      <p:sp>
        <p:nvSpPr>
          <p:cNvPr id="8770" name="Google Shape;8770;p447"/>
          <p:cNvSpPr txBox="1"/>
          <p:nvPr>
            <p:ph type="title"/>
          </p:nvPr>
        </p:nvSpPr>
        <p:spPr>
          <a:xfrm>
            <a:off x="1415775" y="445025"/>
            <a:ext cx="7008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SMART Question</a:t>
            </a:r>
            <a:endParaRPr/>
          </a:p>
        </p:txBody>
      </p:sp>
      <p:sp>
        <p:nvSpPr>
          <p:cNvPr id="8771" name="Google Shape;8771;p447"/>
          <p:cNvSpPr txBox="1"/>
          <p:nvPr>
            <p:ph idx="4294967295" type="subTitle"/>
          </p:nvPr>
        </p:nvSpPr>
        <p:spPr>
          <a:xfrm>
            <a:off x="1415775" y="1091100"/>
            <a:ext cx="77283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800"/>
              <a:t>What variables have an effect on the happiness of a country’s population and how does happiness correlate with a country’s region?</a:t>
            </a:r>
            <a:r>
              <a:rPr b="1" lang="en" sz="1800">
                <a:latin typeface="Raleway"/>
                <a:ea typeface="Raleway"/>
                <a:cs typeface="Raleway"/>
                <a:sym typeface="Raleway"/>
              </a:rPr>
              <a:t> </a:t>
            </a:r>
            <a:endParaRPr b="1" sz="1800">
              <a:latin typeface="Raleway"/>
              <a:ea typeface="Raleway"/>
              <a:cs typeface="Raleway"/>
              <a:sym typeface="Raleway"/>
            </a:endParaRPr>
          </a:p>
        </p:txBody>
      </p:sp>
      <p:sp>
        <p:nvSpPr>
          <p:cNvPr id="8772" name="Google Shape;8772;p447"/>
          <p:cNvSpPr txBox="1"/>
          <p:nvPr>
            <p:ph idx="4294967295" type="subTitle"/>
          </p:nvPr>
        </p:nvSpPr>
        <p:spPr>
          <a:xfrm>
            <a:off x="1491975" y="2743975"/>
            <a:ext cx="7452000" cy="461700"/>
          </a:xfrm>
          <a:prstGeom prst="rect">
            <a:avLst/>
          </a:prstGeom>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 sz="1800">
                <a:latin typeface="Raleway SemiBold"/>
                <a:ea typeface="Raleway SemiBold"/>
                <a:cs typeface="Raleway SemiBold"/>
                <a:sym typeface="Raleway SemiBold"/>
              </a:rPr>
              <a:t>Strong correlation between happiness and many factors</a:t>
            </a:r>
            <a:r>
              <a:rPr b="1" lang="en" sz="1800">
                <a:latin typeface="Raleway"/>
                <a:ea typeface="Raleway"/>
                <a:cs typeface="Raleway"/>
                <a:sym typeface="Raleway"/>
              </a:rPr>
              <a:t> </a:t>
            </a:r>
            <a:endParaRPr b="1" sz="1800">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6" name="Shape 8776"/>
        <p:cNvGrpSpPr/>
        <p:nvPr/>
      </p:nvGrpSpPr>
      <p:grpSpPr>
        <a:xfrm>
          <a:off x="0" y="0"/>
          <a:ext cx="0" cy="0"/>
          <a:chOff x="0" y="0"/>
          <a:chExt cx="0" cy="0"/>
        </a:xfrm>
      </p:grpSpPr>
      <p:sp>
        <p:nvSpPr>
          <p:cNvPr id="8777" name="Google Shape;8777;p448"/>
          <p:cNvSpPr txBox="1"/>
          <p:nvPr>
            <p:ph idx="9" type="title"/>
          </p:nvPr>
        </p:nvSpPr>
        <p:spPr>
          <a:xfrm>
            <a:off x="1872975" y="97650"/>
            <a:ext cx="7008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Managing</a:t>
            </a:r>
            <a:r>
              <a:rPr lang="en" sz="2600"/>
              <a:t> Variable &amp; </a:t>
            </a:r>
            <a:r>
              <a:rPr lang="en" sz="2600"/>
              <a:t>Cleaning</a:t>
            </a:r>
            <a:r>
              <a:rPr lang="en" sz="2600"/>
              <a:t> Data</a:t>
            </a:r>
            <a:endParaRPr sz="2600"/>
          </a:p>
        </p:txBody>
      </p:sp>
      <p:sp>
        <p:nvSpPr>
          <p:cNvPr id="8778" name="Google Shape;8778;p448"/>
          <p:cNvSpPr txBox="1"/>
          <p:nvPr>
            <p:ph idx="1" type="subTitle"/>
          </p:nvPr>
        </p:nvSpPr>
        <p:spPr>
          <a:xfrm flipH="1">
            <a:off x="571425" y="822750"/>
            <a:ext cx="4486500" cy="2539800"/>
          </a:xfrm>
          <a:prstGeom prst="rect">
            <a:avLst/>
          </a:prstGeom>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Created factor variable - “Territory”</a:t>
            </a:r>
            <a:endParaRPr sz="1800">
              <a:solidFill>
                <a:srgbClr val="333333"/>
              </a:solidFill>
              <a:latin typeface="Raleway Medium"/>
              <a:ea typeface="Raleway Medium"/>
              <a:cs typeface="Raleway Medium"/>
              <a:sym typeface="Raleway Medium"/>
            </a:endParaRPr>
          </a:p>
          <a:p>
            <a:pPr indent="-342900" lvl="0" marL="457200" rtl="0" algn="l">
              <a:lnSpc>
                <a:spcPct val="150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Created the variable “ISO2C”</a:t>
            </a:r>
            <a:endParaRPr sz="1800">
              <a:solidFill>
                <a:srgbClr val="333333"/>
              </a:solidFill>
              <a:latin typeface="Raleway Medium"/>
              <a:ea typeface="Raleway Medium"/>
              <a:cs typeface="Raleway Medium"/>
              <a:sym typeface="Raleway Medium"/>
            </a:endParaRPr>
          </a:p>
          <a:p>
            <a:pPr indent="-342900" lvl="0" marL="457200" rtl="0" algn="l">
              <a:lnSpc>
                <a:spcPct val="150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Used country flags for our graphs</a:t>
            </a:r>
            <a:endParaRPr sz="1800">
              <a:solidFill>
                <a:srgbClr val="333333"/>
              </a:solidFill>
              <a:latin typeface="Raleway Medium"/>
              <a:ea typeface="Raleway Medium"/>
              <a:cs typeface="Raleway Medium"/>
              <a:sym typeface="Raleway Medium"/>
            </a:endParaRPr>
          </a:p>
          <a:p>
            <a:pPr indent="-342900" lvl="1" marL="914400" rtl="0" algn="l">
              <a:lnSpc>
                <a:spcPct val="150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Created a string to flag image</a:t>
            </a:r>
            <a:endParaRPr sz="1800">
              <a:solidFill>
                <a:srgbClr val="333333"/>
              </a:solidFill>
              <a:latin typeface="Raleway Medium"/>
              <a:ea typeface="Raleway Medium"/>
              <a:cs typeface="Raleway Medium"/>
              <a:sym typeface="Raleway Medium"/>
            </a:endParaRPr>
          </a:p>
          <a:p>
            <a:pPr indent="-342900" lvl="1" marL="914400" rtl="0" algn="l">
              <a:lnSpc>
                <a:spcPct val="150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Used a “for loop”</a:t>
            </a:r>
            <a:endParaRPr sz="1800">
              <a:solidFill>
                <a:srgbClr val="333333"/>
              </a:solidFill>
              <a:latin typeface="Raleway Medium"/>
              <a:ea typeface="Raleway Medium"/>
              <a:cs typeface="Raleway Medium"/>
              <a:sym typeface="Raleway Medium"/>
            </a:endParaRPr>
          </a:p>
          <a:p>
            <a:pPr indent="-342900" lvl="0" marL="457200" rtl="0" algn="l">
              <a:lnSpc>
                <a:spcPct val="150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Created a numerical dataset</a:t>
            </a:r>
            <a:endParaRPr sz="1800">
              <a:solidFill>
                <a:srgbClr val="333333"/>
              </a:solidFill>
              <a:latin typeface="Raleway Medium"/>
              <a:ea typeface="Raleway Medium"/>
              <a:cs typeface="Raleway Medium"/>
              <a:sym typeface="Raleway Medium"/>
            </a:endParaRPr>
          </a:p>
        </p:txBody>
      </p:sp>
      <p:pic>
        <p:nvPicPr>
          <p:cNvPr id="8779" name="Google Shape;8779;p448"/>
          <p:cNvPicPr preferRelativeResize="0"/>
          <p:nvPr/>
        </p:nvPicPr>
        <p:blipFill rotWithShape="1">
          <a:blip r:embed="rId3">
            <a:alphaModFix/>
          </a:blip>
          <a:srcRect b="0" l="0" r="20634" t="0"/>
          <a:stretch/>
        </p:blipFill>
        <p:spPr>
          <a:xfrm>
            <a:off x="5147625" y="735025"/>
            <a:ext cx="3733649" cy="1388744"/>
          </a:xfrm>
          <a:prstGeom prst="rect">
            <a:avLst/>
          </a:prstGeom>
          <a:noFill/>
          <a:ln>
            <a:noFill/>
          </a:ln>
        </p:spPr>
      </p:pic>
      <p:pic>
        <p:nvPicPr>
          <p:cNvPr id="8780" name="Google Shape;8780;p448"/>
          <p:cNvPicPr preferRelativeResize="0"/>
          <p:nvPr/>
        </p:nvPicPr>
        <p:blipFill rotWithShape="1">
          <a:blip r:embed="rId4">
            <a:alphaModFix/>
          </a:blip>
          <a:srcRect b="0" l="0" r="20350" t="0"/>
          <a:stretch/>
        </p:blipFill>
        <p:spPr>
          <a:xfrm>
            <a:off x="5147600" y="3242375"/>
            <a:ext cx="3733651" cy="954626"/>
          </a:xfrm>
          <a:prstGeom prst="rect">
            <a:avLst/>
          </a:prstGeom>
          <a:noFill/>
          <a:ln>
            <a:noFill/>
          </a:ln>
        </p:spPr>
      </p:pic>
      <p:pic>
        <p:nvPicPr>
          <p:cNvPr id="8781" name="Google Shape;8781;p448"/>
          <p:cNvPicPr preferRelativeResize="0"/>
          <p:nvPr/>
        </p:nvPicPr>
        <p:blipFill rotWithShape="1">
          <a:blip r:embed="rId5">
            <a:alphaModFix/>
          </a:blip>
          <a:srcRect b="6546" l="0" r="54298" t="9200"/>
          <a:stretch/>
        </p:blipFill>
        <p:spPr>
          <a:xfrm>
            <a:off x="5147600" y="2123775"/>
            <a:ext cx="3733649" cy="1118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5" name="Shape 8785"/>
        <p:cNvGrpSpPr/>
        <p:nvPr/>
      </p:nvGrpSpPr>
      <p:grpSpPr>
        <a:xfrm>
          <a:off x="0" y="0"/>
          <a:ext cx="0" cy="0"/>
          <a:chOff x="0" y="0"/>
          <a:chExt cx="0" cy="0"/>
        </a:xfrm>
      </p:grpSpPr>
      <p:sp>
        <p:nvSpPr>
          <p:cNvPr id="8786" name="Google Shape;8786;p449"/>
          <p:cNvSpPr/>
          <p:nvPr/>
        </p:nvSpPr>
        <p:spPr>
          <a:xfrm>
            <a:off x="1876313" y="2251413"/>
            <a:ext cx="594300" cy="36900"/>
          </a:xfrm>
          <a:prstGeom prst="roundRect">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787" name="Google Shape;8787;p449"/>
          <p:cNvSpPr/>
          <p:nvPr/>
        </p:nvSpPr>
        <p:spPr>
          <a:xfrm>
            <a:off x="1014072" y="1960450"/>
            <a:ext cx="594300" cy="5943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788" name="Google Shape;8788;p449"/>
          <p:cNvSpPr txBox="1"/>
          <p:nvPr/>
        </p:nvSpPr>
        <p:spPr>
          <a:xfrm>
            <a:off x="522075" y="2664225"/>
            <a:ext cx="1578300" cy="446400"/>
          </a:xfrm>
          <a:prstGeom prst="rect">
            <a:avLst/>
          </a:prstGeom>
          <a:no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rgbClr val="595959"/>
                </a:solidFill>
                <a:latin typeface="Archivo Black"/>
                <a:ea typeface="Archivo Black"/>
                <a:cs typeface="Archivo Black"/>
                <a:sym typeface="Archivo Black"/>
              </a:rPr>
              <a:t>Healthy Life</a:t>
            </a:r>
            <a:endParaRPr b="1" sz="1000">
              <a:solidFill>
                <a:srgbClr val="595959"/>
              </a:solidFill>
              <a:latin typeface="Archivo Black"/>
              <a:ea typeface="Archivo Black"/>
              <a:cs typeface="Archivo Black"/>
              <a:sym typeface="Archivo Black"/>
            </a:endParaRPr>
          </a:p>
        </p:txBody>
      </p:sp>
      <p:sp>
        <p:nvSpPr>
          <p:cNvPr id="8789" name="Google Shape;8789;p449"/>
          <p:cNvSpPr txBox="1"/>
          <p:nvPr/>
        </p:nvSpPr>
        <p:spPr>
          <a:xfrm>
            <a:off x="522072" y="3121025"/>
            <a:ext cx="1578300" cy="737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900">
                <a:solidFill>
                  <a:srgbClr val="595959"/>
                </a:solidFill>
                <a:latin typeface="Raleway"/>
                <a:ea typeface="Raleway"/>
                <a:cs typeface="Raleway"/>
                <a:sym typeface="Raleway"/>
              </a:rPr>
              <a:t>Higher Healthy Life </a:t>
            </a:r>
            <a:endParaRPr sz="900">
              <a:solidFill>
                <a:srgbClr val="595959"/>
              </a:solidFill>
              <a:latin typeface="Raleway"/>
              <a:ea typeface="Raleway"/>
              <a:cs typeface="Raleway"/>
              <a:sym typeface="Raleway"/>
            </a:endParaRPr>
          </a:p>
          <a:p>
            <a:pPr indent="0" lvl="0" marL="0" rtl="0" algn="ctr">
              <a:lnSpc>
                <a:spcPct val="115000"/>
              </a:lnSpc>
              <a:spcBef>
                <a:spcPts val="1600"/>
              </a:spcBef>
              <a:spcAft>
                <a:spcPts val="1600"/>
              </a:spcAft>
              <a:buNone/>
            </a:pPr>
            <a:r>
              <a:rPr lang="en" sz="900">
                <a:solidFill>
                  <a:srgbClr val="595959"/>
                </a:solidFill>
                <a:latin typeface="Raleway"/>
                <a:ea typeface="Raleway"/>
                <a:cs typeface="Raleway"/>
                <a:sym typeface="Raleway"/>
              </a:rPr>
              <a:t>Higher Happiness Value</a:t>
            </a:r>
            <a:endParaRPr sz="900">
              <a:solidFill>
                <a:srgbClr val="595959"/>
              </a:solidFill>
              <a:latin typeface="Raleway"/>
              <a:ea typeface="Raleway"/>
              <a:cs typeface="Raleway"/>
              <a:sym typeface="Raleway"/>
            </a:endParaRPr>
          </a:p>
        </p:txBody>
      </p:sp>
      <p:sp>
        <p:nvSpPr>
          <p:cNvPr id="8790" name="Google Shape;8790;p449"/>
          <p:cNvSpPr/>
          <p:nvPr/>
        </p:nvSpPr>
        <p:spPr>
          <a:xfrm>
            <a:off x="4442502" y="1960450"/>
            <a:ext cx="594300" cy="5943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791" name="Google Shape;8791;p449"/>
          <p:cNvSpPr txBox="1"/>
          <p:nvPr/>
        </p:nvSpPr>
        <p:spPr>
          <a:xfrm>
            <a:off x="3971050" y="2664225"/>
            <a:ext cx="1537200" cy="446400"/>
          </a:xfrm>
          <a:prstGeom prst="rect">
            <a:avLst/>
          </a:prstGeom>
          <a:no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rgbClr val="595959"/>
                </a:solidFill>
                <a:latin typeface="Archivo Black"/>
                <a:ea typeface="Archivo Black"/>
                <a:cs typeface="Archivo Black"/>
                <a:sym typeface="Archivo Black"/>
              </a:rPr>
              <a:t>GDP </a:t>
            </a:r>
            <a:endParaRPr b="1" sz="1000">
              <a:solidFill>
                <a:srgbClr val="595959"/>
              </a:solidFill>
              <a:latin typeface="Archivo Black"/>
              <a:ea typeface="Archivo Black"/>
              <a:cs typeface="Archivo Black"/>
              <a:sym typeface="Archivo Black"/>
            </a:endParaRPr>
          </a:p>
        </p:txBody>
      </p:sp>
      <p:sp>
        <p:nvSpPr>
          <p:cNvPr id="8792" name="Google Shape;8792;p449"/>
          <p:cNvSpPr txBox="1"/>
          <p:nvPr/>
        </p:nvSpPr>
        <p:spPr>
          <a:xfrm>
            <a:off x="3971052" y="3121023"/>
            <a:ext cx="1537200" cy="737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900">
                <a:solidFill>
                  <a:srgbClr val="595959"/>
                </a:solidFill>
                <a:latin typeface="Raleway"/>
                <a:ea typeface="Raleway"/>
                <a:cs typeface="Raleway"/>
                <a:sym typeface="Raleway"/>
              </a:rPr>
              <a:t>High GDP </a:t>
            </a:r>
            <a:endParaRPr sz="900">
              <a:solidFill>
                <a:srgbClr val="595959"/>
              </a:solidFill>
              <a:latin typeface="Raleway"/>
              <a:ea typeface="Raleway"/>
              <a:cs typeface="Raleway"/>
              <a:sym typeface="Raleway"/>
            </a:endParaRPr>
          </a:p>
          <a:p>
            <a:pPr indent="0" lvl="0" marL="0" rtl="0" algn="ctr">
              <a:lnSpc>
                <a:spcPct val="115000"/>
              </a:lnSpc>
              <a:spcBef>
                <a:spcPts val="1600"/>
              </a:spcBef>
              <a:spcAft>
                <a:spcPts val="1600"/>
              </a:spcAft>
              <a:buNone/>
            </a:pPr>
            <a:r>
              <a:rPr lang="en" sz="900">
                <a:solidFill>
                  <a:srgbClr val="595959"/>
                </a:solidFill>
                <a:latin typeface="Raleway"/>
                <a:ea typeface="Raleway"/>
                <a:cs typeface="Raleway"/>
                <a:sym typeface="Raleway"/>
              </a:rPr>
              <a:t>High Happiness Value</a:t>
            </a:r>
            <a:endParaRPr sz="900">
              <a:solidFill>
                <a:srgbClr val="595959"/>
              </a:solidFill>
              <a:latin typeface="Raleway"/>
              <a:ea typeface="Raleway"/>
              <a:cs typeface="Raleway"/>
              <a:sym typeface="Raleway"/>
            </a:endParaRPr>
          </a:p>
        </p:txBody>
      </p:sp>
      <p:sp>
        <p:nvSpPr>
          <p:cNvPr id="8793" name="Google Shape;8793;p449"/>
          <p:cNvSpPr/>
          <p:nvPr/>
        </p:nvSpPr>
        <p:spPr>
          <a:xfrm>
            <a:off x="6151740" y="1960450"/>
            <a:ext cx="594300" cy="5943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794" name="Google Shape;8794;p449"/>
          <p:cNvSpPr txBox="1"/>
          <p:nvPr/>
        </p:nvSpPr>
        <p:spPr>
          <a:xfrm>
            <a:off x="5680287" y="2664225"/>
            <a:ext cx="1537200" cy="446400"/>
          </a:xfrm>
          <a:prstGeom prst="rect">
            <a:avLst/>
          </a:prstGeom>
          <a:no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rgbClr val="595959"/>
                </a:solidFill>
                <a:latin typeface="Archivo Black"/>
                <a:ea typeface="Archivo Black"/>
                <a:cs typeface="Archivo Black"/>
                <a:sym typeface="Archivo Black"/>
              </a:rPr>
              <a:t>Social Support</a:t>
            </a:r>
            <a:endParaRPr b="1" sz="1000">
              <a:solidFill>
                <a:srgbClr val="595959"/>
              </a:solidFill>
              <a:latin typeface="Archivo Black"/>
              <a:ea typeface="Archivo Black"/>
              <a:cs typeface="Archivo Black"/>
              <a:sym typeface="Archivo Black"/>
            </a:endParaRPr>
          </a:p>
        </p:txBody>
      </p:sp>
      <p:sp>
        <p:nvSpPr>
          <p:cNvPr id="8795" name="Google Shape;8795;p449"/>
          <p:cNvSpPr txBox="1"/>
          <p:nvPr/>
        </p:nvSpPr>
        <p:spPr>
          <a:xfrm>
            <a:off x="5680290" y="3121025"/>
            <a:ext cx="1537200" cy="737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900">
                <a:solidFill>
                  <a:srgbClr val="595959"/>
                </a:solidFill>
                <a:latin typeface="Raleway"/>
                <a:ea typeface="Raleway"/>
                <a:cs typeface="Raleway"/>
                <a:sym typeface="Raleway"/>
              </a:rPr>
              <a:t>High Social Support </a:t>
            </a:r>
            <a:endParaRPr sz="900">
              <a:solidFill>
                <a:srgbClr val="595959"/>
              </a:solidFill>
              <a:latin typeface="Raleway"/>
              <a:ea typeface="Raleway"/>
              <a:cs typeface="Raleway"/>
              <a:sym typeface="Raleway"/>
            </a:endParaRPr>
          </a:p>
          <a:p>
            <a:pPr indent="0" lvl="0" marL="0" rtl="0" algn="ctr">
              <a:lnSpc>
                <a:spcPct val="115000"/>
              </a:lnSpc>
              <a:spcBef>
                <a:spcPts val="1600"/>
              </a:spcBef>
              <a:spcAft>
                <a:spcPts val="1600"/>
              </a:spcAft>
              <a:buNone/>
            </a:pPr>
            <a:r>
              <a:rPr lang="en" sz="900">
                <a:solidFill>
                  <a:srgbClr val="595959"/>
                </a:solidFill>
                <a:latin typeface="Raleway"/>
                <a:ea typeface="Raleway"/>
                <a:cs typeface="Raleway"/>
                <a:sym typeface="Raleway"/>
              </a:rPr>
              <a:t>High Happiness Value</a:t>
            </a:r>
            <a:r>
              <a:rPr lang="en" sz="800">
                <a:solidFill>
                  <a:srgbClr val="595959"/>
                </a:solidFill>
                <a:latin typeface="Archivo Black"/>
                <a:ea typeface="Archivo Black"/>
                <a:cs typeface="Archivo Black"/>
                <a:sym typeface="Archivo Black"/>
              </a:rPr>
              <a:t> </a:t>
            </a:r>
            <a:endParaRPr sz="800">
              <a:solidFill>
                <a:srgbClr val="595959"/>
              </a:solidFill>
              <a:latin typeface="Archivo Black"/>
              <a:ea typeface="Archivo Black"/>
              <a:cs typeface="Archivo Black"/>
              <a:sym typeface="Archivo Black"/>
            </a:endParaRPr>
          </a:p>
        </p:txBody>
      </p:sp>
      <p:sp>
        <p:nvSpPr>
          <p:cNvPr id="8796" name="Google Shape;8796;p449"/>
          <p:cNvSpPr/>
          <p:nvPr/>
        </p:nvSpPr>
        <p:spPr>
          <a:xfrm>
            <a:off x="7860993" y="1960450"/>
            <a:ext cx="594300" cy="5943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797" name="Google Shape;8797;p449"/>
          <p:cNvSpPr txBox="1"/>
          <p:nvPr/>
        </p:nvSpPr>
        <p:spPr>
          <a:xfrm>
            <a:off x="7389537" y="2664225"/>
            <a:ext cx="1537200" cy="446400"/>
          </a:xfrm>
          <a:prstGeom prst="rect">
            <a:avLst/>
          </a:prstGeom>
          <a:no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rgbClr val="595959"/>
                </a:solidFill>
                <a:latin typeface="Archivo Black"/>
                <a:ea typeface="Archivo Black"/>
                <a:cs typeface="Archivo Black"/>
                <a:sym typeface="Archivo Black"/>
              </a:rPr>
              <a:t>Territory</a:t>
            </a:r>
            <a:endParaRPr b="1" sz="1000">
              <a:solidFill>
                <a:srgbClr val="595959"/>
              </a:solidFill>
              <a:latin typeface="Archivo Black"/>
              <a:ea typeface="Archivo Black"/>
              <a:cs typeface="Archivo Black"/>
              <a:sym typeface="Archivo Black"/>
            </a:endParaRPr>
          </a:p>
        </p:txBody>
      </p:sp>
      <p:sp>
        <p:nvSpPr>
          <p:cNvPr id="8798" name="Google Shape;8798;p449"/>
          <p:cNvSpPr txBox="1"/>
          <p:nvPr/>
        </p:nvSpPr>
        <p:spPr>
          <a:xfrm>
            <a:off x="7389543" y="3121025"/>
            <a:ext cx="1537200" cy="737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900">
                <a:solidFill>
                  <a:srgbClr val="595959"/>
                </a:solidFill>
                <a:latin typeface="Raleway"/>
                <a:ea typeface="Raleway"/>
                <a:cs typeface="Raleway"/>
                <a:sym typeface="Raleway"/>
              </a:rPr>
              <a:t>Territory will affect</a:t>
            </a:r>
            <a:endParaRPr sz="900">
              <a:solidFill>
                <a:srgbClr val="595959"/>
              </a:solidFill>
              <a:latin typeface="Raleway"/>
              <a:ea typeface="Raleway"/>
              <a:cs typeface="Raleway"/>
              <a:sym typeface="Raleway"/>
            </a:endParaRPr>
          </a:p>
          <a:p>
            <a:pPr indent="0" lvl="0" marL="0" rtl="0" algn="ctr">
              <a:lnSpc>
                <a:spcPct val="115000"/>
              </a:lnSpc>
              <a:spcBef>
                <a:spcPts val="1600"/>
              </a:spcBef>
              <a:spcAft>
                <a:spcPts val="1600"/>
              </a:spcAft>
              <a:buNone/>
            </a:pPr>
            <a:r>
              <a:rPr lang="en" sz="900">
                <a:solidFill>
                  <a:srgbClr val="595959"/>
                </a:solidFill>
                <a:latin typeface="Raleway"/>
                <a:ea typeface="Raleway"/>
                <a:cs typeface="Raleway"/>
                <a:sym typeface="Raleway"/>
              </a:rPr>
              <a:t>Happiness</a:t>
            </a:r>
            <a:endParaRPr sz="900">
              <a:solidFill>
                <a:srgbClr val="595959"/>
              </a:solidFill>
              <a:latin typeface="Raleway"/>
              <a:ea typeface="Raleway"/>
              <a:cs typeface="Raleway"/>
              <a:sym typeface="Raleway"/>
            </a:endParaRPr>
          </a:p>
        </p:txBody>
      </p:sp>
      <p:sp>
        <p:nvSpPr>
          <p:cNvPr id="8799" name="Google Shape;8799;p449"/>
          <p:cNvSpPr/>
          <p:nvPr/>
        </p:nvSpPr>
        <p:spPr>
          <a:xfrm>
            <a:off x="3590538" y="2251413"/>
            <a:ext cx="594300" cy="36900"/>
          </a:xfrm>
          <a:prstGeom prst="roundRect">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800" name="Google Shape;8800;p449"/>
          <p:cNvSpPr/>
          <p:nvPr/>
        </p:nvSpPr>
        <p:spPr>
          <a:xfrm>
            <a:off x="5336488" y="2251413"/>
            <a:ext cx="594300" cy="36900"/>
          </a:xfrm>
          <a:prstGeom prst="roundRect">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801" name="Google Shape;8801;p449"/>
          <p:cNvSpPr/>
          <p:nvPr/>
        </p:nvSpPr>
        <p:spPr>
          <a:xfrm>
            <a:off x="7006363" y="2251413"/>
            <a:ext cx="594300" cy="36900"/>
          </a:xfrm>
          <a:prstGeom prst="roundRect">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802" name="Google Shape;8802;p449"/>
          <p:cNvSpPr/>
          <p:nvPr/>
        </p:nvSpPr>
        <p:spPr>
          <a:xfrm>
            <a:off x="2738568" y="1960450"/>
            <a:ext cx="594300" cy="5943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Archivo Black"/>
              <a:ea typeface="Archivo Black"/>
              <a:cs typeface="Archivo Black"/>
              <a:sym typeface="Archivo Black"/>
            </a:endParaRPr>
          </a:p>
        </p:txBody>
      </p:sp>
      <p:sp>
        <p:nvSpPr>
          <p:cNvPr id="8803" name="Google Shape;8803;p449"/>
          <p:cNvSpPr txBox="1"/>
          <p:nvPr/>
        </p:nvSpPr>
        <p:spPr>
          <a:xfrm>
            <a:off x="2267112" y="2664225"/>
            <a:ext cx="1537200" cy="446400"/>
          </a:xfrm>
          <a:prstGeom prst="rect">
            <a:avLst/>
          </a:prstGeom>
          <a:no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rgbClr val="595959"/>
                </a:solidFill>
                <a:latin typeface="Archivo Black"/>
                <a:ea typeface="Archivo Black"/>
                <a:cs typeface="Archivo Black"/>
                <a:sym typeface="Archivo Black"/>
              </a:rPr>
              <a:t>Generosity</a:t>
            </a:r>
            <a:endParaRPr b="1" sz="1000">
              <a:solidFill>
                <a:srgbClr val="595959"/>
              </a:solidFill>
              <a:latin typeface="Archivo Black"/>
              <a:ea typeface="Archivo Black"/>
              <a:cs typeface="Archivo Black"/>
              <a:sym typeface="Archivo Black"/>
            </a:endParaRPr>
          </a:p>
        </p:txBody>
      </p:sp>
      <p:sp>
        <p:nvSpPr>
          <p:cNvPr id="8804" name="Google Shape;8804;p449"/>
          <p:cNvSpPr txBox="1"/>
          <p:nvPr/>
        </p:nvSpPr>
        <p:spPr>
          <a:xfrm>
            <a:off x="2267118" y="3121025"/>
            <a:ext cx="1537200" cy="7374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900">
                <a:solidFill>
                  <a:srgbClr val="595959"/>
                </a:solidFill>
                <a:latin typeface="Raleway"/>
                <a:ea typeface="Raleway"/>
                <a:cs typeface="Raleway"/>
                <a:sym typeface="Raleway"/>
              </a:rPr>
              <a:t>Low Generosity</a:t>
            </a:r>
            <a:endParaRPr sz="900">
              <a:solidFill>
                <a:srgbClr val="595959"/>
              </a:solidFill>
              <a:latin typeface="Raleway"/>
              <a:ea typeface="Raleway"/>
              <a:cs typeface="Raleway"/>
              <a:sym typeface="Raleway"/>
            </a:endParaRPr>
          </a:p>
          <a:p>
            <a:pPr indent="0" lvl="0" marL="0" rtl="0" algn="ctr">
              <a:lnSpc>
                <a:spcPct val="115000"/>
              </a:lnSpc>
              <a:spcBef>
                <a:spcPts val="1600"/>
              </a:spcBef>
              <a:spcAft>
                <a:spcPts val="1600"/>
              </a:spcAft>
              <a:buNone/>
            </a:pPr>
            <a:r>
              <a:rPr lang="en" sz="900">
                <a:solidFill>
                  <a:srgbClr val="595959"/>
                </a:solidFill>
                <a:latin typeface="Raleway"/>
                <a:ea typeface="Raleway"/>
                <a:cs typeface="Raleway"/>
                <a:sym typeface="Raleway"/>
              </a:rPr>
              <a:t>Low Happiness Value</a:t>
            </a:r>
            <a:endParaRPr sz="900">
              <a:solidFill>
                <a:srgbClr val="595959"/>
              </a:solidFill>
              <a:latin typeface="Raleway"/>
              <a:ea typeface="Raleway"/>
              <a:cs typeface="Raleway"/>
              <a:sym typeface="Raleway"/>
            </a:endParaRPr>
          </a:p>
        </p:txBody>
      </p:sp>
      <p:sp>
        <p:nvSpPr>
          <p:cNvPr id="8805" name="Google Shape;8805;p4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Hypotheses &amp; Predictions</a:t>
            </a:r>
            <a:endParaRPr/>
          </a:p>
        </p:txBody>
      </p:sp>
      <p:pic>
        <p:nvPicPr>
          <p:cNvPr id="8806" name="Google Shape;8806;p449"/>
          <p:cNvPicPr preferRelativeResize="0"/>
          <p:nvPr/>
        </p:nvPicPr>
        <p:blipFill>
          <a:blip r:embed="rId3">
            <a:alphaModFix/>
          </a:blip>
          <a:stretch>
            <a:fillRect/>
          </a:stretch>
        </p:blipFill>
        <p:spPr>
          <a:xfrm>
            <a:off x="1088025" y="2034400"/>
            <a:ext cx="446400" cy="446400"/>
          </a:xfrm>
          <a:prstGeom prst="rect">
            <a:avLst/>
          </a:prstGeom>
          <a:noFill/>
          <a:ln>
            <a:noFill/>
          </a:ln>
        </p:spPr>
      </p:pic>
      <p:pic>
        <p:nvPicPr>
          <p:cNvPr id="8807" name="Google Shape;8807;p449"/>
          <p:cNvPicPr preferRelativeResize="0"/>
          <p:nvPr/>
        </p:nvPicPr>
        <p:blipFill>
          <a:blip r:embed="rId4">
            <a:alphaModFix/>
          </a:blip>
          <a:stretch>
            <a:fillRect/>
          </a:stretch>
        </p:blipFill>
        <p:spPr>
          <a:xfrm>
            <a:off x="4495800" y="2005000"/>
            <a:ext cx="485825" cy="485825"/>
          </a:xfrm>
          <a:prstGeom prst="rect">
            <a:avLst/>
          </a:prstGeom>
          <a:noFill/>
          <a:ln>
            <a:noFill/>
          </a:ln>
        </p:spPr>
      </p:pic>
      <p:pic>
        <p:nvPicPr>
          <p:cNvPr id="8808" name="Google Shape;8808;p449"/>
          <p:cNvPicPr preferRelativeResize="0"/>
          <p:nvPr/>
        </p:nvPicPr>
        <p:blipFill>
          <a:blip r:embed="rId5">
            <a:alphaModFix/>
          </a:blip>
          <a:stretch>
            <a:fillRect/>
          </a:stretch>
        </p:blipFill>
        <p:spPr>
          <a:xfrm>
            <a:off x="2787677" y="2024702"/>
            <a:ext cx="485825" cy="485825"/>
          </a:xfrm>
          <a:prstGeom prst="rect">
            <a:avLst/>
          </a:prstGeom>
          <a:noFill/>
          <a:ln>
            <a:noFill/>
          </a:ln>
        </p:spPr>
      </p:pic>
      <p:pic>
        <p:nvPicPr>
          <p:cNvPr id="8809" name="Google Shape;8809;p449"/>
          <p:cNvPicPr preferRelativeResize="0"/>
          <p:nvPr/>
        </p:nvPicPr>
        <p:blipFill>
          <a:blip r:embed="rId6">
            <a:alphaModFix/>
          </a:blip>
          <a:stretch>
            <a:fillRect/>
          </a:stretch>
        </p:blipFill>
        <p:spPr>
          <a:xfrm>
            <a:off x="6225688" y="2044413"/>
            <a:ext cx="446400" cy="446400"/>
          </a:xfrm>
          <a:prstGeom prst="rect">
            <a:avLst/>
          </a:prstGeom>
          <a:noFill/>
          <a:ln>
            <a:noFill/>
          </a:ln>
        </p:spPr>
      </p:pic>
      <p:pic>
        <p:nvPicPr>
          <p:cNvPr id="8810" name="Google Shape;8810;p449"/>
          <p:cNvPicPr preferRelativeResize="0"/>
          <p:nvPr/>
        </p:nvPicPr>
        <p:blipFill>
          <a:blip r:embed="rId7">
            <a:alphaModFix/>
          </a:blip>
          <a:stretch>
            <a:fillRect/>
          </a:stretch>
        </p:blipFill>
        <p:spPr>
          <a:xfrm>
            <a:off x="7934950" y="2046675"/>
            <a:ext cx="446400" cy="44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4" name="Shape 8814"/>
        <p:cNvGrpSpPr/>
        <p:nvPr/>
      </p:nvGrpSpPr>
      <p:grpSpPr>
        <a:xfrm>
          <a:off x="0" y="0"/>
          <a:ext cx="0" cy="0"/>
          <a:chOff x="0" y="0"/>
          <a:chExt cx="0" cy="0"/>
        </a:xfrm>
      </p:grpSpPr>
      <p:sp>
        <p:nvSpPr>
          <p:cNvPr id="8815" name="Google Shape;8815;p450"/>
          <p:cNvSpPr txBox="1"/>
          <p:nvPr>
            <p:ph type="title"/>
          </p:nvPr>
        </p:nvSpPr>
        <p:spPr>
          <a:xfrm>
            <a:off x="2758225" y="1064950"/>
            <a:ext cx="5766000" cy="1560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500"/>
              <a:t>Tests &amp; Analyses</a:t>
            </a:r>
            <a:endParaRPr sz="4500"/>
          </a:p>
        </p:txBody>
      </p:sp>
      <p:cxnSp>
        <p:nvCxnSpPr>
          <p:cNvPr id="8816" name="Google Shape;8816;p450"/>
          <p:cNvCxnSpPr/>
          <p:nvPr/>
        </p:nvCxnSpPr>
        <p:spPr>
          <a:xfrm flipH="1" rot="10800000">
            <a:off x="2017543" y="2788235"/>
            <a:ext cx="7148400" cy="9300"/>
          </a:xfrm>
          <a:prstGeom prst="straightConnector1">
            <a:avLst/>
          </a:prstGeom>
          <a:noFill/>
          <a:ln cap="flat" cmpd="sng" w="9525">
            <a:solidFill>
              <a:schemeClr val="dk1"/>
            </a:solidFill>
            <a:prstDash val="solid"/>
            <a:round/>
            <a:headEnd len="med" w="med" type="none"/>
            <a:tailEnd len="med" w="med" type="none"/>
          </a:ln>
        </p:spPr>
      </p:cxnSp>
      <p:grpSp>
        <p:nvGrpSpPr>
          <p:cNvPr id="8817" name="Google Shape;8817;p450"/>
          <p:cNvGrpSpPr/>
          <p:nvPr/>
        </p:nvGrpSpPr>
        <p:grpSpPr>
          <a:xfrm flipH="1">
            <a:off x="6756353" y="3925652"/>
            <a:ext cx="887795" cy="175887"/>
            <a:chOff x="2284850" y="131975"/>
            <a:chExt cx="1720200" cy="340800"/>
          </a:xfrm>
        </p:grpSpPr>
        <p:sp>
          <p:nvSpPr>
            <p:cNvPr id="8818" name="Google Shape;8818;p450"/>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9" name="Google Shape;8819;p450"/>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0" name="Google Shape;8820;p450"/>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1" name="Google Shape;8821;p450"/>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22" name="Google Shape;8822;p450"/>
          <p:cNvSpPr txBox="1"/>
          <p:nvPr/>
        </p:nvSpPr>
        <p:spPr>
          <a:xfrm>
            <a:off x="5293250" y="419600"/>
            <a:ext cx="1463100" cy="8877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800">
                <a:solidFill>
                  <a:srgbClr val="434343"/>
                </a:solidFill>
                <a:latin typeface="Archivo Black"/>
                <a:ea typeface="Archivo Black"/>
                <a:cs typeface="Archivo Black"/>
                <a:sym typeface="Archivo Black"/>
              </a:rPr>
              <a:t>02</a:t>
            </a:r>
            <a:endParaRPr sz="4800">
              <a:solidFill>
                <a:srgbClr val="434343"/>
              </a:solidFill>
              <a:latin typeface="Archivo Black"/>
              <a:ea typeface="Archivo Black"/>
              <a:cs typeface="Archivo Black"/>
              <a:sym typeface="Archivo Black"/>
            </a:endParaRPr>
          </a:p>
        </p:txBody>
      </p:sp>
      <p:sp>
        <p:nvSpPr>
          <p:cNvPr id="8823" name="Google Shape;8823;p450"/>
          <p:cNvSpPr txBox="1"/>
          <p:nvPr>
            <p:ph idx="1" type="subTitle"/>
          </p:nvPr>
        </p:nvSpPr>
        <p:spPr>
          <a:xfrm>
            <a:off x="2996650" y="3346400"/>
            <a:ext cx="3417300" cy="1334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romanUcPeriod"/>
            </a:pPr>
            <a:r>
              <a:rPr lang="en" sz="1800"/>
              <a:t>Pearson Correlation Plot</a:t>
            </a:r>
            <a:endParaRPr sz="1800"/>
          </a:p>
          <a:p>
            <a:pPr indent="-330200" lvl="0" marL="457200" rtl="0" algn="l">
              <a:spcBef>
                <a:spcPts val="0"/>
              </a:spcBef>
              <a:spcAft>
                <a:spcPts val="0"/>
              </a:spcAft>
              <a:buSzPts val="1600"/>
              <a:buAutoNum type="romanUcPeriod"/>
            </a:pPr>
            <a:r>
              <a:rPr lang="en" sz="1800"/>
              <a:t>Linear Regression Model</a:t>
            </a:r>
            <a:endParaRPr sz="1800"/>
          </a:p>
          <a:p>
            <a:pPr indent="-330200" lvl="0" marL="457200" rtl="0" algn="l">
              <a:spcBef>
                <a:spcPts val="0"/>
              </a:spcBef>
              <a:spcAft>
                <a:spcPts val="0"/>
              </a:spcAft>
              <a:buSzPts val="1600"/>
              <a:buAutoNum type="romanUcPeriod"/>
            </a:pPr>
            <a:r>
              <a:rPr lang="en" sz="1800"/>
              <a:t>Scatterplot</a:t>
            </a:r>
            <a:endParaRPr sz="1800"/>
          </a:p>
          <a:p>
            <a:pPr indent="-330200" lvl="0" marL="457200" rtl="0" algn="l">
              <a:spcBef>
                <a:spcPts val="0"/>
              </a:spcBef>
              <a:spcAft>
                <a:spcPts val="0"/>
              </a:spcAft>
              <a:buSzPts val="1600"/>
              <a:buAutoNum type="romanUcPeriod"/>
            </a:pPr>
            <a:r>
              <a:rPr lang="en" sz="1800"/>
              <a:t>Box Plot</a:t>
            </a:r>
            <a:endParaRPr sz="1800"/>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7" name="Shape 8827"/>
        <p:cNvGrpSpPr/>
        <p:nvPr/>
      </p:nvGrpSpPr>
      <p:grpSpPr>
        <a:xfrm>
          <a:off x="0" y="0"/>
          <a:ext cx="0" cy="0"/>
          <a:chOff x="0" y="0"/>
          <a:chExt cx="0" cy="0"/>
        </a:xfrm>
      </p:grpSpPr>
      <p:sp>
        <p:nvSpPr>
          <p:cNvPr id="8828" name="Google Shape;8828;p451"/>
          <p:cNvSpPr txBox="1"/>
          <p:nvPr>
            <p:ph type="title"/>
          </p:nvPr>
        </p:nvSpPr>
        <p:spPr>
          <a:xfrm>
            <a:off x="874650" y="3294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Pearson Correlation Plot</a:t>
            </a:r>
            <a:endParaRPr sz="2800"/>
          </a:p>
        </p:txBody>
      </p:sp>
      <p:pic>
        <p:nvPicPr>
          <p:cNvPr id="8829" name="Google Shape;8829;p451"/>
          <p:cNvPicPr preferRelativeResize="0"/>
          <p:nvPr/>
        </p:nvPicPr>
        <p:blipFill>
          <a:blip r:embed="rId3">
            <a:alphaModFix/>
          </a:blip>
          <a:stretch>
            <a:fillRect/>
          </a:stretch>
        </p:blipFill>
        <p:spPr>
          <a:xfrm>
            <a:off x="4045775" y="1232675"/>
            <a:ext cx="4953151" cy="3537965"/>
          </a:xfrm>
          <a:prstGeom prst="rect">
            <a:avLst/>
          </a:prstGeom>
          <a:noFill/>
          <a:ln>
            <a:noFill/>
          </a:ln>
        </p:spPr>
      </p:pic>
      <p:sp>
        <p:nvSpPr>
          <p:cNvPr id="8830" name="Google Shape;8830;p451"/>
          <p:cNvSpPr txBox="1"/>
          <p:nvPr/>
        </p:nvSpPr>
        <p:spPr>
          <a:xfrm>
            <a:off x="458925" y="1232713"/>
            <a:ext cx="3529500" cy="3537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Most (Highest) Correlation: </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GDP </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Social Support </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Healthy Life</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Outlier </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Generosity</a:t>
            </a:r>
            <a:endParaRPr sz="1800">
              <a:solidFill>
                <a:srgbClr val="333333"/>
              </a:solidFill>
              <a:latin typeface="Raleway Medium"/>
              <a:ea typeface="Raleway Medium"/>
              <a:cs typeface="Raleway Medium"/>
              <a:sym typeface="Raleway Medium"/>
            </a:endParaRPr>
          </a:p>
          <a:p>
            <a:pPr indent="0" lvl="0" marL="0" rtl="0" algn="l">
              <a:spcBef>
                <a:spcPts val="800"/>
              </a:spcBef>
              <a:spcAft>
                <a:spcPts val="0"/>
              </a:spcAft>
              <a:buNone/>
            </a:pPr>
            <a:r>
              <a:t/>
            </a:r>
            <a:endParaRPr sz="1200">
              <a:solidFill>
                <a:schemeClr val="dk1"/>
              </a:solidFill>
              <a:latin typeface="Comic Sans MS"/>
              <a:ea typeface="Comic Sans MS"/>
              <a:cs typeface="Comic Sans MS"/>
              <a:sym typeface="Comic Sans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4" name="Shape 8834"/>
        <p:cNvGrpSpPr/>
        <p:nvPr/>
      </p:nvGrpSpPr>
      <p:grpSpPr>
        <a:xfrm>
          <a:off x="0" y="0"/>
          <a:ext cx="0" cy="0"/>
          <a:chOff x="0" y="0"/>
          <a:chExt cx="0" cy="0"/>
        </a:xfrm>
      </p:grpSpPr>
      <p:sp>
        <p:nvSpPr>
          <p:cNvPr id="8835" name="Google Shape;8835;p452"/>
          <p:cNvSpPr txBox="1"/>
          <p:nvPr>
            <p:ph type="title"/>
          </p:nvPr>
        </p:nvSpPr>
        <p:spPr>
          <a:xfrm>
            <a:off x="874650" y="3294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Linear Regression Model &amp; VIF</a:t>
            </a:r>
            <a:endParaRPr sz="2800"/>
          </a:p>
        </p:txBody>
      </p:sp>
      <p:pic>
        <p:nvPicPr>
          <p:cNvPr id="8836" name="Google Shape;8836;p452"/>
          <p:cNvPicPr preferRelativeResize="0"/>
          <p:nvPr/>
        </p:nvPicPr>
        <p:blipFill>
          <a:blip r:embed="rId3">
            <a:alphaModFix/>
          </a:blip>
          <a:stretch>
            <a:fillRect/>
          </a:stretch>
        </p:blipFill>
        <p:spPr>
          <a:xfrm>
            <a:off x="4849513" y="902093"/>
            <a:ext cx="3529501" cy="2475705"/>
          </a:xfrm>
          <a:prstGeom prst="rect">
            <a:avLst/>
          </a:prstGeom>
          <a:noFill/>
          <a:ln>
            <a:noFill/>
          </a:ln>
        </p:spPr>
      </p:pic>
      <p:sp>
        <p:nvSpPr>
          <p:cNvPr id="8837" name="Google Shape;8837;p452"/>
          <p:cNvSpPr txBox="1"/>
          <p:nvPr/>
        </p:nvSpPr>
        <p:spPr>
          <a:xfrm>
            <a:off x="516275" y="1181625"/>
            <a:ext cx="3839700" cy="3537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P-values</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Social Support </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GDP </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Healthy Life</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Generosity </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Coefficient of determination: </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r</a:t>
            </a:r>
            <a:r>
              <a:rPr baseline="30000" lang="en" sz="1800">
                <a:solidFill>
                  <a:srgbClr val="333333"/>
                </a:solidFill>
                <a:latin typeface="Raleway Medium"/>
                <a:ea typeface="Raleway Medium"/>
                <a:cs typeface="Raleway Medium"/>
                <a:sym typeface="Raleway Medium"/>
              </a:rPr>
              <a:t>2</a:t>
            </a:r>
            <a:r>
              <a:rPr lang="en" sz="1800">
                <a:solidFill>
                  <a:srgbClr val="333333"/>
                </a:solidFill>
                <a:latin typeface="Raleway Medium"/>
                <a:ea typeface="Raleway Medium"/>
                <a:cs typeface="Raleway Medium"/>
                <a:sym typeface="Raleway Medium"/>
              </a:rPr>
              <a:t> = 0.742.</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VIF</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Multicollinearity</a:t>
            </a:r>
            <a:endParaRPr sz="1800">
              <a:solidFill>
                <a:srgbClr val="191919"/>
              </a:solidFill>
              <a:latin typeface="Raleway Medium"/>
              <a:ea typeface="Raleway Medium"/>
              <a:cs typeface="Raleway Medium"/>
              <a:sym typeface="Raleway Medium"/>
            </a:endParaRPr>
          </a:p>
        </p:txBody>
      </p:sp>
      <p:pic>
        <p:nvPicPr>
          <p:cNvPr id="8838" name="Google Shape;8838;p452"/>
          <p:cNvPicPr preferRelativeResize="0"/>
          <p:nvPr/>
        </p:nvPicPr>
        <p:blipFill>
          <a:blip r:embed="rId4">
            <a:alphaModFix/>
          </a:blip>
          <a:stretch>
            <a:fillRect/>
          </a:stretch>
        </p:blipFill>
        <p:spPr>
          <a:xfrm>
            <a:off x="4475888" y="3569748"/>
            <a:ext cx="4276725" cy="1238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2" name="Shape 8842"/>
        <p:cNvGrpSpPr/>
        <p:nvPr/>
      </p:nvGrpSpPr>
      <p:grpSpPr>
        <a:xfrm>
          <a:off x="0" y="0"/>
          <a:ext cx="0" cy="0"/>
          <a:chOff x="0" y="0"/>
          <a:chExt cx="0" cy="0"/>
        </a:xfrm>
      </p:grpSpPr>
      <p:sp>
        <p:nvSpPr>
          <p:cNvPr id="8843" name="Google Shape;8843;p453"/>
          <p:cNvSpPr txBox="1"/>
          <p:nvPr>
            <p:ph type="title"/>
          </p:nvPr>
        </p:nvSpPr>
        <p:spPr>
          <a:xfrm>
            <a:off x="565350" y="292950"/>
            <a:ext cx="8013300" cy="64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Happiness vs. GDP</a:t>
            </a:r>
            <a:endParaRPr/>
          </a:p>
          <a:p>
            <a:pPr indent="0" lvl="0" marL="0" rtl="0" algn="l">
              <a:spcBef>
                <a:spcPts val="0"/>
              </a:spcBef>
              <a:spcAft>
                <a:spcPts val="0"/>
              </a:spcAft>
              <a:buNone/>
            </a:pPr>
            <a:r>
              <a:t/>
            </a:r>
            <a:endParaRPr sz="2400"/>
          </a:p>
        </p:txBody>
      </p:sp>
      <p:grpSp>
        <p:nvGrpSpPr>
          <p:cNvPr id="8844" name="Google Shape;8844;p453"/>
          <p:cNvGrpSpPr/>
          <p:nvPr/>
        </p:nvGrpSpPr>
        <p:grpSpPr>
          <a:xfrm flipH="1">
            <a:off x="-20657" y="150"/>
            <a:ext cx="9164657" cy="5143500"/>
            <a:chOff x="-20657" y="150"/>
            <a:chExt cx="9164657" cy="5143500"/>
          </a:xfrm>
        </p:grpSpPr>
        <p:cxnSp>
          <p:nvCxnSpPr>
            <p:cNvPr id="8845" name="Google Shape;8845;p453"/>
            <p:cNvCxnSpPr/>
            <p:nvPr/>
          </p:nvCxnSpPr>
          <p:spPr>
            <a:xfrm>
              <a:off x="-20657"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8846" name="Google Shape;8846;p453"/>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47" name="Google Shape;8847;p453"/>
            <p:cNvGrpSpPr/>
            <p:nvPr/>
          </p:nvGrpSpPr>
          <p:grpSpPr>
            <a:xfrm>
              <a:off x="269328" y="186773"/>
              <a:ext cx="887795" cy="175887"/>
              <a:chOff x="2284850" y="131975"/>
              <a:chExt cx="1720200" cy="340800"/>
            </a:xfrm>
          </p:grpSpPr>
          <p:sp>
            <p:nvSpPr>
              <p:cNvPr id="8848" name="Google Shape;8848;p453"/>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9" name="Google Shape;8849;p453"/>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0" name="Google Shape;8850;p453"/>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1" name="Google Shape;8851;p453"/>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8852" name="Google Shape;8852;p453"/>
          <p:cNvPicPr preferRelativeResize="0"/>
          <p:nvPr/>
        </p:nvPicPr>
        <p:blipFill>
          <a:blip r:embed="rId3">
            <a:alphaModFix/>
          </a:blip>
          <a:stretch>
            <a:fillRect/>
          </a:stretch>
        </p:blipFill>
        <p:spPr>
          <a:xfrm>
            <a:off x="4045775" y="1181625"/>
            <a:ext cx="4953164" cy="3537974"/>
          </a:xfrm>
          <a:prstGeom prst="rect">
            <a:avLst/>
          </a:prstGeom>
          <a:noFill/>
          <a:ln>
            <a:noFill/>
          </a:ln>
        </p:spPr>
      </p:pic>
      <p:sp>
        <p:nvSpPr>
          <p:cNvPr id="8853" name="Google Shape;8853;p453"/>
          <p:cNvSpPr txBox="1"/>
          <p:nvPr/>
        </p:nvSpPr>
        <p:spPr>
          <a:xfrm>
            <a:off x="468650" y="1181613"/>
            <a:ext cx="3529500" cy="2468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Correlation</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700">
                <a:solidFill>
                  <a:srgbClr val="333333"/>
                </a:solidFill>
                <a:latin typeface="Raleway Medium"/>
                <a:ea typeface="Raleway Medium"/>
                <a:cs typeface="Raleway Medium"/>
                <a:sym typeface="Raleway Medium"/>
              </a:rPr>
              <a:t>Correlation Coefficient</a:t>
            </a:r>
            <a:r>
              <a:rPr lang="en" sz="1800">
                <a:solidFill>
                  <a:srgbClr val="333333"/>
                </a:solidFill>
                <a:latin typeface="Raleway Medium"/>
                <a:ea typeface="Raleway Medium"/>
                <a:cs typeface="Raleway Medium"/>
                <a:sym typeface="Raleway Medium"/>
              </a:rPr>
              <a:t>:</a:t>
            </a:r>
            <a:endParaRPr sz="1800">
              <a:solidFill>
                <a:srgbClr val="333333"/>
              </a:solidFill>
              <a:latin typeface="Raleway Medium"/>
              <a:ea typeface="Raleway Medium"/>
              <a:cs typeface="Raleway Medium"/>
              <a:sym typeface="Raleway Medium"/>
            </a:endParaRPr>
          </a:p>
          <a:p>
            <a:pPr indent="-342900" lvl="2" marL="13716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0.794</a:t>
            </a:r>
            <a:endParaRPr sz="1800">
              <a:solidFill>
                <a:srgbClr val="333333"/>
              </a:solidFill>
              <a:latin typeface="Raleway Medium"/>
              <a:ea typeface="Raleway Medium"/>
              <a:cs typeface="Raleway Medium"/>
              <a:sym typeface="Raleway Medium"/>
            </a:endParaRPr>
          </a:p>
          <a:p>
            <a:pPr indent="-342900" lvl="2" marL="13716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Highest</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Conclusion</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P value</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0.0002 &lt; 0.05 </a:t>
            </a:r>
            <a:endParaRPr sz="1200">
              <a:solidFill>
                <a:srgbClr val="333333"/>
              </a:solidFill>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7" name="Shape 8857"/>
        <p:cNvGrpSpPr/>
        <p:nvPr/>
      </p:nvGrpSpPr>
      <p:grpSpPr>
        <a:xfrm>
          <a:off x="0" y="0"/>
          <a:ext cx="0" cy="0"/>
          <a:chOff x="0" y="0"/>
          <a:chExt cx="0" cy="0"/>
        </a:xfrm>
      </p:grpSpPr>
      <p:sp>
        <p:nvSpPr>
          <p:cNvPr id="8858" name="Google Shape;8858;p454"/>
          <p:cNvSpPr txBox="1"/>
          <p:nvPr>
            <p:ph type="title"/>
          </p:nvPr>
        </p:nvSpPr>
        <p:spPr>
          <a:xfrm>
            <a:off x="565350" y="292950"/>
            <a:ext cx="8013300" cy="64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Happiness vs. Healthy Life</a:t>
            </a:r>
            <a:endParaRPr/>
          </a:p>
          <a:p>
            <a:pPr indent="0" lvl="0" marL="0" rtl="0" algn="l">
              <a:spcBef>
                <a:spcPts val="0"/>
              </a:spcBef>
              <a:spcAft>
                <a:spcPts val="0"/>
              </a:spcAft>
              <a:buNone/>
            </a:pPr>
            <a:r>
              <a:t/>
            </a:r>
            <a:endParaRPr sz="2400"/>
          </a:p>
        </p:txBody>
      </p:sp>
      <p:grpSp>
        <p:nvGrpSpPr>
          <p:cNvPr id="8859" name="Google Shape;8859;p454"/>
          <p:cNvGrpSpPr/>
          <p:nvPr/>
        </p:nvGrpSpPr>
        <p:grpSpPr>
          <a:xfrm flipH="1">
            <a:off x="-20657" y="150"/>
            <a:ext cx="9164657" cy="5143500"/>
            <a:chOff x="-20657" y="150"/>
            <a:chExt cx="9164657" cy="5143500"/>
          </a:xfrm>
        </p:grpSpPr>
        <p:cxnSp>
          <p:nvCxnSpPr>
            <p:cNvPr id="8860" name="Google Shape;8860;p454"/>
            <p:cNvCxnSpPr/>
            <p:nvPr/>
          </p:nvCxnSpPr>
          <p:spPr>
            <a:xfrm>
              <a:off x="-20657"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8861" name="Google Shape;8861;p454"/>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62" name="Google Shape;8862;p454"/>
            <p:cNvGrpSpPr/>
            <p:nvPr/>
          </p:nvGrpSpPr>
          <p:grpSpPr>
            <a:xfrm>
              <a:off x="269328" y="186773"/>
              <a:ext cx="887795" cy="175887"/>
              <a:chOff x="2284850" y="131975"/>
              <a:chExt cx="1720200" cy="340800"/>
            </a:xfrm>
          </p:grpSpPr>
          <p:sp>
            <p:nvSpPr>
              <p:cNvPr id="8863" name="Google Shape;8863;p454"/>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4" name="Google Shape;8864;p454"/>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5" name="Google Shape;8865;p454"/>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6" name="Google Shape;8866;p454"/>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8867" name="Google Shape;8867;p454"/>
          <p:cNvPicPr preferRelativeResize="0"/>
          <p:nvPr/>
        </p:nvPicPr>
        <p:blipFill>
          <a:blip r:embed="rId3">
            <a:alphaModFix/>
          </a:blip>
          <a:stretch>
            <a:fillRect/>
          </a:stretch>
        </p:blipFill>
        <p:spPr>
          <a:xfrm>
            <a:off x="4045775" y="1181625"/>
            <a:ext cx="4953174" cy="3537982"/>
          </a:xfrm>
          <a:prstGeom prst="rect">
            <a:avLst/>
          </a:prstGeom>
          <a:noFill/>
          <a:ln>
            <a:noFill/>
          </a:ln>
        </p:spPr>
      </p:pic>
      <p:sp>
        <p:nvSpPr>
          <p:cNvPr id="8868" name="Google Shape;8868;p454"/>
          <p:cNvSpPr txBox="1"/>
          <p:nvPr/>
        </p:nvSpPr>
        <p:spPr>
          <a:xfrm>
            <a:off x="468650" y="1181613"/>
            <a:ext cx="3529500" cy="2468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Correlation</a:t>
            </a:r>
            <a:endParaRPr sz="18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Correlation Coefficient:</a:t>
            </a:r>
            <a:endParaRPr sz="1700">
              <a:solidFill>
                <a:srgbClr val="333333"/>
              </a:solidFill>
              <a:latin typeface="Raleway Medium"/>
              <a:ea typeface="Raleway Medium"/>
              <a:cs typeface="Raleway Medium"/>
              <a:sym typeface="Raleway Medium"/>
            </a:endParaRPr>
          </a:p>
          <a:p>
            <a:pPr indent="-342900" lvl="2" marL="13716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0.78</a:t>
            </a:r>
            <a:endParaRPr sz="1800">
              <a:solidFill>
                <a:srgbClr val="333333"/>
              </a:solidFill>
              <a:latin typeface="Raleway Medium"/>
              <a:ea typeface="Raleway Medium"/>
              <a:cs typeface="Raleway Medium"/>
              <a:sym typeface="Raleway Medium"/>
            </a:endParaRPr>
          </a:p>
          <a:p>
            <a:pPr indent="-342900" lvl="2" marL="13716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Second highest</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Conclusion</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P value</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0.0008 &lt; 0.05 </a:t>
            </a:r>
            <a:endParaRPr sz="1200">
              <a:solidFill>
                <a:srgbClr val="333333"/>
              </a:solidFill>
              <a:latin typeface="Comic Sans MS"/>
              <a:ea typeface="Comic Sans MS"/>
              <a:cs typeface="Comic Sans MS"/>
              <a:sym typeface="Comic Sans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2" name="Shape 8872"/>
        <p:cNvGrpSpPr/>
        <p:nvPr/>
      </p:nvGrpSpPr>
      <p:grpSpPr>
        <a:xfrm>
          <a:off x="0" y="0"/>
          <a:ext cx="0" cy="0"/>
          <a:chOff x="0" y="0"/>
          <a:chExt cx="0" cy="0"/>
        </a:xfrm>
      </p:grpSpPr>
      <p:sp>
        <p:nvSpPr>
          <p:cNvPr id="8873" name="Google Shape;8873;p455"/>
          <p:cNvSpPr txBox="1"/>
          <p:nvPr>
            <p:ph type="title"/>
          </p:nvPr>
        </p:nvSpPr>
        <p:spPr>
          <a:xfrm>
            <a:off x="565350" y="292950"/>
            <a:ext cx="8013300" cy="64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Happiness vs. Social Support</a:t>
            </a:r>
            <a:endParaRPr/>
          </a:p>
          <a:p>
            <a:pPr indent="0" lvl="0" marL="0" rtl="0" algn="l">
              <a:spcBef>
                <a:spcPts val="0"/>
              </a:spcBef>
              <a:spcAft>
                <a:spcPts val="0"/>
              </a:spcAft>
              <a:buNone/>
            </a:pPr>
            <a:r>
              <a:t/>
            </a:r>
            <a:endParaRPr sz="2400"/>
          </a:p>
        </p:txBody>
      </p:sp>
      <p:grpSp>
        <p:nvGrpSpPr>
          <p:cNvPr id="8874" name="Google Shape;8874;p455"/>
          <p:cNvGrpSpPr/>
          <p:nvPr/>
        </p:nvGrpSpPr>
        <p:grpSpPr>
          <a:xfrm flipH="1">
            <a:off x="-20657" y="150"/>
            <a:ext cx="9164657" cy="5143500"/>
            <a:chOff x="-20657" y="150"/>
            <a:chExt cx="9164657" cy="5143500"/>
          </a:xfrm>
        </p:grpSpPr>
        <p:cxnSp>
          <p:nvCxnSpPr>
            <p:cNvPr id="8875" name="Google Shape;8875;p455"/>
            <p:cNvCxnSpPr/>
            <p:nvPr/>
          </p:nvCxnSpPr>
          <p:spPr>
            <a:xfrm>
              <a:off x="-20657"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8876" name="Google Shape;8876;p455"/>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77" name="Google Shape;8877;p455"/>
            <p:cNvGrpSpPr/>
            <p:nvPr/>
          </p:nvGrpSpPr>
          <p:grpSpPr>
            <a:xfrm>
              <a:off x="269328" y="186773"/>
              <a:ext cx="887795" cy="175887"/>
              <a:chOff x="2284850" y="131975"/>
              <a:chExt cx="1720200" cy="340800"/>
            </a:xfrm>
          </p:grpSpPr>
          <p:sp>
            <p:nvSpPr>
              <p:cNvPr id="8878" name="Google Shape;8878;p455"/>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9" name="Google Shape;8879;p455"/>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0" name="Google Shape;8880;p455"/>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1" name="Google Shape;8881;p455"/>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8882" name="Google Shape;8882;p455"/>
          <p:cNvPicPr preferRelativeResize="0"/>
          <p:nvPr/>
        </p:nvPicPr>
        <p:blipFill>
          <a:blip r:embed="rId3">
            <a:alphaModFix/>
          </a:blip>
          <a:stretch>
            <a:fillRect/>
          </a:stretch>
        </p:blipFill>
        <p:spPr>
          <a:xfrm>
            <a:off x="4045775" y="1181625"/>
            <a:ext cx="4953151" cy="3537965"/>
          </a:xfrm>
          <a:prstGeom prst="rect">
            <a:avLst/>
          </a:prstGeom>
          <a:noFill/>
          <a:ln>
            <a:noFill/>
          </a:ln>
        </p:spPr>
      </p:pic>
      <p:sp>
        <p:nvSpPr>
          <p:cNvPr id="8883" name="Google Shape;8883;p455"/>
          <p:cNvSpPr txBox="1"/>
          <p:nvPr/>
        </p:nvSpPr>
        <p:spPr>
          <a:xfrm>
            <a:off x="468650" y="1181613"/>
            <a:ext cx="3529500" cy="2468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Correlation</a:t>
            </a:r>
            <a:endParaRPr sz="18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Correlation Coefficient</a:t>
            </a:r>
            <a:r>
              <a:rPr lang="en" sz="1700">
                <a:solidFill>
                  <a:srgbClr val="333333"/>
                </a:solidFill>
                <a:latin typeface="Raleway Medium"/>
                <a:ea typeface="Raleway Medium"/>
                <a:cs typeface="Raleway Medium"/>
                <a:sym typeface="Raleway Medium"/>
              </a:rPr>
              <a:t>:</a:t>
            </a:r>
            <a:endParaRPr sz="1700">
              <a:solidFill>
                <a:srgbClr val="333333"/>
              </a:solidFill>
              <a:latin typeface="Raleway Medium"/>
              <a:ea typeface="Raleway Medium"/>
              <a:cs typeface="Raleway Medium"/>
              <a:sym typeface="Raleway Medium"/>
            </a:endParaRPr>
          </a:p>
          <a:p>
            <a:pPr indent="-342900" lvl="2" marL="13716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0.777</a:t>
            </a:r>
            <a:endParaRPr sz="1800">
              <a:solidFill>
                <a:srgbClr val="333333"/>
              </a:solidFill>
              <a:latin typeface="Raleway Medium"/>
              <a:ea typeface="Raleway Medium"/>
              <a:cs typeface="Raleway Medium"/>
              <a:sym typeface="Raleway Medium"/>
            </a:endParaRPr>
          </a:p>
          <a:p>
            <a:pPr indent="-342900" lvl="2" marL="13716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Third highest</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Conclusion</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P value</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0.0000 &lt; 0.05 </a:t>
            </a:r>
            <a:endParaRPr sz="1200">
              <a:solidFill>
                <a:srgbClr val="333333"/>
              </a:solidFill>
              <a:latin typeface="Comic Sans MS"/>
              <a:ea typeface="Comic Sans MS"/>
              <a:cs typeface="Comic Sans MS"/>
              <a:sym typeface="Comic Sans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7" name="Shape 8887"/>
        <p:cNvGrpSpPr/>
        <p:nvPr/>
      </p:nvGrpSpPr>
      <p:grpSpPr>
        <a:xfrm>
          <a:off x="0" y="0"/>
          <a:ext cx="0" cy="0"/>
          <a:chOff x="0" y="0"/>
          <a:chExt cx="0" cy="0"/>
        </a:xfrm>
      </p:grpSpPr>
      <p:sp>
        <p:nvSpPr>
          <p:cNvPr id="8888" name="Google Shape;8888;p456"/>
          <p:cNvSpPr txBox="1"/>
          <p:nvPr>
            <p:ph type="title"/>
          </p:nvPr>
        </p:nvSpPr>
        <p:spPr>
          <a:xfrm>
            <a:off x="565350" y="292950"/>
            <a:ext cx="8013300" cy="64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Happiness vs. </a:t>
            </a:r>
            <a:r>
              <a:rPr lang="en"/>
              <a:t>Generosity </a:t>
            </a:r>
            <a:endParaRPr/>
          </a:p>
          <a:p>
            <a:pPr indent="0" lvl="0" marL="0" rtl="0" algn="l">
              <a:spcBef>
                <a:spcPts val="0"/>
              </a:spcBef>
              <a:spcAft>
                <a:spcPts val="0"/>
              </a:spcAft>
              <a:buNone/>
            </a:pPr>
            <a:r>
              <a:t/>
            </a:r>
            <a:endParaRPr sz="2400"/>
          </a:p>
        </p:txBody>
      </p:sp>
      <p:grpSp>
        <p:nvGrpSpPr>
          <p:cNvPr id="8889" name="Google Shape;8889;p456"/>
          <p:cNvGrpSpPr/>
          <p:nvPr/>
        </p:nvGrpSpPr>
        <p:grpSpPr>
          <a:xfrm flipH="1">
            <a:off x="-20657" y="150"/>
            <a:ext cx="9164657" cy="5143500"/>
            <a:chOff x="-20657" y="150"/>
            <a:chExt cx="9164657" cy="5143500"/>
          </a:xfrm>
        </p:grpSpPr>
        <p:cxnSp>
          <p:nvCxnSpPr>
            <p:cNvPr id="8890" name="Google Shape;8890;p456"/>
            <p:cNvCxnSpPr/>
            <p:nvPr/>
          </p:nvCxnSpPr>
          <p:spPr>
            <a:xfrm>
              <a:off x="-20657" y="4837010"/>
              <a:ext cx="8789400" cy="0"/>
            </a:xfrm>
            <a:prstGeom prst="straightConnector1">
              <a:avLst/>
            </a:prstGeom>
            <a:noFill/>
            <a:ln cap="flat" cmpd="sng" w="9525">
              <a:solidFill>
                <a:schemeClr val="dk1"/>
              </a:solidFill>
              <a:prstDash val="solid"/>
              <a:round/>
              <a:headEnd len="med" w="med" type="none"/>
              <a:tailEnd len="med" w="med" type="none"/>
            </a:ln>
          </p:spPr>
        </p:cxnSp>
        <p:sp>
          <p:nvSpPr>
            <p:cNvPr id="8891" name="Google Shape;8891;p456"/>
            <p:cNvSpPr/>
            <p:nvPr/>
          </p:nvSpPr>
          <p:spPr>
            <a:xfrm flipH="1">
              <a:off x="8768700" y="150"/>
              <a:ext cx="375300" cy="5143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92" name="Google Shape;8892;p456"/>
            <p:cNvGrpSpPr/>
            <p:nvPr/>
          </p:nvGrpSpPr>
          <p:grpSpPr>
            <a:xfrm>
              <a:off x="269328" y="186773"/>
              <a:ext cx="887795" cy="175887"/>
              <a:chOff x="2284850" y="131975"/>
              <a:chExt cx="1720200" cy="340800"/>
            </a:xfrm>
          </p:grpSpPr>
          <p:sp>
            <p:nvSpPr>
              <p:cNvPr id="8893" name="Google Shape;8893;p456"/>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4" name="Google Shape;8894;p456"/>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5" name="Google Shape;8895;p456"/>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6" name="Google Shape;8896;p456"/>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8897" name="Google Shape;8897;p456"/>
          <p:cNvPicPr preferRelativeResize="0"/>
          <p:nvPr/>
        </p:nvPicPr>
        <p:blipFill>
          <a:blip r:embed="rId3">
            <a:alphaModFix/>
          </a:blip>
          <a:stretch>
            <a:fillRect/>
          </a:stretch>
        </p:blipFill>
        <p:spPr>
          <a:xfrm>
            <a:off x="4045775" y="1181619"/>
            <a:ext cx="4953174" cy="3537962"/>
          </a:xfrm>
          <a:prstGeom prst="rect">
            <a:avLst/>
          </a:prstGeom>
          <a:noFill/>
          <a:ln>
            <a:noFill/>
          </a:ln>
        </p:spPr>
      </p:pic>
      <p:sp>
        <p:nvSpPr>
          <p:cNvPr id="8898" name="Google Shape;8898;p456"/>
          <p:cNvSpPr txBox="1"/>
          <p:nvPr/>
        </p:nvSpPr>
        <p:spPr>
          <a:xfrm>
            <a:off x="468650" y="1181613"/>
            <a:ext cx="3529500" cy="2468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Correlation</a:t>
            </a:r>
            <a:endParaRPr sz="18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Correlation Coefficient:</a:t>
            </a:r>
            <a:endParaRPr sz="1700">
              <a:solidFill>
                <a:srgbClr val="333333"/>
              </a:solidFill>
              <a:latin typeface="Raleway Medium"/>
              <a:ea typeface="Raleway Medium"/>
              <a:cs typeface="Raleway Medium"/>
              <a:sym typeface="Raleway Medium"/>
            </a:endParaRPr>
          </a:p>
          <a:p>
            <a:pPr indent="-342900" lvl="2" marL="13716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0.0758</a:t>
            </a:r>
            <a:endParaRPr sz="1800">
              <a:solidFill>
                <a:srgbClr val="333333"/>
              </a:solidFill>
              <a:latin typeface="Raleway Medium"/>
              <a:ea typeface="Raleway Medium"/>
              <a:cs typeface="Raleway Medium"/>
              <a:sym typeface="Raleway Medium"/>
            </a:endParaRPr>
          </a:p>
          <a:p>
            <a:pPr indent="-342900" lvl="2" marL="13716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Lowest</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Conclusion</a:t>
            </a:r>
            <a:endParaRPr sz="1800">
              <a:solidFill>
                <a:srgbClr val="333333"/>
              </a:solidFill>
              <a:latin typeface="Raleway Medium"/>
              <a:ea typeface="Raleway Medium"/>
              <a:cs typeface="Raleway Medium"/>
              <a:sym typeface="Raleway Medium"/>
            </a:endParaRPr>
          </a:p>
          <a:p>
            <a:pPr indent="-342900" lvl="0" marL="4572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P value</a:t>
            </a:r>
            <a:endParaRPr sz="1800">
              <a:solidFill>
                <a:srgbClr val="333333"/>
              </a:solidFill>
              <a:latin typeface="Raleway Medium"/>
              <a:ea typeface="Raleway Medium"/>
              <a:cs typeface="Raleway Medium"/>
              <a:sym typeface="Raleway Medium"/>
            </a:endParaRPr>
          </a:p>
          <a:p>
            <a:pPr indent="-342900" lvl="1" marL="914400" rtl="0" algn="l">
              <a:lnSpc>
                <a:spcPct val="115000"/>
              </a:lnSpc>
              <a:spcBef>
                <a:spcPts val="0"/>
              </a:spcBef>
              <a:spcAft>
                <a:spcPts val="0"/>
              </a:spcAft>
              <a:buClr>
                <a:srgbClr val="333333"/>
              </a:buClr>
              <a:buSzPts val="1800"/>
              <a:buFont typeface="Raleway Medium"/>
              <a:buChar char="○"/>
            </a:pPr>
            <a:r>
              <a:rPr lang="en" sz="1800">
                <a:solidFill>
                  <a:srgbClr val="333333"/>
                </a:solidFill>
                <a:latin typeface="Raleway Medium"/>
                <a:ea typeface="Raleway Medium"/>
                <a:cs typeface="Raleway Medium"/>
                <a:sym typeface="Raleway Medium"/>
              </a:rPr>
              <a:t>0.0029 &lt; 0.05 </a:t>
            </a:r>
            <a:endParaRPr sz="1200">
              <a:solidFill>
                <a:srgbClr val="333333"/>
              </a:solidFill>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2" name="Shape 8902"/>
        <p:cNvGrpSpPr/>
        <p:nvPr/>
      </p:nvGrpSpPr>
      <p:grpSpPr>
        <a:xfrm>
          <a:off x="0" y="0"/>
          <a:ext cx="0" cy="0"/>
          <a:chOff x="0" y="0"/>
          <a:chExt cx="0" cy="0"/>
        </a:xfrm>
      </p:grpSpPr>
      <p:sp>
        <p:nvSpPr>
          <p:cNvPr id="8903" name="Google Shape;8903;p457"/>
          <p:cNvSpPr txBox="1"/>
          <p:nvPr>
            <p:ph type="title"/>
          </p:nvPr>
        </p:nvSpPr>
        <p:spPr>
          <a:xfrm>
            <a:off x="720000" y="3294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Happiness vs. Territory</a:t>
            </a:r>
            <a:endParaRPr/>
          </a:p>
        </p:txBody>
      </p:sp>
      <p:pic>
        <p:nvPicPr>
          <p:cNvPr id="8904" name="Google Shape;8904;p457"/>
          <p:cNvPicPr preferRelativeResize="0"/>
          <p:nvPr/>
        </p:nvPicPr>
        <p:blipFill>
          <a:blip r:embed="rId3">
            <a:alphaModFix/>
          </a:blip>
          <a:stretch>
            <a:fillRect/>
          </a:stretch>
        </p:blipFill>
        <p:spPr>
          <a:xfrm>
            <a:off x="4338425" y="1181700"/>
            <a:ext cx="4736726" cy="3537900"/>
          </a:xfrm>
          <a:prstGeom prst="rect">
            <a:avLst/>
          </a:prstGeom>
          <a:noFill/>
          <a:ln>
            <a:noFill/>
          </a:ln>
        </p:spPr>
      </p:pic>
      <p:sp>
        <p:nvSpPr>
          <p:cNvPr id="8905" name="Google Shape;8905;p457"/>
          <p:cNvSpPr txBox="1"/>
          <p:nvPr/>
        </p:nvSpPr>
        <p:spPr>
          <a:xfrm>
            <a:off x="379100" y="1181700"/>
            <a:ext cx="3959400" cy="35379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High Happiness Score</a:t>
            </a:r>
            <a:endParaRPr sz="17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Europe &amp; Central Asia</a:t>
            </a:r>
            <a:endParaRPr sz="17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North America</a:t>
            </a:r>
            <a:endParaRPr sz="17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Latin America &amp; Caribbean </a:t>
            </a:r>
            <a:endParaRPr sz="1700">
              <a:solidFill>
                <a:srgbClr val="333333"/>
              </a:solidFill>
              <a:latin typeface="Raleway Medium"/>
              <a:ea typeface="Raleway Medium"/>
              <a:cs typeface="Raleway Medium"/>
              <a:sym typeface="Raleway Medium"/>
            </a:endParaRPr>
          </a:p>
          <a:p>
            <a:pPr indent="-336550" lvl="0" marL="4572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Middle Happiness Score</a:t>
            </a:r>
            <a:endParaRPr sz="17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East Asia &amp; Pacific</a:t>
            </a:r>
            <a:endParaRPr sz="17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Middle East &amp; North Africa</a:t>
            </a:r>
            <a:endParaRPr sz="1700">
              <a:solidFill>
                <a:srgbClr val="333333"/>
              </a:solidFill>
              <a:latin typeface="Raleway Medium"/>
              <a:ea typeface="Raleway Medium"/>
              <a:cs typeface="Raleway Medium"/>
              <a:sym typeface="Raleway Medium"/>
            </a:endParaRPr>
          </a:p>
          <a:p>
            <a:pPr indent="-336550" lvl="0" marL="4572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Low Happiness Score</a:t>
            </a:r>
            <a:endParaRPr sz="17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South Asia </a:t>
            </a:r>
            <a:endParaRPr sz="1700">
              <a:solidFill>
                <a:srgbClr val="333333"/>
              </a:solidFill>
              <a:latin typeface="Raleway Medium"/>
              <a:ea typeface="Raleway Medium"/>
              <a:cs typeface="Raleway Medium"/>
              <a:sym typeface="Raleway Medium"/>
            </a:endParaRPr>
          </a:p>
          <a:p>
            <a:pPr indent="-336550" lvl="1" marL="9144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Sub-Saharan Africa</a:t>
            </a:r>
            <a:endParaRPr sz="1700">
              <a:solidFill>
                <a:srgbClr val="333333"/>
              </a:solidFill>
              <a:latin typeface="Raleway Medium"/>
              <a:ea typeface="Raleway Medium"/>
              <a:cs typeface="Raleway Medium"/>
              <a:sym typeface="Raleway Medium"/>
            </a:endParaRPr>
          </a:p>
          <a:p>
            <a:pPr indent="-336550" lvl="0" marL="457200" rtl="0" algn="l">
              <a:lnSpc>
                <a:spcPct val="115000"/>
              </a:lnSpc>
              <a:spcBef>
                <a:spcPts val="0"/>
              </a:spcBef>
              <a:spcAft>
                <a:spcPts val="0"/>
              </a:spcAft>
              <a:buClr>
                <a:srgbClr val="333333"/>
              </a:buClr>
              <a:buSzPts val="1700"/>
              <a:buFont typeface="Raleway Medium"/>
              <a:buChar char="●"/>
            </a:pPr>
            <a:r>
              <a:rPr lang="en" sz="1700">
                <a:solidFill>
                  <a:srgbClr val="333333"/>
                </a:solidFill>
                <a:latin typeface="Raleway Medium"/>
                <a:ea typeface="Raleway Medium"/>
                <a:cs typeface="Raleway Medium"/>
                <a:sym typeface="Raleway Medium"/>
              </a:rPr>
              <a:t>Conclusion</a:t>
            </a:r>
            <a:endParaRPr sz="1700">
              <a:solidFill>
                <a:srgbClr val="333333"/>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333333"/>
              </a:solidFill>
              <a:latin typeface="Raleway Medium"/>
              <a:ea typeface="Raleway Medium"/>
              <a:cs typeface="Raleway Medium"/>
              <a:sym typeface="Raleway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9" name="Shape 8909"/>
        <p:cNvGrpSpPr/>
        <p:nvPr/>
      </p:nvGrpSpPr>
      <p:grpSpPr>
        <a:xfrm>
          <a:off x="0" y="0"/>
          <a:ext cx="0" cy="0"/>
          <a:chOff x="0" y="0"/>
          <a:chExt cx="0" cy="0"/>
        </a:xfrm>
      </p:grpSpPr>
      <p:sp>
        <p:nvSpPr>
          <p:cNvPr id="8910" name="Google Shape;8910;p458"/>
          <p:cNvSpPr txBox="1"/>
          <p:nvPr>
            <p:ph type="title"/>
          </p:nvPr>
        </p:nvSpPr>
        <p:spPr>
          <a:xfrm>
            <a:off x="713225" y="945650"/>
            <a:ext cx="5607000" cy="252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a:t>
            </a:r>
            <a:endParaRPr/>
          </a:p>
        </p:txBody>
      </p:sp>
      <p:cxnSp>
        <p:nvCxnSpPr>
          <p:cNvPr id="8911" name="Google Shape;8911;p458"/>
          <p:cNvCxnSpPr/>
          <p:nvPr/>
        </p:nvCxnSpPr>
        <p:spPr>
          <a:xfrm>
            <a:off x="-64210" y="3648085"/>
            <a:ext cx="7051800" cy="0"/>
          </a:xfrm>
          <a:prstGeom prst="straightConnector1">
            <a:avLst/>
          </a:prstGeom>
          <a:noFill/>
          <a:ln cap="flat" cmpd="sng" w="9525">
            <a:solidFill>
              <a:schemeClr val="dk1"/>
            </a:solidFill>
            <a:prstDash val="solid"/>
            <a:round/>
            <a:headEnd len="med" w="med" type="none"/>
            <a:tailEnd len="med" w="med" type="none"/>
          </a:ln>
        </p:spPr>
      </p:cxnSp>
      <p:grpSp>
        <p:nvGrpSpPr>
          <p:cNvPr id="8912" name="Google Shape;8912;p458"/>
          <p:cNvGrpSpPr/>
          <p:nvPr/>
        </p:nvGrpSpPr>
        <p:grpSpPr>
          <a:xfrm>
            <a:off x="713228" y="4291377"/>
            <a:ext cx="887795" cy="175887"/>
            <a:chOff x="2284850" y="131975"/>
            <a:chExt cx="1720200" cy="340800"/>
          </a:xfrm>
        </p:grpSpPr>
        <p:sp>
          <p:nvSpPr>
            <p:cNvPr id="8913" name="Google Shape;8913;p458"/>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4" name="Google Shape;8914;p458"/>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5" name="Google Shape;8915;p458"/>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6" name="Google Shape;8916;p458"/>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17" name="Google Shape;8917;p458"/>
          <p:cNvSpPr txBox="1"/>
          <p:nvPr>
            <p:ph idx="4294967295" type="subTitle"/>
          </p:nvPr>
        </p:nvSpPr>
        <p:spPr>
          <a:xfrm>
            <a:off x="1820175" y="3648075"/>
            <a:ext cx="2960400" cy="146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romanUcPeriod"/>
            </a:pPr>
            <a:r>
              <a:rPr lang="en" sz="1800"/>
              <a:t>Social Importance</a:t>
            </a:r>
            <a:endParaRPr sz="1800"/>
          </a:p>
          <a:p>
            <a:pPr indent="-342900" lvl="0" marL="457200" rtl="0" algn="l">
              <a:spcBef>
                <a:spcPts val="0"/>
              </a:spcBef>
              <a:spcAft>
                <a:spcPts val="0"/>
              </a:spcAft>
              <a:buSzPts val="1800"/>
              <a:buAutoNum type="romanUcPeriod"/>
            </a:pPr>
            <a:r>
              <a:rPr lang="en" sz="1800"/>
              <a:t>Improvements</a:t>
            </a:r>
            <a:endParaRPr sz="1800"/>
          </a:p>
          <a:p>
            <a:pPr indent="-342900" lvl="0" marL="457200" rtl="0" algn="l">
              <a:spcBef>
                <a:spcPts val="0"/>
              </a:spcBef>
              <a:spcAft>
                <a:spcPts val="0"/>
              </a:spcAft>
              <a:buSzPts val="1800"/>
              <a:buAutoNum type="romanUcPeriod"/>
            </a:pPr>
            <a:r>
              <a:rPr lang="en" sz="1800"/>
              <a:t>Conclusion</a:t>
            </a:r>
            <a:endParaRPr sz="1800"/>
          </a:p>
          <a:p>
            <a:pPr indent="-342900" lvl="0" marL="457200" rtl="0" algn="l">
              <a:spcBef>
                <a:spcPts val="0"/>
              </a:spcBef>
              <a:spcAft>
                <a:spcPts val="0"/>
              </a:spcAft>
              <a:buSzPts val="1800"/>
              <a:buAutoNum type="romanUcPeriod"/>
            </a:pPr>
            <a:r>
              <a:rPr lang="en" sz="1800"/>
              <a:t>Works Cited</a:t>
            </a:r>
            <a:endParaRPr sz="1800"/>
          </a:p>
          <a:p>
            <a:pPr indent="0" lvl="0" marL="0" rtl="0" algn="l">
              <a:spcBef>
                <a:spcPts val="0"/>
              </a:spcBef>
              <a:spcAft>
                <a:spcPts val="0"/>
              </a:spcAft>
              <a:buNone/>
            </a:pPr>
            <a:r>
              <a:t/>
            </a:r>
            <a:endParaRPr/>
          </a:p>
        </p:txBody>
      </p:sp>
      <p:sp>
        <p:nvSpPr>
          <p:cNvPr id="8918" name="Google Shape;8918;p458"/>
          <p:cNvSpPr txBox="1"/>
          <p:nvPr/>
        </p:nvSpPr>
        <p:spPr>
          <a:xfrm>
            <a:off x="5293250" y="419600"/>
            <a:ext cx="1463100" cy="887700"/>
          </a:xfrm>
          <a:prstGeom prst="rect">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800">
                <a:solidFill>
                  <a:srgbClr val="434343"/>
                </a:solidFill>
                <a:latin typeface="Archivo Black"/>
                <a:ea typeface="Archivo Black"/>
                <a:cs typeface="Archivo Black"/>
                <a:sym typeface="Archivo Black"/>
              </a:rPr>
              <a:t>03</a:t>
            </a:r>
            <a:endParaRPr sz="4800">
              <a:solidFill>
                <a:srgbClr val="434343"/>
              </a:solidFill>
              <a:latin typeface="Archivo Black"/>
              <a:ea typeface="Archivo Black"/>
              <a:cs typeface="Archivo Black"/>
              <a:sym typeface="Archivo Bla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2" name="Shape 8922"/>
        <p:cNvGrpSpPr/>
        <p:nvPr/>
      </p:nvGrpSpPr>
      <p:grpSpPr>
        <a:xfrm>
          <a:off x="0" y="0"/>
          <a:ext cx="0" cy="0"/>
          <a:chOff x="0" y="0"/>
          <a:chExt cx="0" cy="0"/>
        </a:xfrm>
      </p:grpSpPr>
      <p:sp>
        <p:nvSpPr>
          <p:cNvPr id="8923" name="Google Shape;8923;p459"/>
          <p:cNvSpPr txBox="1"/>
          <p:nvPr>
            <p:ph type="title"/>
          </p:nvPr>
        </p:nvSpPr>
        <p:spPr>
          <a:xfrm>
            <a:off x="720000" y="445025"/>
            <a:ext cx="6415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Social Importance</a:t>
            </a:r>
            <a:endParaRPr sz="2600"/>
          </a:p>
        </p:txBody>
      </p:sp>
      <p:sp>
        <p:nvSpPr>
          <p:cNvPr id="8924" name="Google Shape;8924;p459"/>
          <p:cNvSpPr txBox="1"/>
          <p:nvPr>
            <p:ph idx="1" type="subTitle"/>
          </p:nvPr>
        </p:nvSpPr>
        <p:spPr>
          <a:xfrm>
            <a:off x="1653073" y="1919100"/>
            <a:ext cx="49233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 can help policy makers interested in increasing happiness in their countries.</a:t>
            </a:r>
            <a:endParaRPr/>
          </a:p>
        </p:txBody>
      </p:sp>
      <p:sp>
        <p:nvSpPr>
          <p:cNvPr id="8925" name="Google Shape;8925;p459"/>
          <p:cNvSpPr txBox="1"/>
          <p:nvPr>
            <p:ph idx="3" type="subTitle"/>
          </p:nvPr>
        </p:nvSpPr>
        <p:spPr>
          <a:xfrm>
            <a:off x="1653074" y="3714375"/>
            <a:ext cx="49233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 can help promote the importance of well-being and happiness in global societies.</a:t>
            </a:r>
            <a:endParaRPr/>
          </a:p>
        </p:txBody>
      </p:sp>
      <p:sp>
        <p:nvSpPr>
          <p:cNvPr id="8926" name="Google Shape;8926;p459"/>
          <p:cNvSpPr txBox="1"/>
          <p:nvPr>
            <p:ph idx="5" type="subTitle"/>
          </p:nvPr>
        </p:nvSpPr>
        <p:spPr>
          <a:xfrm>
            <a:off x="1653099" y="1489700"/>
            <a:ext cx="2160300" cy="50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Policy Makers</a:t>
            </a:r>
            <a:endParaRPr/>
          </a:p>
        </p:txBody>
      </p:sp>
      <p:sp>
        <p:nvSpPr>
          <p:cNvPr id="8927" name="Google Shape;8927;p459"/>
          <p:cNvSpPr txBox="1"/>
          <p:nvPr>
            <p:ph idx="6" type="subTitle"/>
          </p:nvPr>
        </p:nvSpPr>
        <p:spPr>
          <a:xfrm>
            <a:off x="1653100" y="3285075"/>
            <a:ext cx="2976900" cy="50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Raising Awareness</a:t>
            </a:r>
            <a:endParaRPr/>
          </a:p>
        </p:txBody>
      </p:sp>
      <p:cxnSp>
        <p:nvCxnSpPr>
          <p:cNvPr id="8928" name="Google Shape;8928;p459"/>
          <p:cNvCxnSpPr/>
          <p:nvPr/>
        </p:nvCxnSpPr>
        <p:spPr>
          <a:xfrm flipH="1" rot="10800000">
            <a:off x="-19200" y="2853935"/>
            <a:ext cx="7148400" cy="9300"/>
          </a:xfrm>
          <a:prstGeom prst="straightConnector1">
            <a:avLst/>
          </a:prstGeom>
          <a:noFill/>
          <a:ln cap="flat" cmpd="sng" w="9525">
            <a:solidFill>
              <a:schemeClr val="dk1"/>
            </a:solidFill>
            <a:prstDash val="solid"/>
            <a:round/>
            <a:headEnd len="med" w="med" type="none"/>
            <a:tailEnd len="med" w="med" type="none"/>
          </a:ln>
        </p:spPr>
      </p:cxnSp>
      <p:pic>
        <p:nvPicPr>
          <p:cNvPr id="8929" name="Google Shape;8929;p459"/>
          <p:cNvPicPr preferRelativeResize="0"/>
          <p:nvPr/>
        </p:nvPicPr>
        <p:blipFill>
          <a:blip r:embed="rId3">
            <a:alphaModFix/>
          </a:blip>
          <a:stretch>
            <a:fillRect/>
          </a:stretch>
        </p:blipFill>
        <p:spPr>
          <a:xfrm>
            <a:off x="810708" y="1489707"/>
            <a:ext cx="798423" cy="798413"/>
          </a:xfrm>
          <a:prstGeom prst="rect">
            <a:avLst/>
          </a:prstGeom>
          <a:noFill/>
          <a:ln>
            <a:noFill/>
          </a:ln>
        </p:spPr>
      </p:pic>
      <p:pic>
        <p:nvPicPr>
          <p:cNvPr id="8930" name="Google Shape;8930;p459"/>
          <p:cNvPicPr preferRelativeResize="0"/>
          <p:nvPr/>
        </p:nvPicPr>
        <p:blipFill>
          <a:blip r:embed="rId4">
            <a:alphaModFix/>
          </a:blip>
          <a:stretch>
            <a:fillRect/>
          </a:stretch>
        </p:blipFill>
        <p:spPr>
          <a:xfrm>
            <a:off x="796198" y="3429025"/>
            <a:ext cx="798426" cy="7984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4" name="Shape 8934"/>
        <p:cNvGrpSpPr/>
        <p:nvPr/>
      </p:nvGrpSpPr>
      <p:grpSpPr>
        <a:xfrm>
          <a:off x="0" y="0"/>
          <a:ext cx="0" cy="0"/>
          <a:chOff x="0" y="0"/>
          <a:chExt cx="0" cy="0"/>
        </a:xfrm>
      </p:grpSpPr>
      <p:sp>
        <p:nvSpPr>
          <p:cNvPr id="8935" name="Google Shape;8935;p4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Improvements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936" name="Google Shape;8936;p460"/>
          <p:cNvSpPr txBox="1"/>
          <p:nvPr/>
        </p:nvSpPr>
        <p:spPr>
          <a:xfrm>
            <a:off x="1016675" y="2901425"/>
            <a:ext cx="1581300" cy="111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Raleway"/>
                <a:ea typeface="Raleway"/>
                <a:cs typeface="Raleway"/>
                <a:sym typeface="Raleway"/>
              </a:rPr>
              <a:t>The concept of “happiness” is subjective and opinionated.</a:t>
            </a:r>
            <a:endParaRPr>
              <a:solidFill>
                <a:schemeClr val="dk1"/>
              </a:solidFill>
              <a:latin typeface="Raleway"/>
              <a:ea typeface="Raleway"/>
              <a:cs typeface="Raleway"/>
              <a:sym typeface="Raleway"/>
            </a:endParaRPr>
          </a:p>
        </p:txBody>
      </p:sp>
      <p:sp>
        <p:nvSpPr>
          <p:cNvPr id="8937" name="Google Shape;8937;p460"/>
          <p:cNvSpPr txBox="1"/>
          <p:nvPr/>
        </p:nvSpPr>
        <p:spPr>
          <a:xfrm>
            <a:off x="4075338" y="2892650"/>
            <a:ext cx="1581300" cy="111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Raleway"/>
                <a:ea typeface="Raleway"/>
                <a:cs typeface="Raleway"/>
                <a:sym typeface="Raleway"/>
              </a:rPr>
              <a:t>The data was collected before the introduction of COVID-19.</a:t>
            </a:r>
            <a:r>
              <a:rPr lang="en">
                <a:solidFill>
                  <a:schemeClr val="dk1"/>
                </a:solidFill>
                <a:latin typeface="Raleway Medium"/>
                <a:ea typeface="Raleway Medium"/>
                <a:cs typeface="Raleway Medium"/>
                <a:sym typeface="Raleway Medium"/>
              </a:rPr>
              <a:t> </a:t>
            </a:r>
            <a:endParaRPr>
              <a:solidFill>
                <a:schemeClr val="dk1"/>
              </a:solidFill>
              <a:latin typeface="Raleway Medium"/>
              <a:ea typeface="Raleway Medium"/>
              <a:cs typeface="Raleway Medium"/>
              <a:sym typeface="Raleway Medium"/>
            </a:endParaRPr>
          </a:p>
        </p:txBody>
      </p:sp>
      <p:pic>
        <p:nvPicPr>
          <p:cNvPr id="8938" name="Google Shape;8938;p460"/>
          <p:cNvPicPr preferRelativeResize="0"/>
          <p:nvPr/>
        </p:nvPicPr>
        <p:blipFill>
          <a:blip r:embed="rId3">
            <a:alphaModFix/>
          </a:blip>
          <a:stretch>
            <a:fillRect/>
          </a:stretch>
        </p:blipFill>
        <p:spPr>
          <a:xfrm>
            <a:off x="4357988" y="1724000"/>
            <a:ext cx="1016000" cy="1016000"/>
          </a:xfrm>
          <a:prstGeom prst="rect">
            <a:avLst/>
          </a:prstGeom>
          <a:noFill/>
          <a:ln>
            <a:noFill/>
          </a:ln>
        </p:spPr>
      </p:pic>
      <p:pic>
        <p:nvPicPr>
          <p:cNvPr id="8939" name="Google Shape;8939;p460"/>
          <p:cNvPicPr preferRelativeResize="0"/>
          <p:nvPr/>
        </p:nvPicPr>
        <p:blipFill>
          <a:blip r:embed="rId4">
            <a:alphaModFix/>
          </a:blip>
          <a:stretch>
            <a:fillRect/>
          </a:stretch>
        </p:blipFill>
        <p:spPr>
          <a:xfrm>
            <a:off x="1248200" y="1724000"/>
            <a:ext cx="1016000" cy="1016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3" name="Shape 8943"/>
        <p:cNvGrpSpPr/>
        <p:nvPr/>
      </p:nvGrpSpPr>
      <p:grpSpPr>
        <a:xfrm>
          <a:off x="0" y="0"/>
          <a:ext cx="0" cy="0"/>
          <a:chOff x="0" y="0"/>
          <a:chExt cx="0" cy="0"/>
        </a:xfrm>
      </p:grpSpPr>
      <p:grpSp>
        <p:nvGrpSpPr>
          <p:cNvPr id="8944" name="Google Shape;8944;p461"/>
          <p:cNvGrpSpPr/>
          <p:nvPr/>
        </p:nvGrpSpPr>
        <p:grpSpPr>
          <a:xfrm>
            <a:off x="6964278" y="969052"/>
            <a:ext cx="887795" cy="175887"/>
            <a:chOff x="2284850" y="131975"/>
            <a:chExt cx="1720200" cy="340800"/>
          </a:xfrm>
        </p:grpSpPr>
        <p:sp>
          <p:nvSpPr>
            <p:cNvPr id="8945" name="Google Shape;8945;p461"/>
            <p:cNvSpPr/>
            <p:nvPr/>
          </p:nvSpPr>
          <p:spPr>
            <a:xfrm rot="5400000">
              <a:off x="22619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6" name="Google Shape;8946;p461"/>
            <p:cNvSpPr/>
            <p:nvPr/>
          </p:nvSpPr>
          <p:spPr>
            <a:xfrm rot="5400000">
              <a:off x="27370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7" name="Google Shape;8947;p461"/>
            <p:cNvSpPr/>
            <p:nvPr/>
          </p:nvSpPr>
          <p:spPr>
            <a:xfrm rot="5400000">
              <a:off x="32121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8" name="Google Shape;8948;p461"/>
            <p:cNvSpPr/>
            <p:nvPr/>
          </p:nvSpPr>
          <p:spPr>
            <a:xfrm rot="5400000">
              <a:off x="3687200" y="154925"/>
              <a:ext cx="340800" cy="2949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49" name="Google Shape;8949;p461"/>
          <p:cNvGrpSpPr/>
          <p:nvPr/>
        </p:nvGrpSpPr>
        <p:grpSpPr>
          <a:xfrm>
            <a:off x="713210" y="1197650"/>
            <a:ext cx="5374177" cy="2688048"/>
            <a:chOff x="331763" y="414153"/>
            <a:chExt cx="6903246" cy="5019697"/>
          </a:xfrm>
        </p:grpSpPr>
        <p:sp>
          <p:nvSpPr>
            <p:cNvPr id="8950" name="Google Shape;8950;p461"/>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1" name="Google Shape;8951;p461"/>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2" name="Google Shape;8952;p461"/>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3" name="Google Shape;8953;p461"/>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54" name="Google Shape;8954;p461"/>
          <p:cNvSpPr txBox="1"/>
          <p:nvPr>
            <p:ph type="title"/>
          </p:nvPr>
        </p:nvSpPr>
        <p:spPr>
          <a:xfrm>
            <a:off x="922775" y="360725"/>
            <a:ext cx="2740800" cy="61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8955" name="Google Shape;8955;p461"/>
          <p:cNvSpPr txBox="1"/>
          <p:nvPr>
            <p:ph idx="1" type="subTitle"/>
          </p:nvPr>
        </p:nvSpPr>
        <p:spPr>
          <a:xfrm>
            <a:off x="1324588" y="1731075"/>
            <a:ext cx="4151400" cy="11676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Clr>
                <a:srgbClr val="333333"/>
              </a:buClr>
              <a:buSzPts val="1800"/>
              <a:buFont typeface="Arial"/>
              <a:buChar char="●"/>
            </a:pPr>
            <a:r>
              <a:rPr lang="en" sz="1800"/>
              <a:t>Answering the SMART Question</a:t>
            </a:r>
            <a:endParaRPr sz="1800"/>
          </a:p>
          <a:p>
            <a:pPr indent="-342900" lvl="0" marL="457200" rtl="0" algn="l">
              <a:lnSpc>
                <a:spcPct val="200000"/>
              </a:lnSpc>
              <a:spcBef>
                <a:spcPts val="0"/>
              </a:spcBef>
              <a:spcAft>
                <a:spcPts val="0"/>
              </a:spcAft>
              <a:buClr>
                <a:srgbClr val="333333"/>
              </a:buClr>
              <a:buSzPts val="1800"/>
              <a:buFont typeface="Arial"/>
              <a:buChar char="●"/>
            </a:pPr>
            <a:r>
              <a:rPr lang="en" sz="1800"/>
              <a:t>Outside Sources</a:t>
            </a:r>
            <a:endParaRPr sz="1800"/>
          </a:p>
          <a:p>
            <a:pPr indent="0" lvl="0" marL="0" rtl="0" algn="l">
              <a:spcBef>
                <a:spcPts val="800"/>
              </a:spcBef>
              <a:spcAft>
                <a:spcPts val="800"/>
              </a:spcAft>
              <a:buNone/>
            </a:pPr>
            <a:r>
              <a:t/>
            </a:r>
            <a:endParaRPr sz="500"/>
          </a:p>
        </p:txBody>
      </p:sp>
      <p:cxnSp>
        <p:nvCxnSpPr>
          <p:cNvPr id="8956" name="Google Shape;8956;p461"/>
          <p:cNvCxnSpPr/>
          <p:nvPr/>
        </p:nvCxnSpPr>
        <p:spPr>
          <a:xfrm>
            <a:off x="-20707" y="4112135"/>
            <a:ext cx="87894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0" name="Shape 8960"/>
        <p:cNvGrpSpPr/>
        <p:nvPr/>
      </p:nvGrpSpPr>
      <p:grpSpPr>
        <a:xfrm>
          <a:off x="0" y="0"/>
          <a:ext cx="0" cy="0"/>
          <a:chOff x="0" y="0"/>
          <a:chExt cx="0" cy="0"/>
        </a:xfrm>
      </p:grpSpPr>
      <p:sp>
        <p:nvSpPr>
          <p:cNvPr id="8961" name="Google Shape;8961;p462"/>
          <p:cNvSpPr txBox="1"/>
          <p:nvPr>
            <p:ph type="title"/>
          </p:nvPr>
        </p:nvSpPr>
        <p:spPr>
          <a:xfrm>
            <a:off x="720000" y="445025"/>
            <a:ext cx="640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Cited</a:t>
            </a:r>
            <a:endParaRPr/>
          </a:p>
        </p:txBody>
      </p:sp>
      <p:sp>
        <p:nvSpPr>
          <p:cNvPr id="8962" name="Google Shape;8962;p462"/>
          <p:cNvSpPr txBox="1"/>
          <p:nvPr>
            <p:ph idx="1" type="body"/>
          </p:nvPr>
        </p:nvSpPr>
        <p:spPr>
          <a:xfrm>
            <a:off x="720000" y="1215750"/>
            <a:ext cx="6409200" cy="3388200"/>
          </a:xfrm>
          <a:prstGeom prst="rect">
            <a:avLst/>
          </a:prstGeom>
        </p:spPr>
        <p:txBody>
          <a:bodyPr anchorCtr="0" anchor="t" bIns="91425" lIns="91425" spcFirstLastPara="1" rIns="91425" wrap="square" tIns="91425">
            <a:noAutofit/>
          </a:bodyPr>
          <a:lstStyle/>
          <a:p>
            <a:pPr indent="-292100" lvl="0" marL="457200" rtl="0" algn="l">
              <a:lnSpc>
                <a:spcPct val="150000"/>
              </a:lnSpc>
              <a:spcBef>
                <a:spcPts val="0"/>
              </a:spcBef>
              <a:spcAft>
                <a:spcPts val="0"/>
              </a:spcAft>
              <a:buClr>
                <a:schemeClr val="dk1"/>
              </a:buClr>
              <a:buSzPts val="1000"/>
              <a:buFont typeface="Raleway"/>
              <a:buChar char="●"/>
            </a:pPr>
            <a:r>
              <a:rPr b="1" lang="en" sz="1000">
                <a:uFill>
                  <a:noFill/>
                </a:uFill>
                <a:hlinkClick r:id="rId3"/>
              </a:rPr>
              <a:t>Dylan Graves</a:t>
            </a:r>
            <a:r>
              <a:rPr b="1" lang="en" sz="1000"/>
              <a:t>. (2019).</a:t>
            </a:r>
            <a:r>
              <a:rPr b="1" i="1" lang="en" sz="1000">
                <a:solidFill>
                  <a:srgbClr val="242424"/>
                </a:solidFill>
              </a:rPr>
              <a:t>Happier Countries Are More Suicidal: A Look at the World Happiness Report and Suicide</a:t>
            </a:r>
            <a:r>
              <a:rPr i="1" lang="en" sz="1000">
                <a:solidFill>
                  <a:srgbClr val="242424"/>
                </a:solidFill>
              </a:rPr>
              <a:t> Medium</a:t>
            </a:r>
            <a:endParaRPr sz="1000"/>
          </a:p>
          <a:p>
            <a:pPr indent="-292100" lvl="1" marL="914400" rtl="0" algn="l">
              <a:spcBef>
                <a:spcPts val="0"/>
              </a:spcBef>
              <a:spcAft>
                <a:spcPts val="0"/>
              </a:spcAft>
              <a:buClr>
                <a:schemeClr val="dk1"/>
              </a:buClr>
              <a:buSzPts val="1000"/>
              <a:buFont typeface="Raleway Light"/>
              <a:buChar char="○"/>
            </a:pPr>
            <a:r>
              <a:rPr lang="en" sz="1000" u="sng">
                <a:hlinkClick r:id="rId4"/>
              </a:rPr>
              <a:t>https://medium.com/@dtg319/happier-countries-are-more-suicidal-a-look-at-the-world-happiness-report-and-suicide-d5f44f69ce8e</a:t>
            </a:r>
            <a:endParaRPr b="1" sz="1000">
              <a:solidFill>
                <a:srgbClr val="000000"/>
              </a:solidFill>
            </a:endParaRPr>
          </a:p>
          <a:p>
            <a:pPr indent="-292100" lvl="0" marL="457200" marR="101600" rtl="0" algn="l">
              <a:lnSpc>
                <a:spcPct val="100000"/>
              </a:lnSpc>
              <a:spcBef>
                <a:spcPts val="0"/>
              </a:spcBef>
              <a:spcAft>
                <a:spcPts val="0"/>
              </a:spcAft>
              <a:buSzPts val="1000"/>
              <a:buChar char="●"/>
            </a:pPr>
            <a:r>
              <a:rPr b="1" lang="en" sz="1000">
                <a:solidFill>
                  <a:srgbClr val="333333"/>
                </a:solidFill>
              </a:rPr>
              <a:t>UCLA (2022)</a:t>
            </a:r>
            <a:r>
              <a:rPr lang="en" sz="1650">
                <a:solidFill>
                  <a:srgbClr val="000000"/>
                </a:solidFill>
                <a:latin typeface="Times New Roman"/>
                <a:ea typeface="Times New Roman"/>
                <a:cs typeface="Times New Roman"/>
                <a:sym typeface="Times New Roman"/>
              </a:rPr>
              <a:t>.</a:t>
            </a:r>
            <a:r>
              <a:rPr b="1" i="1" lang="en" sz="1000"/>
              <a:t>Does Social Support Have the Biggest Impact on Happiness? </a:t>
            </a:r>
            <a:r>
              <a:rPr i="1" lang="en" sz="1000"/>
              <a:t>World Happiness Report</a:t>
            </a:r>
            <a:endParaRPr i="1" sz="1000"/>
          </a:p>
          <a:p>
            <a:pPr indent="-292100" lvl="1" marL="914400" marR="101600" rtl="0" algn="l">
              <a:lnSpc>
                <a:spcPct val="100000"/>
              </a:lnSpc>
              <a:spcBef>
                <a:spcPts val="0"/>
              </a:spcBef>
              <a:spcAft>
                <a:spcPts val="0"/>
              </a:spcAft>
              <a:buSzPts val="1000"/>
              <a:buChar char="○"/>
            </a:pPr>
            <a:r>
              <a:rPr i="1" lang="en" sz="1000" u="sng"/>
              <a:t>https://worldhappinessreport.humspace.ucla.edu/does-social-support-affect-happiness-2/</a:t>
            </a:r>
            <a:endParaRPr b="1" sz="1000">
              <a:solidFill>
                <a:srgbClr val="000000"/>
              </a:solidFill>
            </a:endParaRPr>
          </a:p>
          <a:p>
            <a:pPr indent="-292100" lvl="0" marL="457200" rtl="0" algn="l">
              <a:spcBef>
                <a:spcPts val="0"/>
              </a:spcBef>
              <a:spcAft>
                <a:spcPts val="0"/>
              </a:spcAft>
              <a:buClr>
                <a:schemeClr val="dk1"/>
              </a:buClr>
              <a:buSzPts val="1000"/>
              <a:buFont typeface="Raleway"/>
              <a:buChar char="●"/>
            </a:pPr>
            <a:r>
              <a:rPr b="1" lang="en" sz="1000">
                <a:solidFill>
                  <a:srgbClr val="000000"/>
                </a:solidFill>
              </a:rPr>
              <a:t>John F. Helliwell, Richard Layard and Jeffrey D. Sachs</a:t>
            </a:r>
            <a:r>
              <a:rPr b="1" lang="en" sz="1000"/>
              <a:t>. (2019).</a:t>
            </a:r>
            <a:r>
              <a:rPr lang="en" sz="1000"/>
              <a:t> </a:t>
            </a:r>
            <a:r>
              <a:rPr b="1" i="1" lang="en" sz="1000"/>
              <a:t>World Happiness Report</a:t>
            </a:r>
            <a:r>
              <a:rPr b="1" lang="en" sz="1000"/>
              <a:t>. </a:t>
            </a:r>
            <a:r>
              <a:rPr lang="en" sz="1000">
                <a:solidFill>
                  <a:srgbClr val="595959"/>
                </a:solidFill>
              </a:rPr>
              <a:t>Sustainable Development Solutions Network</a:t>
            </a:r>
            <a:endParaRPr sz="1000">
              <a:solidFill>
                <a:srgbClr val="595959"/>
              </a:solidFill>
            </a:endParaRPr>
          </a:p>
          <a:p>
            <a:pPr indent="-292100" lvl="1" marL="914400" rtl="0" algn="l">
              <a:spcBef>
                <a:spcPts val="0"/>
              </a:spcBef>
              <a:spcAft>
                <a:spcPts val="0"/>
              </a:spcAft>
              <a:buClr>
                <a:schemeClr val="dk1"/>
              </a:buClr>
              <a:buSzPts val="1000"/>
              <a:buFont typeface="Raleway Light"/>
              <a:buChar char="○"/>
            </a:pPr>
            <a:r>
              <a:rPr lang="en" sz="1000" u="sng">
                <a:solidFill>
                  <a:schemeClr val="hlink"/>
                </a:solidFill>
                <a:hlinkClick r:id="rId5"/>
              </a:rPr>
              <a:t>https://worldhappiness.report/ed/2019/</a:t>
            </a:r>
            <a:endParaRPr i="1" sz="1000" u="sng"/>
          </a:p>
          <a:p>
            <a:pPr indent="-292100" lvl="0" marL="457200" rtl="0" algn="l">
              <a:spcBef>
                <a:spcPts val="0"/>
              </a:spcBef>
              <a:spcAft>
                <a:spcPts val="0"/>
              </a:spcAft>
              <a:buSzPts val="1000"/>
              <a:buChar char="●"/>
            </a:pPr>
            <a:r>
              <a:rPr b="1" lang="en" sz="1000">
                <a:solidFill>
                  <a:srgbClr val="333333"/>
                </a:solidFill>
              </a:rPr>
              <a:t>Matthews, L. (2022).</a:t>
            </a:r>
            <a:r>
              <a:rPr lang="en" sz="1000">
                <a:solidFill>
                  <a:srgbClr val="333333"/>
                </a:solidFill>
              </a:rPr>
              <a:t> </a:t>
            </a:r>
            <a:r>
              <a:rPr b="1" lang="en" sz="1000">
                <a:solidFill>
                  <a:srgbClr val="191919"/>
                </a:solidFill>
              </a:rPr>
              <a:t>“The world’s happiest country is all about reading, coffee, and Saunas.”</a:t>
            </a:r>
            <a:r>
              <a:rPr lang="en" sz="1000">
                <a:solidFill>
                  <a:srgbClr val="333333"/>
                </a:solidFill>
              </a:rPr>
              <a:t> AFAR Media.</a:t>
            </a:r>
            <a:endParaRPr sz="1000">
              <a:solidFill>
                <a:srgbClr val="333333"/>
              </a:solidFill>
            </a:endParaRPr>
          </a:p>
          <a:p>
            <a:pPr indent="-292100" lvl="1" marL="914400" rtl="0" algn="l">
              <a:spcBef>
                <a:spcPts val="0"/>
              </a:spcBef>
              <a:spcAft>
                <a:spcPts val="0"/>
              </a:spcAft>
              <a:buClr>
                <a:schemeClr val="dk1"/>
              </a:buClr>
              <a:buSzPts val="1000"/>
              <a:buChar char="○"/>
            </a:pPr>
            <a:r>
              <a:rPr lang="en" sz="1000" u="sng">
                <a:hlinkClick r:id="rId6"/>
              </a:rPr>
              <a:t>https://www.afar.com/magazine/the-worlds-happiest-country-is-all-about-reading-coffee-and-saunas</a:t>
            </a:r>
            <a:r>
              <a:rPr lang="en" sz="1000" u="sng"/>
              <a:t>.</a:t>
            </a:r>
            <a:endParaRPr i="1" sz="1100" u="sng"/>
          </a:p>
          <a:p>
            <a:pPr indent="0" lvl="0" marL="457200" rtl="0" algn="l">
              <a:spcBef>
                <a:spcPts val="800"/>
              </a:spcBef>
              <a:spcAft>
                <a:spcPts val="0"/>
              </a:spcAft>
              <a:buNone/>
            </a:pPr>
            <a:r>
              <a:t/>
            </a: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6" name="Shape 8966"/>
        <p:cNvGrpSpPr/>
        <p:nvPr/>
      </p:nvGrpSpPr>
      <p:grpSpPr>
        <a:xfrm>
          <a:off x="0" y="0"/>
          <a:ext cx="0" cy="0"/>
          <a:chOff x="0" y="0"/>
          <a:chExt cx="0" cy="0"/>
        </a:xfrm>
      </p:grpSpPr>
      <p:sp>
        <p:nvSpPr>
          <p:cNvPr id="8967" name="Google Shape;8967;p463"/>
          <p:cNvSpPr txBox="1"/>
          <p:nvPr>
            <p:ph type="title"/>
          </p:nvPr>
        </p:nvSpPr>
        <p:spPr>
          <a:xfrm flipH="1">
            <a:off x="3068100" y="1156400"/>
            <a:ext cx="5275800" cy="92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8968" name="Google Shape;8968;p463"/>
          <p:cNvSpPr txBox="1"/>
          <p:nvPr/>
        </p:nvSpPr>
        <p:spPr>
          <a:xfrm>
            <a:off x="3144475" y="4343600"/>
            <a:ext cx="4151700" cy="2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aleway"/>
                <a:ea typeface="Raleway"/>
                <a:cs typeface="Raleway"/>
                <a:sym typeface="Raleway"/>
              </a:rPr>
              <a:t>Please keep this slide for attribution</a:t>
            </a:r>
            <a:endParaRPr sz="1200">
              <a:solidFill>
                <a:schemeClr val="dk1"/>
              </a:solidFill>
              <a:latin typeface="Raleway"/>
              <a:ea typeface="Raleway"/>
              <a:cs typeface="Raleway"/>
              <a:sym typeface="Raleway"/>
            </a:endParaRPr>
          </a:p>
        </p:txBody>
      </p:sp>
      <p:cxnSp>
        <p:nvCxnSpPr>
          <p:cNvPr id="8969" name="Google Shape;8969;p463"/>
          <p:cNvCxnSpPr/>
          <p:nvPr/>
        </p:nvCxnSpPr>
        <p:spPr>
          <a:xfrm>
            <a:off x="2786175" y="3588055"/>
            <a:ext cx="6426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AP Research Defense for High School by Slidesgo">
  <a:themeElements>
    <a:clrScheme name="Simple Light">
      <a:dk1>
        <a:srgbClr val="434343"/>
      </a:dk1>
      <a:lt1>
        <a:srgbClr val="F3F3F3"/>
      </a:lt1>
      <a:dk2>
        <a:srgbClr val="76A5AF"/>
      </a:dk2>
      <a:lt2>
        <a:srgbClr val="A2C4C9"/>
      </a:lt2>
      <a:accent1>
        <a:srgbClr val="FFFFFF"/>
      </a:accent1>
      <a:accent2>
        <a:srgbClr val="FFFFFF"/>
      </a:accent2>
      <a:accent3>
        <a:srgbClr val="FFFFFF"/>
      </a:accent3>
      <a:accent4>
        <a:srgbClr val="FFFFFF"/>
      </a:accent4>
      <a:accent5>
        <a:srgbClr val="FFFFFF"/>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